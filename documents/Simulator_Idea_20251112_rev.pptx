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63" r:id="rId4"/>
  </p:sldMasterIdLst>
  <p:notesMasterIdLst>
    <p:notesMasterId r:id="rId42"/>
  </p:notesMasterIdLst>
  <p:handoutMasterIdLst>
    <p:handoutMasterId r:id="rId43"/>
  </p:handoutMasterIdLst>
  <p:sldIdLst>
    <p:sldId id="758" r:id="rId5"/>
    <p:sldId id="871" r:id="rId6"/>
    <p:sldId id="910" r:id="rId7"/>
    <p:sldId id="914" r:id="rId8"/>
    <p:sldId id="967" r:id="rId9"/>
    <p:sldId id="968" r:id="rId10"/>
    <p:sldId id="969" r:id="rId11"/>
    <p:sldId id="970" r:id="rId12"/>
    <p:sldId id="918" r:id="rId13"/>
    <p:sldId id="961" r:id="rId14"/>
    <p:sldId id="962" r:id="rId15"/>
    <p:sldId id="963" r:id="rId16"/>
    <p:sldId id="964" r:id="rId17"/>
    <p:sldId id="965" r:id="rId18"/>
    <p:sldId id="966" r:id="rId19"/>
    <p:sldId id="955" r:id="rId20"/>
    <p:sldId id="956" r:id="rId21"/>
    <p:sldId id="957" r:id="rId22"/>
    <p:sldId id="958" r:id="rId23"/>
    <p:sldId id="959" r:id="rId24"/>
    <p:sldId id="960" r:id="rId25"/>
    <p:sldId id="971" r:id="rId26"/>
    <p:sldId id="979" r:id="rId27"/>
    <p:sldId id="977" r:id="rId28"/>
    <p:sldId id="978" r:id="rId29"/>
    <p:sldId id="981" r:id="rId30"/>
    <p:sldId id="982" r:id="rId31"/>
    <p:sldId id="983" r:id="rId32"/>
    <p:sldId id="984" r:id="rId33"/>
    <p:sldId id="985" r:id="rId34"/>
    <p:sldId id="986" r:id="rId35"/>
    <p:sldId id="987" r:id="rId36"/>
    <p:sldId id="988" r:id="rId37"/>
    <p:sldId id="993" r:id="rId38"/>
    <p:sldId id="994" r:id="rId39"/>
    <p:sldId id="995" r:id="rId40"/>
    <p:sldId id="997" r:id="rId4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587"/>
    <a:srgbClr val="20325C"/>
    <a:srgbClr val="F99698"/>
    <a:srgbClr val="FFFFFF"/>
    <a:srgbClr val="F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AA750-875E-419A-991A-B3DFA71734EA}" v="11" dt="2025-10-02T13:18:55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478" autoAdjust="0"/>
  </p:normalViewPr>
  <p:slideViewPr>
    <p:cSldViewPr snapToGrid="0">
      <p:cViewPr varScale="1">
        <p:scale>
          <a:sx n="88" d="100"/>
          <a:sy n="88" d="100"/>
        </p:scale>
        <p:origin x="228" y="4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原　颯(s24d164)" userId="5dad88b0-8d9f-4ea1-b2c6-c10a4d6d0a4a" providerId="ADAL" clId="{67AE16A1-D829-499F-AF83-97E0A1C30640}"/>
    <pc:docChg chg="undo custSel addSld delSld modSld sldOrd">
      <pc:chgData name="福原　颯(s24d164)" userId="5dad88b0-8d9f-4ea1-b2c6-c10a4d6d0a4a" providerId="ADAL" clId="{67AE16A1-D829-499F-AF83-97E0A1C30640}" dt="2025-04-24T11:42:40.411" v="11813" actId="20577"/>
      <pc:docMkLst>
        <pc:docMk/>
      </pc:docMkLst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277363" sldId="26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26550954" sldId="5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6769270" sldId="5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37048831" sldId="5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8594093" sldId="5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71877879" sldId="5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64677062" sldId="5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55930890" sldId="5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83255463" sldId="5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42031104" sldId="5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46362254" sldId="55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93412889" sldId="55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81769942" sldId="5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874043" sldId="5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63007250" sldId="559"/>
        </pc:sldMkLst>
      </pc:sldChg>
      <pc:sldChg chg="modNotesTx">
        <pc:chgData name="福原　颯(s24d164)" userId="5dad88b0-8d9f-4ea1-b2c6-c10a4d6d0a4a" providerId="ADAL" clId="{67AE16A1-D829-499F-AF83-97E0A1C30640}" dt="2025-04-24T09:56:08.147" v="10801" actId="2057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280919" sldId="561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002567523" sldId="5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6541456" sldId="5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61246623" sldId="566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245538123" sldId="5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9975953" sldId="5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42564091" sldId="5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93433391" sldId="5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5789646" sldId="5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20103756" sldId="57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29114527" sldId="5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0128523" sldId="5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80352205" sldId="5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92325963" sldId="582"/>
        </pc:sldMkLst>
      </pc:sldChg>
      <pc:sldChg chg="modSp mod modNotesTx">
        <pc:chgData name="福原　颯(s24d164)" userId="5dad88b0-8d9f-4ea1-b2c6-c10a4d6d0a4a" providerId="ADAL" clId="{67AE16A1-D829-499F-AF83-97E0A1C30640}" dt="2025-04-24T11:25:05.307" v="10994" actId="2057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17469576" sldId="5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70606621" sldId="58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717886" sldId="5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27815507" sldId="5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06200027" sldId="58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74660793" sldId="5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0040872" sldId="5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91046611" sldId="5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3020606" sldId="5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2867224" sldId="5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95465517" sldId="5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74749673" sldId="5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9903889" sldId="6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31599958" sldId="6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33983429" sldId="6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938146536" sldId="6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49273837" sldId="6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54251625" sldId="6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1354932" sldId="6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93994165" sldId="6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6087398" sldId="6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04855141" sldId="61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6030189" sldId="61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515227" sldId="6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3981866" sldId="6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42136543" sldId="6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49619720" sldId="61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21636531" sldId="61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1011174" sldId="6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6450860" sldId="62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098446" sldId="62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70648182" sldId="6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31147593" sldId="62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9519326" sldId="6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3505715" sldId="6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94116040" sldId="6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0532307" sldId="62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13932518" sldId="62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92886925" sldId="62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0521351" sldId="6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86713956" sldId="63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14971349" sldId="6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2508289" sldId="6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39621699" sldId="6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543089" sldId="6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9582020" sldId="63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65830183" sldId="63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1929274" sldId="6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404625" sldId="6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80300470" sldId="64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05259489" sldId="64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7232194" sldId="6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6207333" sldId="6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97089251" sldId="6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72165653" sldId="64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94470110" sldId="6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71444028" sldId="64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8907316" sldId="6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54967229" sldId="64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225895" sldId="6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98799354" sldId="652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4:15:56.249" v="8713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67AE16A1-D829-499F-AF83-97E0A1C30640}" dt="2025-04-23T14:02:27.600" v="641" actId="2057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24096391" sldId="655"/>
        </pc:sldMkLst>
      </pc:sldChg>
      <pc:sldChg chg="modNotesTx">
        <pc:chgData name="福原　颯(s24d164)" userId="5dad88b0-8d9f-4ea1-b2c6-c10a4d6d0a4a" providerId="ADAL" clId="{67AE16A1-D829-499F-AF83-97E0A1C30640}" dt="2025-04-24T05:07:49.705" v="8908" actId="2057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3261849" sldId="6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47719176" sldId="65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5179736" sldId="6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18953403" sldId="66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51898642" sldId="6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43842067" sldId="663"/>
        </pc:sldMkLst>
      </pc:sldChg>
      <pc:sldChg chg="modNotesTx">
        <pc:chgData name="福原　颯(s24d164)" userId="5dad88b0-8d9f-4ea1-b2c6-c10a4d6d0a4a" providerId="ADAL" clId="{67AE16A1-D829-499F-AF83-97E0A1C30640}" dt="2025-04-23T14:12:38.232" v="883" actId="2057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48252875" sldId="6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07606998" sldId="66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08966791" sldId="6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17948682" sldId="6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46294482" sldId="6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6713512" sldId="6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84886546" sldId="6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07683021" sldId="672"/>
        </pc:sldMkLst>
      </pc:sldChg>
      <pc:sldChg chg="addSp modSp mod modNotesTx">
        <pc:chgData name="福原　颯(s24d164)" userId="5dad88b0-8d9f-4ea1-b2c6-c10a4d6d0a4a" providerId="ADAL" clId="{67AE16A1-D829-499F-AF83-97E0A1C30640}" dt="2025-04-24T05:46:27.927" v="9072" actId="1076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77431819" sldId="6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440547638" sldId="675"/>
        </pc:sldMkLst>
      </pc:sldChg>
      <pc:sldChg chg="del">
        <pc:chgData name="福原　颯(s24d164)" userId="5dad88b0-8d9f-4ea1-b2c6-c10a4d6d0a4a" providerId="ADAL" clId="{67AE16A1-D829-499F-AF83-97E0A1C30640}" dt="2025-04-23T04:41:38.466" v="0" actId="47"/>
        <pc:sldMkLst>
          <pc:docMk/>
          <pc:sldMk cId="2670103010" sldId="67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29552547" sldId="6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789890" sldId="678"/>
        </pc:sldMkLst>
      </pc:sldChg>
      <pc:sldChg chg="del">
        <pc:chgData name="福原　颯(s24d164)" userId="5dad88b0-8d9f-4ea1-b2c6-c10a4d6d0a4a" providerId="ADAL" clId="{67AE16A1-D829-499F-AF83-97E0A1C30640}" dt="2025-04-23T16:09:58.696" v="2335" actId="47"/>
        <pc:sldMkLst>
          <pc:docMk/>
          <pc:sldMk cId="297312426" sldId="679"/>
        </pc:sldMkLst>
      </pc:sldChg>
      <pc:sldChg chg="modSp mod modNotesTx">
        <pc:chgData name="福原　颯(s24d164)" userId="5dad88b0-8d9f-4ea1-b2c6-c10a4d6d0a4a" providerId="ADAL" clId="{67AE16A1-D829-499F-AF83-97E0A1C30640}" dt="2025-04-24T07:01:40.528" v="9220" actId="2057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58402699" sldId="6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70542293" sldId="68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02076223" sldId="6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66899879" sldId="6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51438155" sldId="685"/>
        </pc:sldMkLst>
      </pc:sldChg>
      <pc:sldChg chg="modSp del mod modNotesTx">
        <pc:chgData name="福原　颯(s24d164)" userId="5dad88b0-8d9f-4ea1-b2c6-c10a4d6d0a4a" providerId="ADAL" clId="{67AE16A1-D829-499F-AF83-97E0A1C30640}" dt="2025-04-24T07:19:21.399" v="9637" actId="47"/>
        <pc:sldMkLst>
          <pc:docMk/>
          <pc:sldMk cId="3369265037" sldId="6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261298" sldId="6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3683084" sldId="688"/>
        </pc:sldMkLst>
      </pc:sldChg>
      <pc:sldChg chg="modSp mod modAnim modNotesTx">
        <pc:chgData name="福原　颯(s24d164)" userId="5dad88b0-8d9f-4ea1-b2c6-c10a4d6d0a4a" providerId="ADAL" clId="{67AE16A1-D829-499F-AF83-97E0A1C30640}" dt="2025-04-24T07:31:01.304" v="9782" actId="2057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408814" sldId="6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93238509" sldId="6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07483113" sldId="6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02487081" sldId="6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42625462" sldId="6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6885756" sldId="6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09841563" sldId="6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09720823" sldId="6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27818713" sldId="6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47399491" sldId="6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95419144" sldId="7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4382704" sldId="7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11500637" sldId="7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84330178" sldId="7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6801525" sldId="7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4450396" sldId="7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435995" sldId="7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92825740" sldId="7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2024600" sldId="7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02385091" sldId="7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0444612" sldId="7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80915775" sldId="711"/>
        </pc:sldMkLst>
      </pc:sldChg>
      <pc:sldChg chg="modSp mod modNotesTx">
        <pc:chgData name="福原　颯(s24d164)" userId="5dad88b0-8d9f-4ea1-b2c6-c10a4d6d0a4a" providerId="ADAL" clId="{67AE16A1-D829-499F-AF83-97E0A1C30640}" dt="2025-04-24T07:30:13.644" v="9768" actId="2057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0937204" sldId="713"/>
        </pc:sldMkLst>
      </pc:sldChg>
      <pc:sldChg chg="modSp mod modNotesTx">
        <pc:chgData name="福原　颯(s24d164)" userId="5dad88b0-8d9f-4ea1-b2c6-c10a4d6d0a4a" providerId="ADAL" clId="{67AE16A1-D829-499F-AF83-97E0A1C30640}" dt="2025-04-24T07:30:28.180" v="9772" actId="20577"/>
        <pc:sldMkLst>
          <pc:docMk/>
          <pc:sldMk cId="1737742054" sldId="7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3737976" sldId="716"/>
        </pc:sldMkLst>
      </pc:sldChg>
      <pc:sldChg chg="modSp mod modNotesTx">
        <pc:chgData name="福原　颯(s24d164)" userId="5dad88b0-8d9f-4ea1-b2c6-c10a4d6d0a4a" providerId="ADAL" clId="{67AE16A1-D829-499F-AF83-97E0A1C30640}" dt="2025-04-24T08:33:08.348" v="10401" actId="20577"/>
        <pc:sldMkLst>
          <pc:docMk/>
          <pc:sldMk cId="4159215834" sldId="718"/>
        </pc:sldMkLst>
      </pc:sldChg>
      <pc:sldChg chg="modSp mod modNotesTx">
        <pc:chgData name="福原　颯(s24d164)" userId="5dad88b0-8d9f-4ea1-b2c6-c10a4d6d0a4a" providerId="ADAL" clId="{67AE16A1-D829-499F-AF83-97E0A1C30640}" dt="2025-04-24T09:29:14.766" v="10651" actId="20577"/>
        <pc:sldMkLst>
          <pc:docMk/>
          <pc:sldMk cId="1485345896" sldId="719"/>
        </pc:sldMkLst>
      </pc:sldChg>
      <pc:sldChg chg="modSp mod modNotesTx">
        <pc:chgData name="福原　颯(s24d164)" userId="5dad88b0-8d9f-4ea1-b2c6-c10a4d6d0a4a" providerId="ADAL" clId="{67AE16A1-D829-499F-AF83-97E0A1C30640}" dt="2025-04-24T09:29:35.543" v="10653" actId="20577"/>
        <pc:sldMkLst>
          <pc:docMk/>
          <pc:sldMk cId="3635740765" sldId="720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3:49.357" v="10940" actId="20577"/>
        <pc:sldMkLst>
          <pc:docMk/>
          <pc:sldMk cId="2347730015" sldId="721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4:03.932" v="10941" actId="20577"/>
        <pc:sldMkLst>
          <pc:docMk/>
          <pc:sldMk cId="2782943564" sldId="722"/>
        </pc:sldMkLst>
      </pc:sldChg>
      <pc:sldChg chg="delSp mod">
        <pc:chgData name="福原　颯(s24d164)" userId="5dad88b0-8d9f-4ea1-b2c6-c10a4d6d0a4a" providerId="ADAL" clId="{67AE16A1-D829-499F-AF83-97E0A1C30640}" dt="2025-04-24T09:32:31.860" v="10665" actId="478"/>
        <pc:sldMkLst>
          <pc:docMk/>
          <pc:sldMk cId="3176392747" sldId="72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2:48.017" v="10887" actId="20577"/>
        <pc:sldMkLst>
          <pc:docMk/>
          <pc:sldMk cId="3319081757" sldId="724"/>
        </pc:sldMkLst>
      </pc:sldChg>
      <pc:sldChg chg="modNotesTx">
        <pc:chgData name="福原　颯(s24d164)" userId="5dad88b0-8d9f-4ea1-b2c6-c10a4d6d0a4a" providerId="ADAL" clId="{67AE16A1-D829-499F-AF83-97E0A1C30640}" dt="2025-04-24T03:39:38.145" v="7703" actId="20577"/>
        <pc:sldMkLst>
          <pc:docMk/>
          <pc:sldMk cId="1946705632" sldId="727"/>
        </pc:sldMkLst>
      </pc:sldChg>
      <pc:sldChg chg="modSp mod modNotesTx">
        <pc:chgData name="福原　颯(s24d164)" userId="5dad88b0-8d9f-4ea1-b2c6-c10a4d6d0a4a" providerId="ADAL" clId="{67AE16A1-D829-499F-AF83-97E0A1C30640}" dt="2025-04-24T09:15:14.776" v="10644" actId="20577"/>
        <pc:sldMkLst>
          <pc:docMk/>
          <pc:sldMk cId="1641118007" sldId="728"/>
        </pc:sldMkLst>
      </pc:sldChg>
      <pc:sldChg chg="modSp mod modAnim modNotesTx">
        <pc:chgData name="福原　颯(s24d164)" userId="5dad88b0-8d9f-4ea1-b2c6-c10a4d6d0a4a" providerId="ADAL" clId="{67AE16A1-D829-499F-AF83-97E0A1C30640}" dt="2025-04-24T10:52:07.037" v="10863" actId="20577"/>
        <pc:sldMkLst>
          <pc:docMk/>
          <pc:sldMk cId="3127128952" sldId="729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1:42.789" v="10854" actId="20577"/>
        <pc:sldMkLst>
          <pc:docMk/>
          <pc:sldMk cId="2003993181" sldId="731"/>
        </pc:sldMkLst>
      </pc:sldChg>
      <pc:sldChg chg="modNotesTx">
        <pc:chgData name="福原　颯(s24d164)" userId="5dad88b0-8d9f-4ea1-b2c6-c10a4d6d0a4a" providerId="ADAL" clId="{67AE16A1-D829-499F-AF83-97E0A1C30640}" dt="2025-04-24T04:01:49.726" v="8254" actId="20577"/>
        <pc:sldMkLst>
          <pc:docMk/>
          <pc:sldMk cId="3661843088" sldId="732"/>
        </pc:sldMkLst>
      </pc:sldChg>
      <pc:sldChg chg="modNotesTx">
        <pc:chgData name="福原　颯(s24d164)" userId="5dad88b0-8d9f-4ea1-b2c6-c10a4d6d0a4a" providerId="ADAL" clId="{67AE16A1-D829-499F-AF83-97E0A1C30640}" dt="2025-04-24T04:03:30.785" v="8350" actId="20577"/>
        <pc:sldMkLst>
          <pc:docMk/>
          <pc:sldMk cId="3602831380" sldId="73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9:01:29.103" v="10540" actId="20577"/>
        <pc:sldMkLst>
          <pc:docMk/>
          <pc:sldMk cId="1056422292" sldId="734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0:39.937" v="10827" actId="113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336719" sldId="737"/>
        </pc:sldMkLst>
      </pc:sldChg>
      <pc:sldChg chg="addSp modSp mod ord modAnim modNotesTx">
        <pc:chgData name="福原　颯(s24d164)" userId="5dad88b0-8d9f-4ea1-b2c6-c10a4d6d0a4a" providerId="ADAL" clId="{67AE16A1-D829-499F-AF83-97E0A1C30640}" dt="2025-04-24T10:50:43.786" v="10828" actId="113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14919693" sldId="7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6073347" sldId="740"/>
        </pc:sldMkLst>
      </pc:sldChg>
      <pc:sldChg chg="modSp mod modNotesTx">
        <pc:chgData name="福原　颯(s24d164)" userId="5dad88b0-8d9f-4ea1-b2c6-c10a4d6d0a4a" providerId="ADAL" clId="{67AE16A1-D829-499F-AF83-97E0A1C30640}" dt="2025-04-24T06:51:12.277" v="9176" actId="20577"/>
        <pc:sldMkLst>
          <pc:docMk/>
          <pc:sldMk cId="1422684548" sldId="741"/>
        </pc:sldMkLst>
      </pc:sldChg>
      <pc:sldChg chg="modSp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3940873187" sldId="742"/>
        </pc:sldMkLst>
      </pc:sldChg>
      <pc:sldChg chg="modSp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626489003" sldId="7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16008063" sldId="7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84470614" sldId="745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07:42:06.358" v="9896"/>
        <pc:sldMkLst>
          <pc:docMk/>
          <pc:sldMk cId="2056876469" sldId="746"/>
        </pc:sldMkLst>
      </pc:sldChg>
      <pc:sldChg chg="modSp mod modNotesTx">
        <pc:chgData name="福原　颯(s24d164)" userId="5dad88b0-8d9f-4ea1-b2c6-c10a4d6d0a4a" providerId="ADAL" clId="{67AE16A1-D829-499F-AF83-97E0A1C30640}" dt="2025-04-24T05:21:26.458" v="9024" actId="20577"/>
        <pc:sldMkLst>
          <pc:docMk/>
          <pc:sldMk cId="403920293" sldId="747"/>
        </pc:sldMkLst>
      </pc:sldChg>
      <pc:sldChg chg="modSp add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2442892468" sldId="748"/>
        </pc:sldMkLst>
      </pc:sldChg>
      <pc:sldChg chg="modSp add mod modNotesTx">
        <pc:chgData name="福原　颯(s24d164)" userId="5dad88b0-8d9f-4ea1-b2c6-c10a4d6d0a4a" providerId="ADAL" clId="{67AE16A1-D829-499F-AF83-97E0A1C30640}" dt="2025-04-24T08:05:00.283" v="10168" actId="20577"/>
        <pc:sldMkLst>
          <pc:docMk/>
          <pc:sldMk cId="854759762" sldId="749"/>
        </pc:sldMkLst>
      </pc:sldChg>
      <pc:sldChg chg="modSp add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2607840950" sldId="750"/>
        </pc:sldMkLst>
      </pc:sldChg>
      <pc:sldChg chg="modSp add mod modNotesTx">
        <pc:chgData name="福原　颯(s24d164)" userId="5dad88b0-8d9f-4ea1-b2c6-c10a4d6d0a4a" providerId="ADAL" clId="{67AE16A1-D829-499F-AF83-97E0A1C30640}" dt="2025-04-24T08:11:06.118" v="10381" actId="1035"/>
        <pc:sldMkLst>
          <pc:docMk/>
          <pc:sldMk cId="3832020014" sldId="751"/>
        </pc:sldMkLst>
      </pc:sldChg>
      <pc:sldChg chg="modSp add mod modAnim modNotesTx">
        <pc:chgData name="福原　颯(s24d164)" userId="5dad88b0-8d9f-4ea1-b2c6-c10a4d6d0a4a" providerId="ADAL" clId="{67AE16A1-D829-499F-AF83-97E0A1C30640}" dt="2025-04-24T07:26:27.324" v="9738" actId="20577"/>
        <pc:sldMkLst>
          <pc:docMk/>
          <pc:sldMk cId="1210969522" sldId="752"/>
        </pc:sldMkLst>
      </pc:sldChg>
      <pc:sldChg chg="addSp delSp modSp add mod delAnim modAnim">
        <pc:chgData name="福原　颯(s24d164)" userId="5dad88b0-8d9f-4ea1-b2c6-c10a4d6d0a4a" providerId="ADAL" clId="{67AE16A1-D829-499F-AF83-97E0A1C30640}" dt="2025-04-24T10:53:04.093" v="10900" actId="20577"/>
        <pc:sldMkLst>
          <pc:docMk/>
          <pc:sldMk cId="3356421823" sldId="753"/>
        </pc:sldMkLst>
      </pc:sldChg>
      <pc:sldChg chg="add del">
        <pc:chgData name="福原　颯(s24d164)" userId="5dad88b0-8d9f-4ea1-b2c6-c10a4d6d0a4a" providerId="ADAL" clId="{67AE16A1-D829-499F-AF83-97E0A1C30640}" dt="2025-04-24T09:48:22.733" v="10799" actId="47"/>
        <pc:sldMkLst>
          <pc:docMk/>
          <pc:sldMk cId="3406810752" sldId="754"/>
        </pc:sldMkLst>
      </pc:sldChg>
      <pc:sldChg chg="delSp modSp add mod delAnim">
        <pc:chgData name="福原　颯(s24d164)" userId="5dad88b0-8d9f-4ea1-b2c6-c10a4d6d0a4a" providerId="ADAL" clId="{67AE16A1-D829-499F-AF83-97E0A1C30640}" dt="2025-04-24T10:55:46.137" v="10945" actId="113"/>
        <pc:sldMkLst>
          <pc:docMk/>
          <pc:sldMk cId="3112599749" sldId="755"/>
        </pc:sldMkLst>
      </pc:sldChg>
      <pc:sldChg chg="addSp delSp modSp add mod modNotesTx">
        <pc:chgData name="福原　颯(s24d164)" userId="5dad88b0-8d9f-4ea1-b2c6-c10a4d6d0a4a" providerId="ADAL" clId="{67AE16A1-D829-499F-AF83-97E0A1C30640}" dt="2025-04-24T11:42:40.411" v="11813" actId="20577"/>
        <pc:sldMkLst>
          <pc:docMk/>
          <pc:sldMk cId="3833613617" sldId="756"/>
        </pc:sldMkLst>
      </pc:sldChg>
      <pc:sldChg chg="delSp modSp add mod delAnim modNotesTx">
        <pc:chgData name="福原　颯(s24d164)" userId="5dad88b0-8d9f-4ea1-b2c6-c10a4d6d0a4a" providerId="ADAL" clId="{67AE16A1-D829-499F-AF83-97E0A1C30640}" dt="2025-04-24T11:36:16.369" v="11710" actId="20577"/>
        <pc:sldMkLst>
          <pc:docMk/>
          <pc:sldMk cId="1232371135" sldId="757"/>
        </pc:sldMkLst>
      </pc:sldChg>
    </pc:docChg>
  </pc:docChgLst>
  <pc:docChgLst>
    <pc:chgData name="福原　颯(s24d164)" userId="5dad88b0-8d9f-4ea1-b2c6-c10a4d6d0a4a" providerId="ADAL" clId="{88AD7964-CE5D-454E-BAEC-D2874E957E74}"/>
    <pc:docChg chg="modSld sldOrd">
      <pc:chgData name="福原　颯(s24d164)" userId="5dad88b0-8d9f-4ea1-b2c6-c10a4d6d0a4a" providerId="ADAL" clId="{88AD7964-CE5D-454E-BAEC-D2874E957E74}" dt="2025-04-18T07:32:18.107" v="12"/>
      <pc:docMkLst>
        <pc:docMk/>
      </pc:docMkLst>
      <pc:sldChg chg="modSp">
        <pc:chgData name="福原　颯(s24d164)" userId="5dad88b0-8d9f-4ea1-b2c6-c10a4d6d0a4a" providerId="ADAL" clId="{88AD7964-CE5D-454E-BAEC-D2874E957E74}" dt="2025-04-18T07:29:32.415" v="0" actId="20577"/>
        <pc:sldMkLst>
          <pc:docMk/>
          <pc:sldMk cId="993336348" sldId="581"/>
        </pc:sldMkLst>
      </pc:sldChg>
      <pc:sldChg chg="modSp mod">
        <pc:chgData name="福原　颯(s24d164)" userId="5dad88b0-8d9f-4ea1-b2c6-c10a4d6d0a4a" providerId="ADAL" clId="{88AD7964-CE5D-454E-BAEC-D2874E957E74}" dt="2025-04-18T07:31:19.451" v="10" actId="20577"/>
        <pc:sldMkLst>
          <pc:docMk/>
          <pc:sldMk cId="2593897383" sldId="590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070648182" sldId="622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113505715" sldId="625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3513932518" sldId="628"/>
        </pc:sldMkLst>
      </pc:sldChg>
    </pc:docChg>
  </pc:docChgLst>
  <pc:docChgLst>
    <pc:chgData name="福原　颯(s24d164)" userId="5dad88b0-8d9f-4ea1-b2c6-c10a4d6d0a4a" providerId="ADAL" clId="{E602A02B-0543-4021-B602-6D96E7014D30}"/>
    <pc:docChg chg="undo custSel addSld delSld modSld">
      <pc:chgData name="福原　颯(s24d164)" userId="5dad88b0-8d9f-4ea1-b2c6-c10a4d6d0a4a" providerId="ADAL" clId="{E602A02B-0543-4021-B602-6D96E7014D30}" dt="2024-09-17T09:14:07.909" v="801" actId="1076"/>
      <pc:docMkLst>
        <pc:docMk/>
      </pc:docMkLst>
      <pc:sldChg chg="del">
        <pc:chgData name="福原　颯(s24d164)" userId="5dad88b0-8d9f-4ea1-b2c6-c10a4d6d0a4a" providerId="ADAL" clId="{E602A02B-0543-4021-B602-6D96E7014D30}" dt="2024-09-17T08:48:49.686" v="1" actId="47"/>
        <pc:sldMkLst>
          <pc:docMk/>
          <pc:sldMk cId="3078364756" sldId="528"/>
        </pc:sldMkLst>
      </pc:sldChg>
      <pc:sldChg chg="modSp mod">
        <pc:chgData name="福原　颯(s24d164)" userId="5dad88b0-8d9f-4ea1-b2c6-c10a4d6d0a4a" providerId="ADAL" clId="{E602A02B-0543-4021-B602-6D96E7014D30}" dt="2024-09-17T08:57:02.923" v="242" actId="20577"/>
        <pc:sldMkLst>
          <pc:docMk/>
          <pc:sldMk cId="1777063703" sldId="531"/>
        </pc:sldMkLst>
      </pc:sldChg>
      <pc:sldChg chg="add">
        <pc:chgData name="福原　颯(s24d164)" userId="5dad88b0-8d9f-4ea1-b2c6-c10a4d6d0a4a" providerId="ADAL" clId="{E602A02B-0543-4021-B602-6D96E7014D30}" dt="2024-09-17T08:48:47.784" v="0"/>
        <pc:sldMkLst>
          <pc:docMk/>
          <pc:sldMk cId="3754821337" sldId="532"/>
        </pc:sldMkLst>
      </pc:sldChg>
      <pc:sldChg chg="addSp modSp add mod">
        <pc:chgData name="福原　颯(s24d164)" userId="5dad88b0-8d9f-4ea1-b2c6-c10a4d6d0a4a" providerId="ADAL" clId="{E602A02B-0543-4021-B602-6D96E7014D30}" dt="2024-09-17T09:13:42.953" v="792" actId="1076"/>
        <pc:sldMkLst>
          <pc:docMk/>
          <pc:sldMk cId="1278374331" sldId="533"/>
        </pc:sldMkLst>
      </pc:sldChg>
      <pc:sldChg chg="delSp modSp add mod">
        <pc:chgData name="福原　颯(s24d164)" userId="5dad88b0-8d9f-4ea1-b2c6-c10a4d6d0a4a" providerId="ADAL" clId="{E602A02B-0543-4021-B602-6D96E7014D30}" dt="2024-09-17T09:14:07.909" v="801" actId="1076"/>
        <pc:sldMkLst>
          <pc:docMk/>
          <pc:sldMk cId="3281802686" sldId="534"/>
        </pc:sldMkLst>
      </pc:sldChg>
    </pc:docChg>
  </pc:docChgLst>
  <pc:docChgLst>
    <pc:chgData name="福原　颯(s24d164)" userId="5dad88b0-8d9f-4ea1-b2c6-c10a4d6d0a4a" providerId="ADAL" clId="{B3240978-5F24-4AA0-8351-73504D8ADC5A}"/>
    <pc:docChg chg="undo custSel addSld delSld modSld">
      <pc:chgData name="福原　颯(s24d164)" userId="5dad88b0-8d9f-4ea1-b2c6-c10a4d6d0a4a" providerId="ADAL" clId="{B3240978-5F24-4AA0-8351-73504D8ADC5A}" dt="2025-05-21T16:27:48.534" v="3119" actId="20577"/>
      <pc:docMkLst>
        <pc:docMk/>
      </pc:docMkLst>
      <pc:sldChg chg="modNotesTx">
        <pc:chgData name="福原　颯(s24d164)" userId="5dad88b0-8d9f-4ea1-b2c6-c10a4d6d0a4a" providerId="ADAL" clId="{B3240978-5F24-4AA0-8351-73504D8ADC5A}" dt="2025-05-21T16:24:24.124" v="2981" actId="113"/>
        <pc:sldMkLst>
          <pc:docMk/>
          <pc:sldMk cId="4159215834" sldId="718"/>
        </pc:sldMkLst>
      </pc:sldChg>
      <pc:sldChg chg="modNotesTx">
        <pc:chgData name="福原　颯(s24d164)" userId="5dad88b0-8d9f-4ea1-b2c6-c10a4d6d0a4a" providerId="ADAL" clId="{B3240978-5F24-4AA0-8351-73504D8ADC5A}" dt="2025-05-21T13:16:39.396" v="505" actId="20577"/>
        <pc:sldMkLst>
          <pc:docMk/>
          <pc:sldMk cId="2615351689" sldId="758"/>
        </pc:sldMkLst>
      </pc:sldChg>
      <pc:sldChg chg="modSp mod modNotesTx">
        <pc:chgData name="福原　颯(s24d164)" userId="5dad88b0-8d9f-4ea1-b2c6-c10a4d6d0a4a" providerId="ADAL" clId="{B3240978-5F24-4AA0-8351-73504D8ADC5A}" dt="2025-05-21T15:52:11.443" v="1972" actId="20577"/>
        <pc:sldMkLst>
          <pc:docMk/>
          <pc:sldMk cId="1067871787" sldId="768"/>
        </pc:sldMkLst>
      </pc:sldChg>
      <pc:sldChg chg="modSp mod">
        <pc:chgData name="福原　颯(s24d164)" userId="5dad88b0-8d9f-4ea1-b2c6-c10a4d6d0a4a" providerId="ADAL" clId="{B3240978-5F24-4AA0-8351-73504D8ADC5A}" dt="2025-05-21T09:12:01.244" v="5" actId="20577"/>
        <pc:sldMkLst>
          <pc:docMk/>
          <pc:sldMk cId="2662678024" sldId="770"/>
        </pc:sldMkLst>
      </pc:sldChg>
      <pc:sldChg chg="modSp mod modNotesTx">
        <pc:chgData name="福原　颯(s24d164)" userId="5dad88b0-8d9f-4ea1-b2c6-c10a4d6d0a4a" providerId="ADAL" clId="{B3240978-5F24-4AA0-8351-73504D8ADC5A}" dt="2025-05-21T16:27:48.534" v="3119" actId="2057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66620949" sldId="77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3118778179" sldId="77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770270452" sldId="78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61761750" sldId="78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293909014" sldId="78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37612359" sldId="78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7573737" sldId="78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48241044" sldId="78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159782941" sldId="78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661080508" sldId="787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06458731" sldId="78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580826161" sldId="79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124655202" sldId="791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9660724" sldId="79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958224478" sldId="79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99138244" sldId="79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5757155" sldId="79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33470137" sldId="79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01201007" sldId="79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8708712" sldId="79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140170195" sldId="80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744169427" sldId="80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7760683" sldId="80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3047303" sldId="80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10638594" sldId="80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23055461" sldId="80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59375935" sldId="80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69240060" sldId="80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484124929" sldId="80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73276949" sldId="80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37315838" sldId="81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44542119" sldId="81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300201696" sldId="81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24930651" sldId="81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61543991" sldId="81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42103758" sldId="815"/>
        </pc:sldMkLst>
      </pc:sldChg>
      <pc:sldChg chg="modSp add del modNotesTx">
        <pc:chgData name="福原　颯(s24d164)" userId="5dad88b0-8d9f-4ea1-b2c6-c10a4d6d0a4a" providerId="ADAL" clId="{B3240978-5F24-4AA0-8351-73504D8ADC5A}" dt="2025-05-21T16:24:07.824" v="2961" actId="2057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83598738" sldId="81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51204317" sldId="818"/>
        </pc:sldMkLst>
      </pc:sldChg>
      <pc:sldChg chg="modAnim">
        <pc:chgData name="福原　颯(s24d164)" userId="5dad88b0-8d9f-4ea1-b2c6-c10a4d6d0a4a" providerId="ADAL" clId="{B3240978-5F24-4AA0-8351-73504D8ADC5A}" dt="2025-05-21T16:25:08.275" v="2983"/>
        <pc:sldMkLst>
          <pc:docMk/>
          <pc:sldMk cId="2028234339" sldId="841"/>
        </pc:sldMkLst>
      </pc:sldChg>
      <pc:sldChg chg="modSp mod modNotesTx">
        <pc:chgData name="福原　颯(s24d164)" userId="5dad88b0-8d9f-4ea1-b2c6-c10a4d6d0a4a" providerId="ADAL" clId="{B3240978-5F24-4AA0-8351-73504D8ADC5A}" dt="2025-05-21T16:27:23.789" v="3088" actId="20577"/>
        <pc:sldMkLst>
          <pc:docMk/>
          <pc:sldMk cId="1263326900" sldId="843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451825540" sldId="849"/>
        </pc:sldMkLst>
      </pc:sldChg>
      <pc:sldChg chg="addSp delSp modSp add del mod modNotesTx">
        <pc:chgData name="福原　颯(s24d164)" userId="5dad88b0-8d9f-4ea1-b2c6-c10a4d6d0a4a" providerId="ADAL" clId="{B3240978-5F24-4AA0-8351-73504D8ADC5A}" dt="2025-05-21T15:53:32.524" v="2031" actId="20577"/>
        <pc:sldMkLst>
          <pc:docMk/>
          <pc:sldMk cId="2085457544" sldId="851"/>
        </pc:sldMkLst>
      </pc:sldChg>
      <pc:sldChg chg="modSp mod modNotesTx">
        <pc:chgData name="福原　颯(s24d164)" userId="5dad88b0-8d9f-4ea1-b2c6-c10a4d6d0a4a" providerId="ADAL" clId="{B3240978-5F24-4AA0-8351-73504D8ADC5A}" dt="2025-05-21T15:57:24.424" v="2154" actId="115"/>
        <pc:sldMkLst>
          <pc:docMk/>
          <pc:sldMk cId="446647372" sldId="852"/>
        </pc:sldMkLst>
      </pc:sldChg>
      <pc:sldChg chg="modSp mod modNotesTx">
        <pc:chgData name="福原　颯(s24d164)" userId="5dad88b0-8d9f-4ea1-b2c6-c10a4d6d0a4a" providerId="ADAL" clId="{B3240978-5F24-4AA0-8351-73504D8ADC5A}" dt="2025-05-21T16:10:09.324" v="2326" actId="1036"/>
        <pc:sldMkLst>
          <pc:docMk/>
          <pc:sldMk cId="2073588060" sldId="853"/>
        </pc:sldMkLst>
      </pc:sldChg>
      <pc:sldChg chg="modSp mod modNotesTx">
        <pc:chgData name="福原　颯(s24d164)" userId="5dad88b0-8d9f-4ea1-b2c6-c10a4d6d0a4a" providerId="ADAL" clId="{B3240978-5F24-4AA0-8351-73504D8ADC5A}" dt="2025-05-21T16:13:38.514" v="2540" actId="20577"/>
        <pc:sldMkLst>
          <pc:docMk/>
          <pc:sldMk cId="1254780454" sldId="854"/>
        </pc:sldMkLst>
      </pc:sldChg>
      <pc:sldChg chg="modSp mod modNotesTx">
        <pc:chgData name="福原　颯(s24d164)" userId="5dad88b0-8d9f-4ea1-b2c6-c10a4d6d0a4a" providerId="ADAL" clId="{B3240978-5F24-4AA0-8351-73504D8ADC5A}" dt="2025-05-21T16:20:45.534" v="2832" actId="2057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82DD5C9F-9BFD-4D32-832E-DDDEB957F803}"/>
    <pc:docChg chg="undo custSel addSld delSld modSld sldOrd">
      <pc:chgData name="福原　颯(s24d164)" userId="5dad88b0-8d9f-4ea1-b2c6-c10a4d6d0a4a" providerId="ADAL" clId="{82DD5C9F-9BFD-4D32-832E-DDDEB957F803}" dt="2024-09-17T17:32:38.841" v="5371" actId="2165"/>
      <pc:docMkLst>
        <pc:docMk/>
      </pc:docMkLst>
      <pc:sldChg chg="modSp mod">
        <pc:chgData name="福原　颯(s24d164)" userId="5dad88b0-8d9f-4ea1-b2c6-c10a4d6d0a4a" providerId="ADAL" clId="{82DD5C9F-9BFD-4D32-832E-DDDEB957F803}" dt="2024-09-17T15:33:58.969" v="2658" actId="115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82DD5C9F-9BFD-4D32-832E-DDDEB957F803}" dt="2024-09-17T15:03:47.040" v="2010" actId="20577"/>
        <pc:sldMkLst>
          <pc:docMk/>
          <pc:sldMk cId="3280360261" sldId="416"/>
        </pc:sldMkLst>
      </pc:sldChg>
      <pc:sldChg chg="addSp modSp mod modAnim">
        <pc:chgData name="福原　颯(s24d164)" userId="5dad88b0-8d9f-4ea1-b2c6-c10a4d6d0a4a" providerId="ADAL" clId="{82DD5C9F-9BFD-4D32-832E-DDDEB957F803}" dt="2024-09-17T13:02:02.291" v="71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82DD5C9F-9BFD-4D32-832E-DDDEB957F803}" dt="2024-09-17T12:58:29.069" v="0" actId="113"/>
        <pc:sldMkLst>
          <pc:docMk/>
          <pc:sldMk cId="1492636824" sldId="524"/>
        </pc:sldMkLst>
      </pc:sldChg>
      <pc:sldChg chg="modSp mod">
        <pc:chgData name="福原　颯(s24d164)" userId="5dad88b0-8d9f-4ea1-b2c6-c10a4d6d0a4a" providerId="ADAL" clId="{82DD5C9F-9BFD-4D32-832E-DDDEB957F803}" dt="2024-09-17T15:04:40.590" v="2034" actId="20577"/>
        <pc:sldMkLst>
          <pc:docMk/>
          <pc:sldMk cId="1777063703" sldId="531"/>
        </pc:sldMkLst>
      </pc:sldChg>
      <pc:sldChg chg="ord">
        <pc:chgData name="福原　颯(s24d164)" userId="5dad88b0-8d9f-4ea1-b2c6-c10a4d6d0a4a" providerId="ADAL" clId="{82DD5C9F-9BFD-4D32-832E-DDDEB957F803}" dt="2024-09-17T13:45:29.144" v="1014"/>
        <pc:sldMkLst>
          <pc:docMk/>
          <pc:sldMk cId="1278374331" sldId="533"/>
        </pc:sldMkLst>
      </pc:sldChg>
      <pc:sldChg chg="modSp mod ord">
        <pc:chgData name="福原　颯(s24d164)" userId="5dad88b0-8d9f-4ea1-b2c6-c10a4d6d0a4a" providerId="ADAL" clId="{82DD5C9F-9BFD-4D32-832E-DDDEB957F803}" dt="2024-09-17T15:05:21.945" v="2038"/>
        <pc:sldMkLst>
          <pc:docMk/>
          <pc:sldMk cId="3281802686" sldId="534"/>
        </pc:sldMkLst>
      </pc:sldChg>
      <pc:sldChg chg="addSp delSp modSp add mod delAnim modAnim">
        <pc:chgData name="福原　颯(s24d164)" userId="5dad88b0-8d9f-4ea1-b2c6-c10a4d6d0a4a" providerId="ADAL" clId="{82DD5C9F-9BFD-4D32-832E-DDDEB957F803}" dt="2024-09-17T15:04:49.736" v="2035" actId="21"/>
        <pc:sldMkLst>
          <pc:docMk/>
          <pc:sldMk cId="787021457" sldId="535"/>
        </pc:sldMkLst>
      </pc:sldChg>
      <pc:sldChg chg="modSp add mod">
        <pc:chgData name="福原　颯(s24d164)" userId="5dad88b0-8d9f-4ea1-b2c6-c10a4d6d0a4a" providerId="ADAL" clId="{82DD5C9F-9BFD-4D32-832E-DDDEB957F803}" dt="2024-09-17T13:24:06.875" v="572" actId="20577"/>
        <pc:sldMkLst>
          <pc:docMk/>
          <pc:sldMk cId="657489115" sldId="536"/>
        </pc:sldMkLst>
      </pc:sldChg>
      <pc:sldChg chg="modSp add mod">
        <pc:chgData name="福原　颯(s24d164)" userId="5dad88b0-8d9f-4ea1-b2c6-c10a4d6d0a4a" providerId="ADAL" clId="{82DD5C9F-9BFD-4D32-832E-DDDEB957F803}" dt="2024-09-17T13:23:42.427" v="563"/>
        <pc:sldMkLst>
          <pc:docMk/>
          <pc:sldMk cId="2340234848" sldId="537"/>
        </pc:sldMkLst>
      </pc:sldChg>
      <pc:sldChg chg="addSp delSp modSp add mod">
        <pc:chgData name="福原　颯(s24d164)" userId="5dad88b0-8d9f-4ea1-b2c6-c10a4d6d0a4a" providerId="ADAL" clId="{82DD5C9F-9BFD-4D32-832E-DDDEB957F803}" dt="2024-09-17T13:31:04.228" v="798" actId="20577"/>
        <pc:sldMkLst>
          <pc:docMk/>
          <pc:sldMk cId="1184372124" sldId="538"/>
        </pc:sldMkLst>
      </pc:sldChg>
      <pc:sldChg chg="addSp delSp modSp add mod">
        <pc:chgData name="福原　颯(s24d164)" userId="5dad88b0-8d9f-4ea1-b2c6-c10a4d6d0a4a" providerId="ADAL" clId="{82DD5C9F-9BFD-4D32-832E-DDDEB957F803}" dt="2024-09-17T13:35:31.339" v="965" actId="1076"/>
        <pc:sldMkLst>
          <pc:docMk/>
          <pc:sldMk cId="2634214433" sldId="539"/>
        </pc:sldMkLst>
      </pc:sldChg>
      <pc:sldChg chg="addSp modSp add mod modAnim">
        <pc:chgData name="福原　颯(s24d164)" userId="5dad88b0-8d9f-4ea1-b2c6-c10a4d6d0a4a" providerId="ADAL" clId="{82DD5C9F-9BFD-4D32-832E-DDDEB957F803}" dt="2024-09-17T15:04:59.250" v="2036"/>
        <pc:sldMkLst>
          <pc:docMk/>
          <pc:sldMk cId="2779778668" sldId="540"/>
        </pc:sldMkLst>
      </pc:sldChg>
      <pc:sldChg chg="modSp add mod">
        <pc:chgData name="福原　颯(s24d164)" userId="5dad88b0-8d9f-4ea1-b2c6-c10a4d6d0a4a" providerId="ADAL" clId="{82DD5C9F-9BFD-4D32-832E-DDDEB957F803}" dt="2024-09-17T13:36:41.684" v="979" actId="113"/>
        <pc:sldMkLst>
          <pc:docMk/>
          <pc:sldMk cId="2536414103" sldId="541"/>
        </pc:sldMkLst>
      </pc:sldChg>
      <pc:sldChg chg="addSp delSp modSp add mod">
        <pc:chgData name="福原　颯(s24d164)" userId="5dad88b0-8d9f-4ea1-b2c6-c10a4d6d0a4a" providerId="ADAL" clId="{82DD5C9F-9BFD-4D32-832E-DDDEB957F803}" dt="2024-09-17T14:15:51.101" v="1320" actId="1076"/>
        <pc:sldMkLst>
          <pc:docMk/>
          <pc:sldMk cId="4135016211" sldId="542"/>
        </pc:sldMkLst>
      </pc:sldChg>
      <pc:sldChg chg="addSp delSp modSp add mod">
        <pc:chgData name="福原　颯(s24d164)" userId="5dad88b0-8d9f-4ea1-b2c6-c10a4d6d0a4a" providerId="ADAL" clId="{82DD5C9F-9BFD-4D32-832E-DDDEB957F803}" dt="2024-09-17T14:45:17.197" v="1842" actId="13822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82DD5C9F-9BFD-4D32-832E-DDDEB957F803}" dt="2024-09-17T14:49:51.037" v="1977" actId="1076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82DD5C9F-9BFD-4D32-832E-DDDEB957F803}" dt="2024-09-17T15:03:37.133" v="2005" actId="20577"/>
        <pc:sldMkLst>
          <pc:docMk/>
          <pc:sldMk cId="2083591494" sldId="545"/>
        </pc:sldMkLst>
      </pc:sldChg>
      <pc:sldChg chg="addSp delSp modSp add mod ord">
        <pc:chgData name="福原　颯(s24d164)" userId="5dad88b0-8d9f-4ea1-b2c6-c10a4d6d0a4a" providerId="ADAL" clId="{82DD5C9F-9BFD-4D32-832E-DDDEB957F803}" dt="2024-09-17T15:36:20.770" v="2671" actId="15"/>
        <pc:sldMkLst>
          <pc:docMk/>
          <pc:sldMk cId="2393299346" sldId="546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1456943434" sldId="547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2719921329" sldId="548"/>
        </pc:sldMkLst>
      </pc:sldChg>
      <pc:sldChg chg="modSp add mod">
        <pc:chgData name="福原　颯(s24d164)" userId="5dad88b0-8d9f-4ea1-b2c6-c10a4d6d0a4a" providerId="ADAL" clId="{82DD5C9F-9BFD-4D32-832E-DDDEB957F803}" dt="2024-09-17T15:06:57.900" v="2057" actId="20577"/>
        <pc:sldMkLst>
          <pc:docMk/>
          <pc:sldMk cId="4238848866" sldId="549"/>
        </pc:sldMkLst>
      </pc:sldChg>
      <pc:sldChg chg="add">
        <pc:chgData name="福原　颯(s24d164)" userId="5dad88b0-8d9f-4ea1-b2c6-c10a4d6d0a4a" providerId="ADAL" clId="{82DD5C9F-9BFD-4D32-832E-DDDEB957F803}" dt="2024-09-17T15:05:41.447" v="2039"/>
        <pc:sldMkLst>
          <pc:docMk/>
          <pc:sldMk cId="2971353691" sldId="550"/>
        </pc:sldMkLst>
      </pc:sldChg>
      <pc:sldChg chg="delSp modSp add mod ord">
        <pc:chgData name="福原　颯(s24d164)" userId="5dad88b0-8d9f-4ea1-b2c6-c10a4d6d0a4a" providerId="ADAL" clId="{82DD5C9F-9BFD-4D32-832E-DDDEB957F803}" dt="2024-09-17T16:33:00.178" v="3806" actId="20577"/>
        <pc:sldMkLst>
          <pc:docMk/>
          <pc:sldMk cId="245135390" sldId="551"/>
        </pc:sldMkLst>
      </pc:sldChg>
      <pc:sldChg chg="addSp delSp modSp add mod">
        <pc:chgData name="福原　颯(s24d164)" userId="5dad88b0-8d9f-4ea1-b2c6-c10a4d6d0a4a" providerId="ADAL" clId="{82DD5C9F-9BFD-4D32-832E-DDDEB957F803}" dt="2024-09-17T16:09:36.099" v="3426" actId="1076"/>
        <pc:sldMkLst>
          <pc:docMk/>
          <pc:sldMk cId="338589204" sldId="552"/>
        </pc:sldMkLst>
      </pc:sldChg>
      <pc:sldChg chg="addSp delSp modSp add mod">
        <pc:chgData name="福原　颯(s24d164)" userId="5dad88b0-8d9f-4ea1-b2c6-c10a4d6d0a4a" providerId="ADAL" clId="{82DD5C9F-9BFD-4D32-832E-DDDEB957F803}" dt="2024-09-17T16:22:04.308" v="3583" actId="20577"/>
        <pc:sldMkLst>
          <pc:docMk/>
          <pc:sldMk cId="561060879" sldId="553"/>
        </pc:sldMkLst>
      </pc:sldChg>
      <pc:sldChg chg="add del">
        <pc:chgData name="福原　颯(s24d164)" userId="5dad88b0-8d9f-4ea1-b2c6-c10a4d6d0a4a" providerId="ADAL" clId="{82DD5C9F-9BFD-4D32-832E-DDDEB957F803}" dt="2024-09-17T16:26:22.760" v="3586" actId="47"/>
        <pc:sldMkLst>
          <pc:docMk/>
          <pc:sldMk cId="1444847222" sldId="554"/>
        </pc:sldMkLst>
      </pc:sldChg>
      <pc:sldChg chg="add mod modShow">
        <pc:chgData name="福原　颯(s24d164)" userId="5dad88b0-8d9f-4ea1-b2c6-c10a4d6d0a4a" providerId="ADAL" clId="{82DD5C9F-9BFD-4D32-832E-DDDEB957F803}" dt="2024-09-17T16:26:28.859" v="3587" actId="729"/>
        <pc:sldMkLst>
          <pc:docMk/>
          <pc:sldMk cId="3555829080" sldId="555"/>
        </pc:sldMkLst>
      </pc:sldChg>
      <pc:sldChg chg="add mod modShow">
        <pc:chgData name="福原　颯(s24d164)" userId="5dad88b0-8d9f-4ea1-b2c6-c10a4d6d0a4a" providerId="ADAL" clId="{82DD5C9F-9BFD-4D32-832E-DDDEB957F803}" dt="2024-09-17T16:26:31.246" v="3588" actId="729"/>
        <pc:sldMkLst>
          <pc:docMk/>
          <pc:sldMk cId="1706130816" sldId="556"/>
        </pc:sldMkLst>
      </pc:sldChg>
      <pc:sldChg chg="add ord">
        <pc:chgData name="福原　颯(s24d164)" userId="5dad88b0-8d9f-4ea1-b2c6-c10a4d6d0a4a" providerId="ADAL" clId="{82DD5C9F-9BFD-4D32-832E-DDDEB957F803}" dt="2024-09-17T17:27:49.883" v="5331"/>
        <pc:sldMkLst>
          <pc:docMk/>
          <pc:sldMk cId="3098468264" sldId="557"/>
        </pc:sldMkLst>
      </pc:sldChg>
      <pc:sldChg chg="addSp delSp modSp add mod">
        <pc:chgData name="福原　颯(s24d164)" userId="5dad88b0-8d9f-4ea1-b2c6-c10a4d6d0a4a" providerId="ADAL" clId="{82DD5C9F-9BFD-4D32-832E-DDDEB957F803}" dt="2024-09-17T16:29:37.098" v="3694" actId="478"/>
        <pc:sldMkLst>
          <pc:docMk/>
          <pc:sldMk cId="2437348224" sldId="558"/>
        </pc:sldMkLst>
      </pc:sldChg>
      <pc:sldChg chg="addSp delSp modSp add mod">
        <pc:chgData name="福原　颯(s24d164)" userId="5dad88b0-8d9f-4ea1-b2c6-c10a4d6d0a4a" providerId="ADAL" clId="{82DD5C9F-9BFD-4D32-832E-DDDEB957F803}" dt="2024-09-17T16:48:55.178" v="4233" actId="12385"/>
        <pc:sldMkLst>
          <pc:docMk/>
          <pc:sldMk cId="1399150608" sldId="559"/>
        </pc:sldMkLst>
      </pc:sldChg>
      <pc:sldChg chg="add">
        <pc:chgData name="福原　颯(s24d164)" userId="5dad88b0-8d9f-4ea1-b2c6-c10a4d6d0a4a" providerId="ADAL" clId="{82DD5C9F-9BFD-4D32-832E-DDDEB957F803}" dt="2024-09-17T16:48:27.879" v="4230" actId="2890"/>
        <pc:sldMkLst>
          <pc:docMk/>
          <pc:sldMk cId="3180030950" sldId="560"/>
        </pc:sldMkLst>
      </pc:sldChg>
      <pc:sldChg chg="addSp delSp modSp add del mod">
        <pc:chgData name="福原　颯(s24d164)" userId="5dad88b0-8d9f-4ea1-b2c6-c10a4d6d0a4a" providerId="ADAL" clId="{82DD5C9F-9BFD-4D32-832E-DDDEB957F803}" dt="2024-09-17T17:26:21.977" v="5319" actId="47"/>
        <pc:sldMkLst>
          <pc:docMk/>
          <pc:sldMk cId="2792239101" sldId="561"/>
        </pc:sldMkLst>
      </pc:sldChg>
      <pc:sldChg chg="modSp add mod ord">
        <pc:chgData name="福原　颯(s24d164)" userId="5dad88b0-8d9f-4ea1-b2c6-c10a4d6d0a4a" providerId="ADAL" clId="{82DD5C9F-9BFD-4D32-832E-DDDEB957F803}" dt="2024-09-17T16:52:08.127" v="4310" actId="20577"/>
        <pc:sldMkLst>
          <pc:docMk/>
          <pc:sldMk cId="3086407600" sldId="562"/>
        </pc:sldMkLst>
      </pc:sldChg>
      <pc:sldChg chg="modSp add mod">
        <pc:chgData name="福原　颯(s24d164)" userId="5dad88b0-8d9f-4ea1-b2c6-c10a4d6d0a4a" providerId="ADAL" clId="{82DD5C9F-9BFD-4D32-832E-DDDEB957F803}" dt="2024-09-17T16:55:08.940" v="4378" actId="1076"/>
        <pc:sldMkLst>
          <pc:docMk/>
          <pc:sldMk cId="411907626" sldId="563"/>
        </pc:sldMkLst>
      </pc:sldChg>
      <pc:sldChg chg="addSp delSp modSp add mod ord">
        <pc:chgData name="福原　颯(s24d164)" userId="5dad88b0-8d9f-4ea1-b2c6-c10a4d6d0a4a" providerId="ADAL" clId="{82DD5C9F-9BFD-4D32-832E-DDDEB957F803}" dt="2024-09-17T17:30:32.247" v="5355" actId="207"/>
        <pc:sldMkLst>
          <pc:docMk/>
          <pc:sldMk cId="2499128212" sldId="564"/>
        </pc:sldMkLst>
      </pc:sldChg>
      <pc:sldChg chg="addSp modSp add mod ord">
        <pc:chgData name="福原　颯(s24d164)" userId="5dad88b0-8d9f-4ea1-b2c6-c10a4d6d0a4a" providerId="ADAL" clId="{82DD5C9F-9BFD-4D32-832E-DDDEB957F803}" dt="2024-09-17T17:32:38.841" v="5371" actId="2165"/>
        <pc:sldMkLst>
          <pc:docMk/>
          <pc:sldMk cId="2608318930" sldId="565"/>
        </pc:sldMkLst>
      </pc:sldChg>
    </pc:docChg>
  </pc:docChgLst>
  <pc:docChgLst>
    <pc:chgData name="福原　颯(s24d164)" userId="5dad88b0-8d9f-4ea1-b2c6-c10a4d6d0a4a" providerId="ADAL" clId="{9F95D385-F789-44B6-9889-5D5551D3867E}"/>
    <pc:docChg chg="undo custSel addSld modSld sldOrd">
      <pc:chgData name="福原　颯(s24d164)" userId="5dad88b0-8d9f-4ea1-b2c6-c10a4d6d0a4a" providerId="ADAL" clId="{9F95D385-F789-44B6-9889-5D5551D3867E}" dt="2025-05-19T03:41:49.715" v="2934" actId="1076"/>
      <pc:docMkLst>
        <pc:docMk/>
      </pc:docMkLst>
      <pc:sldChg chg="addSp delSp modSp mod">
        <pc:chgData name="福原　颯(s24d164)" userId="5dad88b0-8d9f-4ea1-b2c6-c10a4d6d0a4a" providerId="ADAL" clId="{9F95D385-F789-44B6-9889-5D5551D3867E}" dt="2025-05-19T03:41:49.715" v="2934" actId="1076"/>
        <pc:sldMkLst>
          <pc:docMk/>
          <pc:sldMk cId="3333470137" sldId="797"/>
        </pc:sldMkLst>
      </pc:sldChg>
      <pc:sldChg chg="addSp modSp mod">
        <pc:chgData name="福原　颯(s24d164)" userId="5dad88b0-8d9f-4ea1-b2c6-c10a4d6d0a4a" providerId="ADAL" clId="{9F95D385-F789-44B6-9889-5D5551D3867E}" dt="2025-05-19T03:39:40.381" v="2906" actId="1036"/>
        <pc:sldMkLst>
          <pc:docMk/>
          <pc:sldMk cId="4140170195" sldId="800"/>
        </pc:sldMkLst>
      </pc:sldChg>
      <pc:sldChg chg="ord">
        <pc:chgData name="福原　颯(s24d164)" userId="5dad88b0-8d9f-4ea1-b2c6-c10a4d6d0a4a" providerId="ADAL" clId="{9F95D385-F789-44B6-9889-5D5551D3867E}" dt="2025-05-18T07:59:09.796" v="1"/>
        <pc:sldMkLst>
          <pc:docMk/>
          <pc:sldMk cId="744169427" sldId="801"/>
        </pc:sldMkLst>
      </pc:sldChg>
      <pc:sldChg chg="modSp mod">
        <pc:chgData name="福原　颯(s24d164)" userId="5dad88b0-8d9f-4ea1-b2c6-c10a4d6d0a4a" providerId="ADAL" clId="{9F95D385-F789-44B6-9889-5D5551D3867E}" dt="2025-05-19T03:37:04.614" v="2837" actId="20577"/>
        <pc:sldMkLst>
          <pc:docMk/>
          <pc:sldMk cId="2069240060" sldId="807"/>
        </pc:sldMkLst>
      </pc:sldChg>
      <pc:sldChg chg="addSp delSp modSp mod">
        <pc:chgData name="福原　颯(s24d164)" userId="5dad88b0-8d9f-4ea1-b2c6-c10a4d6d0a4a" providerId="ADAL" clId="{9F95D385-F789-44B6-9889-5D5551D3867E}" dt="2025-05-18T08:16:25.582" v="382" actId="1076"/>
        <pc:sldMkLst>
          <pc:docMk/>
          <pc:sldMk cId="3484124929" sldId="808"/>
        </pc:sldMkLst>
      </pc:sldChg>
      <pc:sldChg chg="addSp modSp mod ord">
        <pc:chgData name="福原　颯(s24d164)" userId="5dad88b0-8d9f-4ea1-b2c6-c10a4d6d0a4a" providerId="ADAL" clId="{9F95D385-F789-44B6-9889-5D5551D3867E}" dt="2025-05-19T03:34:15.836" v="2763" actId="113"/>
        <pc:sldMkLst>
          <pc:docMk/>
          <pc:sldMk cId="2773276949" sldId="809"/>
        </pc:sldMkLst>
      </pc:sldChg>
      <pc:sldChg chg="modSp mod ord">
        <pc:chgData name="福原　颯(s24d164)" userId="5dad88b0-8d9f-4ea1-b2c6-c10a4d6d0a4a" providerId="ADAL" clId="{9F95D385-F789-44B6-9889-5D5551D3867E}" dt="2025-05-18T08:26:52.543" v="660"/>
        <pc:sldMkLst>
          <pc:docMk/>
          <pc:sldMk cId="837315838" sldId="810"/>
        </pc:sldMkLst>
      </pc:sldChg>
      <pc:sldChg chg="addSp delSp modSp add mod modAnim">
        <pc:chgData name="福原　颯(s24d164)" userId="5dad88b0-8d9f-4ea1-b2c6-c10a4d6d0a4a" providerId="ADAL" clId="{9F95D385-F789-44B6-9889-5D5551D3867E}" dt="2025-05-18T09:42:09.706" v="688" actId="478"/>
        <pc:sldMkLst>
          <pc:docMk/>
          <pc:sldMk cId="1444542119" sldId="811"/>
        </pc:sldMkLst>
      </pc:sldChg>
      <pc:sldChg chg="addSp delSp modSp add mod delAnim modAnim">
        <pc:chgData name="福原　颯(s24d164)" userId="5dad88b0-8d9f-4ea1-b2c6-c10a4d6d0a4a" providerId="ADAL" clId="{9F95D385-F789-44B6-9889-5D5551D3867E}" dt="2025-05-19T03:29:26.713" v="2705" actId="113"/>
        <pc:sldMkLst>
          <pc:docMk/>
          <pc:sldMk cId="1300201696" sldId="812"/>
        </pc:sldMkLst>
      </pc:sldChg>
      <pc:sldChg chg="addSp modSp add mod ord">
        <pc:chgData name="福原　颯(s24d164)" userId="5dad88b0-8d9f-4ea1-b2c6-c10a4d6d0a4a" providerId="ADAL" clId="{9F95D385-F789-44B6-9889-5D5551D3867E}" dt="2025-05-19T03:33:41.795" v="2756" actId="20578"/>
        <pc:sldMkLst>
          <pc:docMk/>
          <pc:sldMk cId="4224930651" sldId="813"/>
        </pc:sldMkLst>
      </pc:sldChg>
      <pc:sldChg chg="modSp add mod ord">
        <pc:chgData name="福原　颯(s24d164)" userId="5dad88b0-8d9f-4ea1-b2c6-c10a4d6d0a4a" providerId="ADAL" clId="{9F95D385-F789-44B6-9889-5D5551D3867E}" dt="2025-05-18T11:04:27.301" v="2423"/>
        <pc:sldMkLst>
          <pc:docMk/>
          <pc:sldMk cId="1861543991" sldId="814"/>
        </pc:sldMkLst>
      </pc:sldChg>
      <pc:sldChg chg="modSp add mod">
        <pc:chgData name="福原　颯(s24d164)" userId="5dad88b0-8d9f-4ea1-b2c6-c10a4d6d0a4a" providerId="ADAL" clId="{9F95D385-F789-44B6-9889-5D5551D3867E}" dt="2025-05-18T10:56:11.354" v="2309" actId="20577"/>
        <pc:sldMkLst>
          <pc:docMk/>
          <pc:sldMk cId="842103758" sldId="815"/>
        </pc:sldMkLst>
      </pc:sldChg>
      <pc:sldChg chg="addSp modSp mod">
        <pc:chgData name="福原　颯(s24d164)" userId="5dad88b0-8d9f-4ea1-b2c6-c10a4d6d0a4a" providerId="ADAL" clId="{9F95D385-F789-44B6-9889-5D5551D3867E}" dt="2025-05-19T03:35:41.509" v="2789" actId="27636"/>
        <pc:sldMkLst>
          <pc:docMk/>
          <pc:sldMk cId="1805178099" sldId="816"/>
        </pc:sldMkLst>
      </pc:sldChg>
      <pc:sldChg chg="addSp delSp modSp new mod">
        <pc:chgData name="福原　颯(s24d164)" userId="5dad88b0-8d9f-4ea1-b2c6-c10a4d6d0a4a" providerId="ADAL" clId="{9F95D385-F789-44B6-9889-5D5551D3867E}" dt="2025-05-19T03:40:50.012" v="2923" actId="122"/>
        <pc:sldMkLst>
          <pc:docMk/>
          <pc:sldMk cId="1883598738" sldId="817"/>
        </pc:sldMkLst>
      </pc:sldChg>
      <pc:sldChg chg="addSp delSp modSp add mod">
        <pc:chgData name="福原　颯(s24d164)" userId="5dad88b0-8d9f-4ea1-b2c6-c10a4d6d0a4a" providerId="ADAL" clId="{9F95D385-F789-44B6-9889-5D5551D3867E}" dt="2025-05-19T03:41:35.045" v="2933" actId="478"/>
        <pc:sldMkLst>
          <pc:docMk/>
          <pc:sldMk cId="4051204317" sldId="818"/>
        </pc:sldMkLst>
      </pc:sldChg>
    </pc:docChg>
  </pc:docChgLst>
  <pc:docChgLst>
    <pc:chgData name="福原　颯(s24d164)" userId="5dad88b0-8d9f-4ea1-b2c6-c10a4d6d0a4a" providerId="ADAL" clId="{96BED9BE-8595-4B5A-B87B-E5B8A021441E}"/>
    <pc:docChg chg="undo custSel addSld delSld modSld sldOrd">
      <pc:chgData name="福原　颯(s24d164)" userId="5dad88b0-8d9f-4ea1-b2c6-c10a4d6d0a4a" providerId="ADAL" clId="{96BED9BE-8595-4B5A-B87B-E5B8A021441E}" dt="2025-04-19T13:27:16.267" v="3357"/>
      <pc:docMkLst>
        <pc:docMk/>
      </pc:docMkLst>
      <pc:sldChg chg="del">
        <pc:chgData name="福原　颯(s24d164)" userId="5dad88b0-8d9f-4ea1-b2c6-c10a4d6d0a4a" providerId="ADAL" clId="{96BED9BE-8595-4B5A-B87B-E5B8A021441E}" dt="2025-04-19T03:13:32.499" v="2" actId="47"/>
        <pc:sldMkLst>
          <pc:docMk/>
          <pc:sldMk cId="4113360082" sldId="563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70252964" sldId="564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2952434325" sldId="575"/>
        </pc:sldMkLst>
      </pc:sldChg>
      <pc:sldChg chg="del">
        <pc:chgData name="福原　颯(s24d164)" userId="5dad88b0-8d9f-4ea1-b2c6-c10a4d6d0a4a" providerId="ADAL" clId="{96BED9BE-8595-4B5A-B87B-E5B8A021441E}" dt="2025-04-19T03:13:25.993" v="1" actId="47"/>
        <pc:sldMkLst>
          <pc:docMk/>
          <pc:sldMk cId="1333854303" sldId="576"/>
        </pc:sldMkLst>
      </pc:sldChg>
      <pc:sldChg chg="delSp modSp mod">
        <pc:chgData name="福原　颯(s24d164)" userId="5dad88b0-8d9f-4ea1-b2c6-c10a4d6d0a4a" providerId="ADAL" clId="{96BED9BE-8595-4B5A-B87B-E5B8A021441E}" dt="2025-04-19T03:17:45.706" v="6" actId="107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96BED9BE-8595-4B5A-B87B-E5B8A021441E}" dt="2025-04-19T03:13:35.659" v="3" actId="47"/>
        <pc:sldMkLst>
          <pc:docMk/>
          <pc:sldMk cId="2478096095" sldId="578"/>
        </pc:sldMkLst>
      </pc:sldChg>
      <pc:sldChg chg="del">
        <pc:chgData name="福原　颯(s24d164)" userId="5dad88b0-8d9f-4ea1-b2c6-c10a4d6d0a4a" providerId="ADAL" clId="{96BED9BE-8595-4B5A-B87B-E5B8A021441E}" dt="2025-04-19T03:13:46.138" v="4" actId="47"/>
        <pc:sldMkLst>
          <pc:docMk/>
          <pc:sldMk cId="1048482102" sldId="579"/>
        </pc:sldMkLst>
      </pc:sldChg>
      <pc:sldChg chg="modSp mod ord">
        <pc:chgData name="福原　颯(s24d164)" userId="5dad88b0-8d9f-4ea1-b2c6-c10a4d6d0a4a" providerId="ADAL" clId="{96BED9BE-8595-4B5A-B87B-E5B8A021441E}" dt="2025-04-19T04:07:18.876" v="546"/>
        <pc:sldMkLst>
          <pc:docMk/>
          <pc:sldMk cId="1684236110" sldId="580"/>
        </pc:sldMkLst>
      </pc:sldChg>
      <pc:sldChg chg="ord">
        <pc:chgData name="福原　颯(s24d164)" userId="5dad88b0-8d9f-4ea1-b2c6-c10a4d6d0a4a" providerId="ADAL" clId="{96BED9BE-8595-4B5A-B87B-E5B8A021441E}" dt="2025-04-19T04:07:18.876" v="546"/>
        <pc:sldMkLst>
          <pc:docMk/>
          <pc:sldMk cId="993336348" sldId="581"/>
        </pc:sldMkLst>
      </pc:sldChg>
      <pc:sldChg chg="addSp delSp modSp mod ord">
        <pc:chgData name="福原　颯(s24d164)" userId="5dad88b0-8d9f-4ea1-b2c6-c10a4d6d0a4a" providerId="ADAL" clId="{96BED9BE-8595-4B5A-B87B-E5B8A021441E}" dt="2025-04-19T05:28:55.160" v="648" actId="14100"/>
        <pc:sldMkLst>
          <pc:docMk/>
          <pc:sldMk cId="2192325963" sldId="582"/>
        </pc:sldMkLst>
      </pc:sldChg>
      <pc:sldChg chg="addSp delSp modSp mod ord">
        <pc:chgData name="福原　颯(s24d164)" userId="5dad88b0-8d9f-4ea1-b2c6-c10a4d6d0a4a" providerId="ADAL" clId="{96BED9BE-8595-4B5A-B87B-E5B8A021441E}" dt="2025-04-19T07:32:54.794" v="1740" actId="1036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729516588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474660793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93897383" sldId="590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08693724" sldId="59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216974437" sldId="59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215048903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06124534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1395974" sldId="59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07944673" sldId="60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806481061" sldId="60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865510053" sldId="602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911912985" sldId="60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46573435" sldId="60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96BED9BE-8595-4B5A-B87B-E5B8A021441E}" dt="2025-04-19T03:17:58.038" v="7"/>
        <pc:sldMkLst>
          <pc:docMk/>
          <pc:sldMk cId="144107496" sldId="653"/>
        </pc:sldMkLst>
      </pc:sldChg>
      <pc:sldChg chg="addSp delSp modSp add del mod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1514378634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824096391" sldId="655"/>
        </pc:sldMkLst>
      </pc:sldChg>
      <pc:sldChg chg="add del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2955390901" sldId="655"/>
        </pc:sldMkLst>
      </pc:sldChg>
      <pc:sldChg chg="addSp delSp modSp add mod ord delAnim modAnim">
        <pc:chgData name="福原　颯(s24d164)" userId="5dad88b0-8d9f-4ea1-b2c6-c10a4d6d0a4a" providerId="ADAL" clId="{96BED9BE-8595-4B5A-B87B-E5B8A021441E}" dt="2025-04-19T04:05:15.780" v="539" actId="20577"/>
        <pc:sldMkLst>
          <pc:docMk/>
          <pc:sldMk cId="937305246" sldId="656"/>
        </pc:sldMkLst>
      </pc:sldChg>
      <pc:sldChg chg="add modAnim">
        <pc:chgData name="福原　颯(s24d164)" userId="5dad88b0-8d9f-4ea1-b2c6-c10a4d6d0a4a" providerId="ADAL" clId="{96BED9BE-8595-4B5A-B87B-E5B8A021441E}" dt="2025-04-19T04:06:50.036" v="544"/>
        <pc:sldMkLst>
          <pc:docMk/>
          <pc:sldMk cId="3137772186" sldId="657"/>
        </pc:sldMkLst>
      </pc:sldChg>
      <pc:sldChg chg="add">
        <pc:chgData name="福原　颯(s24d164)" userId="5dad88b0-8d9f-4ea1-b2c6-c10a4d6d0a4a" providerId="ADAL" clId="{96BED9BE-8595-4B5A-B87B-E5B8A021441E}" dt="2025-04-19T05:21:29.972" v="547"/>
        <pc:sldMkLst>
          <pc:docMk/>
          <pc:sldMk cId="603261849" sldId="658"/>
        </pc:sldMkLst>
      </pc:sldChg>
      <pc:sldChg chg="addSp delSp modSp add mod">
        <pc:chgData name="福原　颯(s24d164)" userId="5dad88b0-8d9f-4ea1-b2c6-c10a4d6d0a4a" providerId="ADAL" clId="{96BED9BE-8595-4B5A-B87B-E5B8A021441E}" dt="2025-04-19T05:36:40.084" v="716" actId="1076"/>
        <pc:sldMkLst>
          <pc:docMk/>
          <pc:sldMk cId="747719176" sldId="659"/>
        </pc:sldMkLst>
      </pc:sldChg>
      <pc:sldChg chg="addSp delSp modSp add mod">
        <pc:chgData name="福原　颯(s24d164)" userId="5dad88b0-8d9f-4ea1-b2c6-c10a4d6d0a4a" providerId="ADAL" clId="{96BED9BE-8595-4B5A-B87B-E5B8A021441E}" dt="2025-04-19T05:57:21.325" v="1019" actId="20577"/>
        <pc:sldMkLst>
          <pc:docMk/>
          <pc:sldMk cId="945179736" sldId="660"/>
        </pc:sldMkLst>
      </pc:sldChg>
      <pc:sldChg chg="addSp delSp modSp add mod">
        <pc:chgData name="福原　颯(s24d164)" userId="5dad88b0-8d9f-4ea1-b2c6-c10a4d6d0a4a" providerId="ADAL" clId="{96BED9BE-8595-4B5A-B87B-E5B8A021441E}" dt="2025-04-19T06:00:01.430" v="1043" actId="14100"/>
        <pc:sldMkLst>
          <pc:docMk/>
          <pc:sldMk cId="2518953403" sldId="661"/>
        </pc:sldMkLst>
      </pc:sldChg>
      <pc:sldChg chg="addSp delSp modSp add mod">
        <pc:chgData name="福原　颯(s24d164)" userId="5dad88b0-8d9f-4ea1-b2c6-c10a4d6d0a4a" providerId="ADAL" clId="{96BED9BE-8595-4B5A-B87B-E5B8A021441E}" dt="2025-04-19T06:08:43.686" v="1133" actId="1076"/>
        <pc:sldMkLst>
          <pc:docMk/>
          <pc:sldMk cId="3351898642" sldId="662"/>
        </pc:sldMkLst>
      </pc:sldChg>
      <pc:sldChg chg="addSp delSp modSp add mod">
        <pc:chgData name="福原　颯(s24d164)" userId="5dad88b0-8d9f-4ea1-b2c6-c10a4d6d0a4a" providerId="ADAL" clId="{96BED9BE-8595-4B5A-B87B-E5B8A021441E}" dt="2025-04-19T06:32:02.735" v="1307" actId="20577"/>
        <pc:sldMkLst>
          <pc:docMk/>
          <pc:sldMk cId="2143842067" sldId="663"/>
        </pc:sldMkLst>
      </pc:sldChg>
      <pc:sldChg chg="addSp modSp add mod ord">
        <pc:chgData name="福原　颯(s24d164)" userId="5dad88b0-8d9f-4ea1-b2c6-c10a4d6d0a4a" providerId="ADAL" clId="{96BED9BE-8595-4B5A-B87B-E5B8A021441E}" dt="2025-04-19T07:33:21.474" v="1743" actId="14100"/>
        <pc:sldMkLst>
          <pc:docMk/>
          <pc:sldMk cId="1774343298" sldId="664"/>
        </pc:sldMkLst>
      </pc:sldChg>
      <pc:sldChg chg="modSp add mod">
        <pc:chgData name="福原　颯(s24d164)" userId="5dad88b0-8d9f-4ea1-b2c6-c10a4d6d0a4a" providerId="ADAL" clId="{96BED9BE-8595-4B5A-B87B-E5B8A021441E}" dt="2025-04-19T06:51:24.372" v="1541" actId="5793"/>
        <pc:sldMkLst>
          <pc:docMk/>
          <pc:sldMk cId="2548252875" sldId="665"/>
        </pc:sldMkLst>
      </pc:sldChg>
      <pc:sldChg chg="modSp add mod">
        <pc:chgData name="福原　颯(s24d164)" userId="5dad88b0-8d9f-4ea1-b2c6-c10a4d6d0a4a" providerId="ADAL" clId="{96BED9BE-8595-4B5A-B87B-E5B8A021441E}" dt="2025-04-19T07:02:55.232" v="1597" actId="20577"/>
        <pc:sldMkLst>
          <pc:docMk/>
          <pc:sldMk cId="1207606998" sldId="666"/>
        </pc:sldMkLst>
      </pc:sldChg>
      <pc:sldChg chg="add del">
        <pc:chgData name="福原　颯(s24d164)" userId="5dad88b0-8d9f-4ea1-b2c6-c10a4d6d0a4a" providerId="ADAL" clId="{96BED9BE-8595-4B5A-B87B-E5B8A021441E}" dt="2025-04-19T06:51:19.862" v="1535"/>
        <pc:sldMkLst>
          <pc:docMk/>
          <pc:sldMk cId="3369576319" sldId="666"/>
        </pc:sldMkLst>
      </pc:sldChg>
      <pc:sldChg chg="modSp add mod ord">
        <pc:chgData name="福原　颯(s24d164)" userId="5dad88b0-8d9f-4ea1-b2c6-c10a4d6d0a4a" providerId="ADAL" clId="{96BED9BE-8595-4B5A-B87B-E5B8A021441E}" dt="2025-04-19T08:10:42.329" v="2233"/>
        <pc:sldMkLst>
          <pc:docMk/>
          <pc:sldMk cId="1308966791" sldId="667"/>
        </pc:sldMkLst>
      </pc:sldChg>
      <pc:sldChg chg="modSp add mod">
        <pc:chgData name="福原　颯(s24d164)" userId="5dad88b0-8d9f-4ea1-b2c6-c10a4d6d0a4a" providerId="ADAL" clId="{96BED9BE-8595-4B5A-B87B-E5B8A021441E}" dt="2025-04-19T07:04:26.118" v="1649" actId="20577"/>
        <pc:sldMkLst>
          <pc:docMk/>
          <pc:sldMk cId="1917948682" sldId="668"/>
        </pc:sldMkLst>
      </pc:sldChg>
      <pc:sldChg chg="modSp add del mod">
        <pc:chgData name="福原　颯(s24d164)" userId="5dad88b0-8d9f-4ea1-b2c6-c10a4d6d0a4a" providerId="ADAL" clId="{96BED9BE-8595-4B5A-B87B-E5B8A021441E}" dt="2025-04-19T12:50:39.258" v="2772" actId="2696"/>
        <pc:sldMkLst>
          <pc:docMk/>
          <pc:sldMk cId="3346294482" sldId="669"/>
        </pc:sldMkLst>
      </pc:sldChg>
      <pc:sldChg chg="modSp add mod">
        <pc:chgData name="福原　颯(s24d164)" userId="5dad88b0-8d9f-4ea1-b2c6-c10a4d6d0a4a" providerId="ADAL" clId="{96BED9BE-8595-4B5A-B87B-E5B8A021441E}" dt="2025-04-19T07:07:58.023" v="1692" actId="1035"/>
        <pc:sldMkLst>
          <pc:docMk/>
          <pc:sldMk cId="246713512" sldId="670"/>
        </pc:sldMkLst>
      </pc:sldChg>
      <pc:sldChg chg="addSp delSp modSp add mod">
        <pc:chgData name="福原　颯(s24d164)" userId="5dad88b0-8d9f-4ea1-b2c6-c10a4d6d0a4a" providerId="ADAL" clId="{96BED9BE-8595-4B5A-B87B-E5B8A021441E}" dt="2025-04-19T08:08:08.283" v="2181" actId="1076"/>
        <pc:sldMkLst>
          <pc:docMk/>
          <pc:sldMk cId="2884886546" sldId="671"/>
        </pc:sldMkLst>
      </pc:sldChg>
      <pc:sldChg chg="modSp add mod">
        <pc:chgData name="福原　颯(s24d164)" userId="5dad88b0-8d9f-4ea1-b2c6-c10a4d6d0a4a" providerId="ADAL" clId="{96BED9BE-8595-4B5A-B87B-E5B8A021441E}" dt="2025-04-19T08:07:52.788" v="2161" actId="20577"/>
        <pc:sldMkLst>
          <pc:docMk/>
          <pc:sldMk cId="3207683021" sldId="672"/>
        </pc:sldMkLst>
      </pc:sldChg>
      <pc:sldChg chg="modSp add mod ord">
        <pc:chgData name="福原　颯(s24d164)" userId="5dad88b0-8d9f-4ea1-b2c6-c10a4d6d0a4a" providerId="ADAL" clId="{96BED9BE-8595-4B5A-B87B-E5B8A021441E}" dt="2025-04-19T12:49:56.995" v="2759" actId="113"/>
        <pc:sldMkLst>
          <pc:docMk/>
          <pc:sldMk cId="3691397539" sldId="673"/>
        </pc:sldMkLst>
      </pc:sldChg>
      <pc:sldChg chg="addSp delSp modSp add mod ord">
        <pc:chgData name="福原　颯(s24d164)" userId="5dad88b0-8d9f-4ea1-b2c6-c10a4d6d0a4a" providerId="ADAL" clId="{96BED9BE-8595-4B5A-B87B-E5B8A021441E}" dt="2025-04-19T12:57:01.544" v="2775"/>
        <pc:sldMkLst>
          <pc:docMk/>
          <pc:sldMk cId="1477431819" sldId="674"/>
        </pc:sldMkLst>
      </pc:sldChg>
      <pc:sldChg chg="add">
        <pc:chgData name="福原　颯(s24d164)" userId="5dad88b0-8d9f-4ea1-b2c6-c10a4d6d0a4a" providerId="ADAL" clId="{96BED9BE-8595-4B5A-B87B-E5B8A021441E}" dt="2025-04-19T08:15:20.207" v="2300" actId="2890"/>
        <pc:sldMkLst>
          <pc:docMk/>
          <pc:sldMk cId="3440547638" sldId="675"/>
        </pc:sldMkLst>
      </pc:sldChg>
      <pc:sldChg chg="modSp add mod">
        <pc:chgData name="福原　颯(s24d164)" userId="5dad88b0-8d9f-4ea1-b2c6-c10a4d6d0a4a" providerId="ADAL" clId="{96BED9BE-8595-4B5A-B87B-E5B8A021441E}" dt="2025-04-19T12:50:18.450" v="2770" actId="1035"/>
        <pc:sldMkLst>
          <pc:docMk/>
          <pc:sldMk cId="2670103010" sldId="676"/>
        </pc:sldMkLst>
      </pc:sldChg>
      <pc:sldChg chg="modSp add mod">
        <pc:chgData name="福原　颯(s24d164)" userId="5dad88b0-8d9f-4ea1-b2c6-c10a4d6d0a4a" providerId="ADAL" clId="{96BED9BE-8595-4B5A-B87B-E5B8A021441E}" dt="2025-04-19T12:58:16.854" v="2811" actId="20577"/>
        <pc:sldMkLst>
          <pc:docMk/>
          <pc:sldMk cId="4129552547" sldId="677"/>
        </pc:sldMkLst>
      </pc:sldChg>
      <pc:sldChg chg="addSp delSp modSp add mod modAnim">
        <pc:chgData name="福原　颯(s24d164)" userId="5dad88b0-8d9f-4ea1-b2c6-c10a4d6d0a4a" providerId="ADAL" clId="{96BED9BE-8595-4B5A-B87B-E5B8A021441E}" dt="2025-04-19T13:23:58.834" v="3324" actId="1076"/>
        <pc:sldMkLst>
          <pc:docMk/>
          <pc:sldMk cId="1544789890" sldId="678"/>
        </pc:sldMkLst>
      </pc:sldChg>
      <pc:sldChg chg="addSp modSp add mod ord">
        <pc:chgData name="福原　颯(s24d164)" userId="5dad88b0-8d9f-4ea1-b2c6-c10a4d6d0a4a" providerId="ADAL" clId="{96BED9BE-8595-4B5A-B87B-E5B8A021441E}" dt="2025-04-19T13:26:19.845" v="3355"/>
        <pc:sldMkLst>
          <pc:docMk/>
          <pc:sldMk cId="297312426" sldId="679"/>
        </pc:sldMkLst>
      </pc:sldChg>
      <pc:sldChg chg="modSp add del mod">
        <pc:chgData name="福原　颯(s24d164)" userId="5dad88b0-8d9f-4ea1-b2c6-c10a4d6d0a4a" providerId="ADAL" clId="{96BED9BE-8595-4B5A-B87B-E5B8A021441E}" dt="2025-04-19T13:24:39.427" v="3325" actId="47"/>
        <pc:sldMkLst>
          <pc:docMk/>
          <pc:sldMk cId="2114749100" sldId="679"/>
        </pc:sldMkLst>
      </pc:sldChg>
    </pc:docChg>
  </pc:docChgLst>
  <pc:docChgLst>
    <pc:chgData name="福原　颯(s24d164)" userId="5dad88b0-8d9f-4ea1-b2c6-c10a4d6d0a4a" providerId="ADAL" clId="{614A5EBC-D487-4DE9-BD2A-2B44EB77DE1C}"/>
    <pc:docChg chg="undo custSel addSld modSld">
      <pc:chgData name="福原　颯(s24d164)" userId="5dad88b0-8d9f-4ea1-b2c6-c10a4d6d0a4a" providerId="ADAL" clId="{614A5EBC-D487-4DE9-BD2A-2B44EB77DE1C}" dt="2025-05-17T08:48:47.308" v="447" actId="20577"/>
      <pc:docMkLst>
        <pc:docMk/>
      </pc:docMkLst>
      <pc:sldChg chg="modSp mod">
        <pc:chgData name="福原　颯(s24d164)" userId="5dad88b0-8d9f-4ea1-b2c6-c10a4d6d0a4a" providerId="ADAL" clId="{614A5EBC-D487-4DE9-BD2A-2B44EB77DE1C}" dt="2025-05-17T08:31:31.881" v="96" actId="20577"/>
        <pc:sldMkLst>
          <pc:docMk/>
          <pc:sldMk cId="372302214" sldId="777"/>
        </pc:sldMkLst>
      </pc:sldChg>
      <pc:sldChg chg="modSp mod">
        <pc:chgData name="福原　颯(s24d164)" userId="5dad88b0-8d9f-4ea1-b2c6-c10a4d6d0a4a" providerId="ADAL" clId="{614A5EBC-D487-4DE9-BD2A-2B44EB77DE1C}" dt="2025-05-17T08:35:17.627" v="199" actId="115"/>
        <pc:sldMkLst>
          <pc:docMk/>
          <pc:sldMk cId="1044232084" sldId="779"/>
        </pc:sldMkLst>
      </pc:sldChg>
      <pc:sldChg chg="modSp mod">
        <pc:chgData name="福原　颯(s24d164)" userId="5dad88b0-8d9f-4ea1-b2c6-c10a4d6d0a4a" providerId="ADAL" clId="{614A5EBC-D487-4DE9-BD2A-2B44EB77DE1C}" dt="2025-05-17T08:29:33.269" v="64" actId="20577"/>
        <pc:sldMkLst>
          <pc:docMk/>
          <pc:sldMk cId="3237612359" sldId="783"/>
        </pc:sldMkLst>
      </pc:sldChg>
      <pc:sldChg chg="modSp mod">
        <pc:chgData name="福原　颯(s24d164)" userId="5dad88b0-8d9f-4ea1-b2c6-c10a4d6d0a4a" providerId="ADAL" clId="{614A5EBC-D487-4DE9-BD2A-2B44EB77DE1C}" dt="2025-05-17T08:42:05.251" v="289"/>
        <pc:sldMkLst>
          <pc:docMk/>
          <pc:sldMk cId="337573737" sldId="784"/>
        </pc:sldMkLst>
      </pc:sldChg>
      <pc:sldChg chg="add">
        <pc:chgData name="福原　颯(s24d164)" userId="5dad88b0-8d9f-4ea1-b2c6-c10a4d6d0a4a" providerId="ADAL" clId="{614A5EBC-D487-4DE9-BD2A-2B44EB77DE1C}" dt="2025-05-17T08:22:18.869" v="18"/>
        <pc:sldMkLst>
          <pc:docMk/>
          <pc:sldMk cId="4048241044" sldId="785"/>
        </pc:sldMkLst>
      </pc:sldChg>
      <pc:sldChg chg="add">
        <pc:chgData name="福原　颯(s24d164)" userId="5dad88b0-8d9f-4ea1-b2c6-c10a4d6d0a4a" providerId="ADAL" clId="{614A5EBC-D487-4DE9-BD2A-2B44EB77DE1C}" dt="2025-05-17T08:42:11.473" v="290"/>
        <pc:sldMkLst>
          <pc:docMk/>
          <pc:sldMk cId="2159782941" sldId="786"/>
        </pc:sldMkLst>
      </pc:sldChg>
      <pc:sldChg chg="modSp add mod">
        <pc:chgData name="福原　颯(s24d164)" userId="5dad88b0-8d9f-4ea1-b2c6-c10a4d6d0a4a" providerId="ADAL" clId="{614A5EBC-D487-4DE9-BD2A-2B44EB77DE1C}" dt="2025-05-17T08:48:47.308" v="447" actId="20577"/>
        <pc:sldMkLst>
          <pc:docMk/>
          <pc:sldMk cId="1661080508" sldId="787"/>
        </pc:sldMkLst>
      </pc:sldChg>
    </pc:docChg>
  </pc:docChgLst>
  <pc:docChgLst>
    <pc:chgData name="福原　颯(s24d164)" userId="5dad88b0-8d9f-4ea1-b2c6-c10a4d6d0a4a" providerId="ADAL" clId="{B3175C1D-6E6D-47D8-B964-B85A915674B2}"/>
    <pc:docChg chg="undo custSel addSld delSld modSld">
      <pc:chgData name="福原　颯(s24d164)" userId="5dad88b0-8d9f-4ea1-b2c6-c10a4d6d0a4a" providerId="ADAL" clId="{B3175C1D-6E6D-47D8-B964-B85A915674B2}" dt="2025-05-21T17:36:34.983" v="1075"/>
      <pc:docMkLst>
        <pc:docMk/>
      </pc:docMkLst>
      <pc:sldChg chg="addSp modSp mod modAnim modNotesTx">
        <pc:chgData name="福原　颯(s24d164)" userId="5dad88b0-8d9f-4ea1-b2c6-c10a4d6d0a4a" providerId="ADAL" clId="{B3175C1D-6E6D-47D8-B964-B85A915674B2}" dt="2025-05-21T17:36:34.983" v="1075"/>
        <pc:sldMkLst>
          <pc:docMk/>
          <pc:sldMk cId="249835358" sldId="762"/>
        </pc:sldMkLst>
      </pc:sldChg>
      <pc:sldChg chg="addSp delSp modSp mod modNotesTx">
        <pc:chgData name="福原　颯(s24d164)" userId="5dad88b0-8d9f-4ea1-b2c6-c10a4d6d0a4a" providerId="ADAL" clId="{B3175C1D-6E6D-47D8-B964-B85A915674B2}" dt="2025-05-21T17:22:58.712" v="1052" actId="20577"/>
        <pc:sldMkLst>
          <pc:docMk/>
          <pc:sldMk cId="1067871787" sldId="768"/>
        </pc:sldMkLst>
      </pc:sldChg>
      <pc:sldChg chg="modNotesTx">
        <pc:chgData name="福原　颯(s24d164)" userId="5dad88b0-8d9f-4ea1-b2c6-c10a4d6d0a4a" providerId="ADAL" clId="{B3175C1D-6E6D-47D8-B964-B85A915674B2}" dt="2025-05-21T17:22:19.094" v="1029" actId="20577"/>
        <pc:sldMkLst>
          <pc:docMk/>
          <pc:sldMk cId="3516470228" sldId="769"/>
        </pc:sldMkLst>
      </pc:sldChg>
      <pc:sldChg chg="modSp mod">
        <pc:chgData name="福原　颯(s24d164)" userId="5dad88b0-8d9f-4ea1-b2c6-c10a4d6d0a4a" providerId="ADAL" clId="{B3175C1D-6E6D-47D8-B964-B85A915674B2}" dt="2025-05-21T16:33:23.854" v="35" actId="20577"/>
        <pc:sldMkLst>
          <pc:docMk/>
          <pc:sldMk cId="372302214" sldId="777"/>
        </pc:sldMkLst>
      </pc:sldChg>
      <pc:sldChg chg="modSp modNotesTx">
        <pc:chgData name="福原　颯(s24d164)" userId="5dad88b0-8d9f-4ea1-b2c6-c10a4d6d0a4a" providerId="ADAL" clId="{B3175C1D-6E6D-47D8-B964-B85A915674B2}" dt="2025-05-21T16:34:15.694" v="76" actId="20577"/>
        <pc:sldMkLst>
          <pc:docMk/>
          <pc:sldMk cId="928857032" sldId="778"/>
        </pc:sldMkLst>
      </pc:sldChg>
      <pc:sldChg chg="modSp mod modNotesTx">
        <pc:chgData name="福原　颯(s24d164)" userId="5dad88b0-8d9f-4ea1-b2c6-c10a4d6d0a4a" providerId="ADAL" clId="{B3175C1D-6E6D-47D8-B964-B85A915674B2}" dt="2025-05-21T16:38:37.083" v="229" actId="20577"/>
        <pc:sldMkLst>
          <pc:docMk/>
          <pc:sldMk cId="1805178099" sldId="816"/>
        </pc:sldMkLst>
      </pc:sldChg>
      <pc:sldChg chg="modSp del mod modNotesTx">
        <pc:chgData name="福原　颯(s24d164)" userId="5dad88b0-8d9f-4ea1-b2c6-c10a4d6d0a4a" providerId="ADAL" clId="{B3175C1D-6E6D-47D8-B964-B85A915674B2}" dt="2025-05-21T17:01:54.947" v="339" actId="47"/>
        <pc:sldMkLst>
          <pc:docMk/>
          <pc:sldMk cId="1263326900" sldId="843"/>
        </pc:sldMkLst>
      </pc:sldChg>
      <pc:sldChg chg="modSp">
        <pc:chgData name="福原　颯(s24d164)" userId="5dad88b0-8d9f-4ea1-b2c6-c10a4d6d0a4a" providerId="ADAL" clId="{B3175C1D-6E6D-47D8-B964-B85A915674B2}" dt="2025-05-21T16:34:41.364" v="93" actId="20577"/>
        <pc:sldMkLst>
          <pc:docMk/>
          <pc:sldMk cId="4022854633" sldId="847"/>
        </pc:sldMkLst>
      </pc:sldChg>
      <pc:sldChg chg="addSp modSp mod">
        <pc:chgData name="福原　颯(s24d164)" userId="5dad88b0-8d9f-4ea1-b2c6-c10a4d6d0a4a" providerId="ADAL" clId="{B3175C1D-6E6D-47D8-B964-B85A915674B2}" dt="2025-05-21T16:36:04.724" v="126" actId="20577"/>
        <pc:sldMkLst>
          <pc:docMk/>
          <pc:sldMk cId="2085457544" sldId="851"/>
        </pc:sldMkLst>
      </pc:sldChg>
      <pc:sldChg chg="addSp modSp del mod">
        <pc:chgData name="福原　颯(s24d164)" userId="5dad88b0-8d9f-4ea1-b2c6-c10a4d6d0a4a" providerId="ADAL" clId="{B3175C1D-6E6D-47D8-B964-B85A915674B2}" dt="2025-05-21T16:39:48.790" v="239" actId="47"/>
        <pc:sldMkLst>
          <pc:docMk/>
          <pc:sldMk cId="2073588060" sldId="853"/>
        </pc:sldMkLst>
      </pc:sldChg>
      <pc:sldChg chg="modSp">
        <pc:chgData name="福原　颯(s24d164)" userId="5dad88b0-8d9f-4ea1-b2c6-c10a4d6d0a4a" providerId="ADAL" clId="{B3175C1D-6E6D-47D8-B964-B85A915674B2}" dt="2025-05-21T16:37:29.789" v="172"/>
        <pc:sldMkLst>
          <pc:docMk/>
          <pc:sldMk cId="1254780454" sldId="854"/>
        </pc:sldMkLst>
      </pc:sldChg>
      <pc:sldChg chg="modSp add mod modAnim">
        <pc:chgData name="福原　颯(s24d164)" userId="5dad88b0-8d9f-4ea1-b2c6-c10a4d6d0a4a" providerId="ADAL" clId="{B3175C1D-6E6D-47D8-B964-B85A915674B2}" dt="2025-05-21T16:39:39.524" v="238"/>
        <pc:sldMkLst>
          <pc:docMk/>
          <pc:sldMk cId="3421327457" sldId="856"/>
        </pc:sldMkLst>
      </pc:sldChg>
      <pc:sldChg chg="modSp add mod">
        <pc:chgData name="福原　颯(s24d164)" userId="5dad88b0-8d9f-4ea1-b2c6-c10a4d6d0a4a" providerId="ADAL" clId="{B3175C1D-6E6D-47D8-B964-B85A915674B2}" dt="2025-05-21T17:01:25.793" v="338" actId="403"/>
        <pc:sldMkLst>
          <pc:docMk/>
          <pc:sldMk cId="801973835" sldId="857"/>
        </pc:sldMkLst>
      </pc:sldChg>
      <pc:sldChg chg="addSp delSp modSp add mod modNotesTx">
        <pc:chgData name="福原　颯(s24d164)" userId="5dad88b0-8d9f-4ea1-b2c6-c10a4d6d0a4a" providerId="ADAL" clId="{B3175C1D-6E6D-47D8-B964-B85A915674B2}" dt="2025-05-21T17:23:05.985" v="1061" actId="20577"/>
        <pc:sldMkLst>
          <pc:docMk/>
          <pc:sldMk cId="2594906814" sldId="858"/>
        </pc:sldMkLst>
      </pc:sldChg>
    </pc:docChg>
  </pc:docChgLst>
  <pc:docChgLst>
    <pc:chgData name="福原　颯(s24d164)" userId="5dad88b0-8d9f-4ea1-b2c6-c10a4d6d0a4a" providerId="ADAL" clId="{571271B5-7133-4B32-9700-DD686614BF35}"/>
    <pc:docChg chg="modSld">
      <pc:chgData name="福原　颯(s24d164)" userId="5dad88b0-8d9f-4ea1-b2c6-c10a4d6d0a4a" providerId="ADAL" clId="{571271B5-7133-4B32-9700-DD686614BF35}" dt="2025-02-21T00:57:51.833" v="37" actId="20577"/>
      <pc:docMkLst>
        <pc:docMk/>
      </pc:docMkLst>
      <pc:sldChg chg="modNotesTx">
        <pc:chgData name="福原　颯(s24d164)" userId="5dad88b0-8d9f-4ea1-b2c6-c10a4d6d0a4a" providerId="ADAL" clId="{571271B5-7133-4B32-9700-DD686614BF35}" dt="2025-02-21T00:55:44.015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571271B5-7133-4B32-9700-DD686614BF35}" dt="2025-02-21T00:55:50.866" v="2" actId="20577"/>
        <pc:sldMkLst>
          <pc:docMk/>
          <pc:sldMk cId="545113248" sldId="449"/>
        </pc:sldMkLst>
      </pc:sldChg>
      <pc:sldChg chg="modNotesTx">
        <pc:chgData name="福原　颯(s24d164)" userId="5dad88b0-8d9f-4ea1-b2c6-c10a4d6d0a4a" providerId="ADAL" clId="{571271B5-7133-4B32-9700-DD686614BF35}" dt="2025-02-21T00:55:47.455" v="1" actId="20577"/>
        <pc:sldMkLst>
          <pc:docMk/>
          <pc:sldMk cId="3201525150" sldId="508"/>
        </pc:sldMkLst>
      </pc:sldChg>
      <pc:sldChg chg="modNotesTx">
        <pc:chgData name="福原　颯(s24d164)" userId="5dad88b0-8d9f-4ea1-b2c6-c10a4d6d0a4a" providerId="ADAL" clId="{571271B5-7133-4B32-9700-DD686614BF35}" dt="2025-02-21T00:55:52.982" v="3" actId="20577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571271B5-7133-4B32-9700-DD686614BF35}" dt="2025-02-21T00:55:57.020" v="4" actId="20577"/>
        <pc:sldMkLst>
          <pc:docMk/>
          <pc:sldMk cId="3274072135" sldId="513"/>
        </pc:sldMkLst>
      </pc:sldChg>
      <pc:sldChg chg="modNotesTx">
        <pc:chgData name="福原　颯(s24d164)" userId="5dad88b0-8d9f-4ea1-b2c6-c10a4d6d0a4a" providerId="ADAL" clId="{571271B5-7133-4B32-9700-DD686614BF35}" dt="2025-02-21T00:56:10.841" v="8" actId="20577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571271B5-7133-4B32-9700-DD686614BF35}" dt="2025-02-21T00:56:25.408" v="12" actId="20577"/>
        <pc:sldMkLst>
          <pc:docMk/>
          <pc:sldMk cId="707447553" sldId="517"/>
        </pc:sldMkLst>
      </pc:sldChg>
      <pc:sldChg chg="modNotesTx">
        <pc:chgData name="福原　颯(s24d164)" userId="5dad88b0-8d9f-4ea1-b2c6-c10a4d6d0a4a" providerId="ADAL" clId="{571271B5-7133-4B32-9700-DD686614BF35}" dt="2025-02-21T00:56:05.454" v="6" actId="20577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571271B5-7133-4B32-9700-DD686614BF35}" dt="2025-02-21T00:56:13.441" v="9" actId="20577"/>
        <pc:sldMkLst>
          <pc:docMk/>
          <pc:sldMk cId="926834026" sldId="522"/>
        </pc:sldMkLst>
      </pc:sldChg>
      <pc:sldChg chg="modNotesTx">
        <pc:chgData name="福原　颯(s24d164)" userId="5dad88b0-8d9f-4ea1-b2c6-c10a4d6d0a4a" providerId="ADAL" clId="{571271B5-7133-4B32-9700-DD686614BF35}" dt="2025-02-21T00:56:15.619" v="10" actId="20577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571271B5-7133-4B32-9700-DD686614BF35}" dt="2025-02-21T00:56:30.498" v="14" actId="20577"/>
        <pc:sldMkLst>
          <pc:docMk/>
          <pc:sldMk cId="1777063703" sldId="531"/>
        </pc:sldMkLst>
      </pc:sldChg>
      <pc:sldChg chg="modNotesTx">
        <pc:chgData name="福原　颯(s24d164)" userId="5dad88b0-8d9f-4ea1-b2c6-c10a4d6d0a4a" providerId="ADAL" clId="{571271B5-7133-4B32-9700-DD686614BF35}" dt="2025-02-21T00:56:22.172" v="11" actId="20577"/>
        <pc:sldMkLst>
          <pc:docMk/>
          <pc:sldMk cId="3754821337" sldId="532"/>
        </pc:sldMkLst>
      </pc:sldChg>
      <pc:sldChg chg="modNotesTx">
        <pc:chgData name="福原　颯(s24d164)" userId="5dad88b0-8d9f-4ea1-b2c6-c10a4d6d0a4a" providerId="ADAL" clId="{571271B5-7133-4B32-9700-DD686614BF35}" dt="2025-02-21T00:56:41.461" v="17" actId="20577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571271B5-7133-4B32-9700-DD686614BF35}" dt="2025-02-21T00:56:36.314" v="15" actId="20577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571271B5-7133-4B32-9700-DD686614BF35}" dt="2025-02-21T00:56:38.962" v="16" actId="20577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571271B5-7133-4B32-9700-DD686614BF35}" dt="2025-02-21T00:56:46.722" v="18" actId="20577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571271B5-7133-4B32-9700-DD686614BF35}" dt="2025-02-21T00:56:49.597" v="19" actId="20577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571271B5-7133-4B32-9700-DD686614BF35}" dt="2025-02-21T00:56:58.335" v="21" actId="20577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571271B5-7133-4B32-9700-DD686614BF35}" dt="2025-02-21T00:57:00.878" v="22" actId="20577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571271B5-7133-4B32-9700-DD686614BF35}" dt="2025-02-21T00:57:09.600" v="23" actId="20577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571271B5-7133-4B32-9700-DD686614BF35}" dt="2025-02-21T00:57:12.948" v="24" actId="20577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571271B5-7133-4B32-9700-DD686614BF35}" dt="2025-02-21T00:57:27.776" v="28" actId="20577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571271B5-7133-4B32-9700-DD686614BF35}" dt="2025-02-21T00:57:29.601" v="29" actId="20577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571271B5-7133-4B32-9700-DD686614BF35}" dt="2025-02-21T00:56:27.497" v="13" actId="20577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571271B5-7133-4B32-9700-DD686614BF35}" dt="2025-02-21T00:57:31.720" v="30" actId="20577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571271B5-7133-4B32-9700-DD686614BF35}" dt="2025-02-21T00:57:33.463" v="31" actId="20577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571271B5-7133-4B32-9700-DD686614BF35}" dt="2025-02-21T00:57:37.407" v="32" actId="20577"/>
        <pc:sldMkLst>
          <pc:docMk/>
          <pc:sldMk cId="561060879" sldId="553"/>
        </pc:sldMkLst>
      </pc:sldChg>
      <pc:sldChg chg="modNotesTx">
        <pc:chgData name="福原　颯(s24d164)" userId="5dad88b0-8d9f-4ea1-b2c6-c10a4d6d0a4a" providerId="ADAL" clId="{571271B5-7133-4B32-9700-DD686614BF35}" dt="2025-02-21T00:57:41.179" v="33" actId="20577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571271B5-7133-4B32-9700-DD686614BF35}" dt="2025-02-21T00:57:43.149" v="34" actId="20577"/>
        <pc:sldMkLst>
          <pc:docMk/>
          <pc:sldMk cId="1399150608" sldId="559"/>
        </pc:sldMkLst>
      </pc:sldChg>
      <pc:sldChg chg="modNotesTx">
        <pc:chgData name="福原　颯(s24d164)" userId="5dad88b0-8d9f-4ea1-b2c6-c10a4d6d0a4a" providerId="ADAL" clId="{571271B5-7133-4B32-9700-DD686614BF35}" dt="2025-02-21T00:57:49.633" v="36" actId="20577"/>
        <pc:sldMkLst>
          <pc:docMk/>
          <pc:sldMk cId="411907626" sldId="563"/>
        </pc:sldMkLst>
      </pc:sldChg>
      <pc:sldChg chg="modNotesTx">
        <pc:chgData name="福原　颯(s24d164)" userId="5dad88b0-8d9f-4ea1-b2c6-c10a4d6d0a4a" providerId="ADAL" clId="{571271B5-7133-4B32-9700-DD686614BF35}" dt="2025-02-21T00:57:45.203" v="35" actId="20577"/>
        <pc:sldMkLst>
          <pc:docMk/>
          <pc:sldMk cId="2608318930" sldId="565"/>
        </pc:sldMkLst>
      </pc:sldChg>
      <pc:sldChg chg="modNotesTx">
        <pc:chgData name="福原　颯(s24d164)" userId="5dad88b0-8d9f-4ea1-b2c6-c10a4d6d0a4a" providerId="ADAL" clId="{571271B5-7133-4B32-9700-DD686614BF35}" dt="2025-02-21T00:55:59.358" v="5" actId="20577"/>
        <pc:sldMkLst>
          <pc:docMk/>
          <pc:sldMk cId="2689712002" sldId="567"/>
        </pc:sldMkLst>
      </pc:sldChg>
      <pc:sldChg chg="modNotesTx">
        <pc:chgData name="福原　颯(s24d164)" userId="5dad88b0-8d9f-4ea1-b2c6-c10a4d6d0a4a" providerId="ADAL" clId="{571271B5-7133-4B32-9700-DD686614BF35}" dt="2025-02-21T00:56:51.954" v="20" actId="20577"/>
        <pc:sldMkLst>
          <pc:docMk/>
          <pc:sldMk cId="1971853744" sldId="568"/>
        </pc:sldMkLst>
      </pc:sldChg>
      <pc:sldChg chg="modNotesTx">
        <pc:chgData name="福原　颯(s24d164)" userId="5dad88b0-8d9f-4ea1-b2c6-c10a4d6d0a4a" providerId="ADAL" clId="{571271B5-7133-4B32-9700-DD686614BF35}" dt="2025-02-21T00:57:20.346" v="26" actId="20577"/>
        <pc:sldMkLst>
          <pc:docMk/>
          <pc:sldMk cId="3579389821" sldId="569"/>
        </pc:sldMkLst>
      </pc:sldChg>
      <pc:sldChg chg="modNotesTx">
        <pc:chgData name="福原　颯(s24d164)" userId="5dad88b0-8d9f-4ea1-b2c6-c10a4d6d0a4a" providerId="ADAL" clId="{571271B5-7133-4B32-9700-DD686614BF35}" dt="2025-02-21T00:57:22.677" v="27" actId="20577"/>
        <pc:sldMkLst>
          <pc:docMk/>
          <pc:sldMk cId="1542109834" sldId="570"/>
        </pc:sldMkLst>
      </pc:sldChg>
      <pc:sldChg chg="modNotesTx">
        <pc:chgData name="福原　颯(s24d164)" userId="5dad88b0-8d9f-4ea1-b2c6-c10a4d6d0a4a" providerId="ADAL" clId="{571271B5-7133-4B32-9700-DD686614BF35}" dt="2025-02-21T00:57:51.833" v="37" actId="20577"/>
        <pc:sldMkLst>
          <pc:docMk/>
          <pc:sldMk cId="4205508689" sldId="572"/>
        </pc:sldMkLst>
      </pc:sldChg>
      <pc:sldChg chg="modNotesTx">
        <pc:chgData name="福原　颯(s24d164)" userId="5dad88b0-8d9f-4ea1-b2c6-c10a4d6d0a4a" providerId="ADAL" clId="{571271B5-7133-4B32-9700-DD686614BF35}" dt="2025-02-21T00:56:07.292" v="7" actId="20577"/>
        <pc:sldMkLst>
          <pc:docMk/>
          <pc:sldMk cId="2809066448" sldId="573"/>
        </pc:sldMkLst>
      </pc:sldChg>
      <pc:sldChg chg="modNotesTx">
        <pc:chgData name="福原　颯(s24d164)" userId="5dad88b0-8d9f-4ea1-b2c6-c10a4d6d0a4a" providerId="ADAL" clId="{571271B5-7133-4B32-9700-DD686614BF35}" dt="2025-02-21T00:57:15.146" v="25" actId="20577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6197501D-1937-4564-A2D4-18A52967BC1D}"/>
    <pc:docChg chg="undo custSel addSld delSld modSld sldOrd">
      <pc:chgData name="福原　颯(s24d164)" userId="5dad88b0-8d9f-4ea1-b2c6-c10a4d6d0a4a" providerId="ADAL" clId="{6197501D-1937-4564-A2D4-18A52967BC1D}" dt="2025-05-21T23:42:53.971" v="5078" actId="20577"/>
      <pc:docMkLst>
        <pc:docMk/>
      </pc:docMkLst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347730015" sldId="72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70641243" sldId="72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641118007" sldId="72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697052301" sldId="73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56421823" sldId="75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12599749" sldId="755"/>
        </pc:sldMkLst>
      </pc:sldChg>
      <pc:sldChg chg="modNotesTx">
        <pc:chgData name="福原　颯(s24d164)" userId="5dad88b0-8d9f-4ea1-b2c6-c10a4d6d0a4a" providerId="ADAL" clId="{6197501D-1937-4564-A2D4-18A52967BC1D}" dt="2025-05-21T22:47:17.938" v="4791" actId="20577"/>
        <pc:sldMkLst>
          <pc:docMk/>
          <pc:sldMk cId="3833613617" sldId="756"/>
        </pc:sldMkLst>
      </pc:sldChg>
      <pc:sldChg chg="modSp mod ord">
        <pc:chgData name="福原　颯(s24d164)" userId="5dad88b0-8d9f-4ea1-b2c6-c10a4d6d0a4a" providerId="ADAL" clId="{6197501D-1937-4564-A2D4-18A52967BC1D}" dt="2025-05-21T22:48:29.685" v="4846" actId="115"/>
        <pc:sldMkLst>
          <pc:docMk/>
          <pc:sldMk cId="1232371135" sldId="757"/>
        </pc:sldMkLst>
      </pc:sldChg>
      <pc:sldChg chg="addSp delSp modSp mod">
        <pc:chgData name="福原　颯(s24d164)" userId="5dad88b0-8d9f-4ea1-b2c6-c10a4d6d0a4a" providerId="ADAL" clId="{6197501D-1937-4564-A2D4-18A52967BC1D}" dt="2025-05-21T21:27:47.956" v="3486" actId="571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47702723" sldId="75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43156960" sldId="76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876460111" sldId="76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482301737" sldId="76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97923385" sldId="76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32690430" sldId="76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13075092" sldId="766"/>
        </pc:sldMkLst>
      </pc:sldChg>
      <pc:sldChg chg="modSp mod">
        <pc:chgData name="福原　颯(s24d164)" userId="5dad88b0-8d9f-4ea1-b2c6-c10a4d6d0a4a" providerId="ADAL" clId="{6197501D-1937-4564-A2D4-18A52967BC1D}" dt="2025-05-21T22:35:02.479" v="4452" actId="5793"/>
        <pc:sldMkLst>
          <pc:docMk/>
          <pc:sldMk cId="1067871787" sldId="768"/>
        </pc:sldMkLst>
      </pc:sldChg>
      <pc:sldChg chg="modSp modNotesTx">
        <pc:chgData name="福原　颯(s24d164)" userId="5dad88b0-8d9f-4ea1-b2c6-c10a4d6d0a4a" providerId="ADAL" clId="{6197501D-1937-4564-A2D4-18A52967BC1D}" dt="2025-05-21T22:35:29.649" v="4470" actId="20577"/>
        <pc:sldMkLst>
          <pc:docMk/>
          <pc:sldMk cId="3516470228" sldId="769"/>
        </pc:sldMkLst>
      </pc:sldChg>
      <pc:sldChg chg="modSp mod modNotesTx">
        <pc:chgData name="福原　颯(s24d164)" userId="5dad88b0-8d9f-4ea1-b2c6-c10a4d6d0a4a" providerId="ADAL" clId="{6197501D-1937-4564-A2D4-18A52967BC1D}" dt="2025-05-21T23:21:38.027" v="5023" actId="12"/>
        <pc:sldMkLst>
          <pc:docMk/>
          <pc:sldMk cId="2662678024" sldId="770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4:26.793" v="4694" actId="207"/>
        <pc:sldMkLst>
          <pc:docMk/>
          <pc:sldMk cId="1163437332" sldId="771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5:50.129" v="4704"/>
        <pc:sldMkLst>
          <pc:docMk/>
          <pc:sldMk cId="1210146090" sldId="772"/>
        </pc:sldMkLst>
      </pc:sldChg>
      <pc:sldChg chg="addSp delSp modSp del mod modNotesTx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77064745" sldId="773"/>
        </pc:sldMkLst>
      </pc:sldChg>
      <pc:sldChg chg="addSp modSp mod modNotesTx">
        <pc:chgData name="福原　颯(s24d164)" userId="5dad88b0-8d9f-4ea1-b2c6-c10a4d6d0a4a" providerId="ADAL" clId="{6197501D-1937-4564-A2D4-18A52967BC1D}" dt="2025-05-21T22:27:06.296" v="3796" actId="20577"/>
        <pc:sldMkLst>
          <pc:docMk/>
          <pc:sldMk cId="3638264233" sldId="774"/>
        </pc:sldMkLst>
      </pc:sldChg>
      <pc:sldChg chg="modSp mod modNotesTx">
        <pc:chgData name="福原　颯(s24d164)" userId="5dad88b0-8d9f-4ea1-b2c6-c10a4d6d0a4a" providerId="ADAL" clId="{6197501D-1937-4564-A2D4-18A52967BC1D}" dt="2025-05-21T22:34:30.284" v="4438" actId="20577"/>
        <pc:sldMkLst>
          <pc:docMk/>
          <pc:sldMk cId="1123830566" sldId="775"/>
        </pc:sldMkLst>
      </pc:sldChg>
      <pc:sldChg chg="modSp">
        <pc:chgData name="福原　颯(s24d164)" userId="5dad88b0-8d9f-4ea1-b2c6-c10a4d6d0a4a" providerId="ADAL" clId="{6197501D-1937-4564-A2D4-18A52967BC1D}" dt="2025-05-21T20:54:29.517" v="3096" actId="20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6197501D-1937-4564-A2D4-18A52967BC1D}" dt="2025-05-21T23:20:13.701" v="4983" actId="20577"/>
        <pc:sldMkLst>
          <pc:docMk/>
          <pc:sldMk cId="1805178099" sldId="816"/>
        </pc:sldMkLst>
      </pc:sldChg>
      <pc:sldChg chg="modNotesTx">
        <pc:chgData name="福原　颯(s24d164)" userId="5dad88b0-8d9f-4ea1-b2c6-c10a4d6d0a4a" providerId="ADAL" clId="{6197501D-1937-4564-A2D4-18A52967BC1D}" dt="2025-05-21T20:50:13.197" v="3002" actId="20577"/>
        <pc:sldMkLst>
          <pc:docMk/>
          <pc:sldMk cId="4135745768" sldId="828"/>
        </pc:sldMkLst>
      </pc:sldChg>
      <pc:sldChg chg="modNotesTx">
        <pc:chgData name="福原　颯(s24d164)" userId="5dad88b0-8d9f-4ea1-b2c6-c10a4d6d0a4a" providerId="ADAL" clId="{6197501D-1937-4564-A2D4-18A52967BC1D}" dt="2025-05-21T20:50:05.127" v="2971" actId="20577"/>
        <pc:sldMkLst>
          <pc:docMk/>
          <pc:sldMk cId="1915086389" sldId="830"/>
        </pc:sldMkLst>
      </pc:sldChg>
      <pc:sldChg chg="modNotesTx">
        <pc:chgData name="福原　颯(s24d164)" userId="5dad88b0-8d9f-4ea1-b2c6-c10a4d6d0a4a" providerId="ADAL" clId="{6197501D-1937-4564-A2D4-18A52967BC1D}" dt="2025-05-21T20:51:20.936" v="3025" actId="20577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6197501D-1937-4564-A2D4-18A52967BC1D}" dt="2025-05-21T20:51:39.942" v="3027" actId="20577"/>
        <pc:sldMkLst>
          <pc:docMk/>
          <pc:sldMk cId="2710896411" sldId="833"/>
        </pc:sldMkLst>
      </pc:sldChg>
      <pc:sldChg chg="modSp mod modNotesTx">
        <pc:chgData name="福原　颯(s24d164)" userId="5dad88b0-8d9f-4ea1-b2c6-c10a4d6d0a4a" providerId="ADAL" clId="{6197501D-1937-4564-A2D4-18A52967BC1D}" dt="2025-05-21T22:33:16.844" v="4412" actId="20577"/>
        <pc:sldMkLst>
          <pc:docMk/>
          <pc:sldMk cId="242336293" sldId="840"/>
        </pc:sldMkLst>
      </pc:sldChg>
      <pc:sldChg chg="modNotesTx">
        <pc:chgData name="福原　颯(s24d164)" userId="5dad88b0-8d9f-4ea1-b2c6-c10a4d6d0a4a" providerId="ADAL" clId="{6197501D-1937-4564-A2D4-18A52967BC1D}" dt="2025-05-21T20:50:48.024" v="3013" actId="20577"/>
        <pc:sldMkLst>
          <pc:docMk/>
          <pc:sldMk cId="2028234339" sldId="841"/>
        </pc:sldMkLst>
      </pc:sldChg>
      <pc:sldChg chg="modNotesTx">
        <pc:chgData name="福原　颯(s24d164)" userId="5dad88b0-8d9f-4ea1-b2c6-c10a4d6d0a4a" providerId="ADAL" clId="{6197501D-1937-4564-A2D4-18A52967BC1D}" dt="2025-05-21T20:50:54.120" v="3014" actId="20577"/>
        <pc:sldMkLst>
          <pc:docMk/>
          <pc:sldMk cId="1331827825" sldId="842"/>
        </pc:sldMkLst>
      </pc:sldChg>
      <pc:sldChg chg="modNotesTx">
        <pc:chgData name="福原　颯(s24d164)" userId="5dad88b0-8d9f-4ea1-b2c6-c10a4d6d0a4a" providerId="ADAL" clId="{6197501D-1937-4564-A2D4-18A52967BC1D}" dt="2025-05-21T20:53:25.446" v="3090" actId="20577"/>
        <pc:sldMkLst>
          <pc:docMk/>
          <pc:sldMk cId="1085557549" sldId="844"/>
        </pc:sldMkLst>
      </pc:sldChg>
      <pc:sldChg chg="modSp modNotesTx">
        <pc:chgData name="福原　颯(s24d164)" userId="5dad88b0-8d9f-4ea1-b2c6-c10a4d6d0a4a" providerId="ADAL" clId="{6197501D-1937-4564-A2D4-18A52967BC1D}" dt="2025-05-21T20:54:56.716" v="3112" actId="115"/>
        <pc:sldMkLst>
          <pc:docMk/>
          <pc:sldMk cId="4022854633" sldId="847"/>
        </pc:sldMkLst>
      </pc:sldChg>
      <pc:sldChg chg="modNotesTx">
        <pc:chgData name="福原　颯(s24d164)" userId="5dad88b0-8d9f-4ea1-b2c6-c10a4d6d0a4a" providerId="ADAL" clId="{6197501D-1937-4564-A2D4-18A52967BC1D}" dt="2025-05-21T20:55:33.546" v="3115" actId="113"/>
        <pc:sldMkLst>
          <pc:docMk/>
          <pc:sldMk cId="3325721506" sldId="848"/>
        </pc:sldMkLst>
      </pc:sldChg>
      <pc:sldChg chg="modNotesTx">
        <pc:chgData name="福原　颯(s24d164)" userId="5dad88b0-8d9f-4ea1-b2c6-c10a4d6d0a4a" providerId="ADAL" clId="{6197501D-1937-4564-A2D4-18A52967BC1D}" dt="2025-05-21T20:55:49.533" v="3118" actId="20577"/>
        <pc:sldMkLst>
          <pc:docMk/>
          <pc:sldMk cId="174080467" sldId="850"/>
        </pc:sldMkLst>
      </pc:sldChg>
      <pc:sldChg chg="modSp mod modNotesTx">
        <pc:chgData name="福原　颯(s24d164)" userId="5dad88b0-8d9f-4ea1-b2c6-c10a4d6d0a4a" providerId="ADAL" clId="{6197501D-1937-4564-A2D4-18A52967BC1D}" dt="2025-05-21T23:19:31.298" v="4967" actId="20577"/>
        <pc:sldMkLst>
          <pc:docMk/>
          <pc:sldMk cId="2085457544" sldId="851"/>
        </pc:sldMkLst>
      </pc:sldChg>
      <pc:sldChg chg="modSp modNotesTx">
        <pc:chgData name="福原　颯(s24d164)" userId="5dad88b0-8d9f-4ea1-b2c6-c10a4d6d0a4a" providerId="ADAL" clId="{6197501D-1937-4564-A2D4-18A52967BC1D}" dt="2025-05-21T21:23:20.796" v="3398" actId="115"/>
        <pc:sldMkLst>
          <pc:docMk/>
          <pc:sldMk cId="446647372" sldId="852"/>
        </pc:sldMkLst>
      </pc:sldChg>
      <pc:sldChg chg="addSp modSp mod modAnim">
        <pc:chgData name="福原　颯(s24d164)" userId="5dad88b0-8d9f-4ea1-b2c6-c10a4d6d0a4a" providerId="ADAL" clId="{6197501D-1937-4564-A2D4-18A52967BC1D}" dt="2025-05-21T23:42:40.143" v="5066" actId="115"/>
        <pc:sldMkLst>
          <pc:docMk/>
          <pc:sldMk cId="1254780454" sldId="854"/>
        </pc:sldMkLst>
      </pc:sldChg>
      <pc:sldChg chg="modNotesTx">
        <pc:chgData name="福原　颯(s24d164)" userId="5dad88b0-8d9f-4ea1-b2c6-c10a4d6d0a4a" providerId="ADAL" clId="{6197501D-1937-4564-A2D4-18A52967BC1D}" dt="2025-05-21T23:42:53.971" v="5078" actId="20577"/>
        <pc:sldMkLst>
          <pc:docMk/>
          <pc:sldMk cId="1717734276" sldId="855"/>
        </pc:sldMkLst>
      </pc:sldChg>
      <pc:sldChg chg="modNotesTx">
        <pc:chgData name="福原　颯(s24d164)" userId="5dad88b0-8d9f-4ea1-b2c6-c10a4d6d0a4a" providerId="ADAL" clId="{6197501D-1937-4564-A2D4-18A52967BC1D}" dt="2025-05-21T21:23:33.747" v="3415" actId="20577"/>
        <pc:sldMkLst>
          <pc:docMk/>
          <pc:sldMk cId="3421327457" sldId="856"/>
        </pc:sldMkLst>
      </pc:sldChg>
      <pc:sldChg chg="modSp mod modNotesTx">
        <pc:chgData name="福原　颯(s24d164)" userId="5dad88b0-8d9f-4ea1-b2c6-c10a4d6d0a4a" providerId="ADAL" clId="{6197501D-1937-4564-A2D4-18A52967BC1D}" dt="2025-05-21T20:53:00.439" v="3089" actId="20577"/>
        <pc:sldMkLst>
          <pc:docMk/>
          <pc:sldMk cId="801973835" sldId="857"/>
        </pc:sldMkLst>
      </pc:sldChg>
      <pc:sldChg chg="modSp mod">
        <pc:chgData name="福原　颯(s24d164)" userId="5dad88b0-8d9f-4ea1-b2c6-c10a4d6d0a4a" providerId="ADAL" clId="{6197501D-1937-4564-A2D4-18A52967BC1D}" dt="2025-05-21T22:35:14.551" v="4467" actId="20577"/>
        <pc:sldMkLst>
          <pc:docMk/>
          <pc:sldMk cId="2594906814" sldId="858"/>
        </pc:sldMkLst>
      </pc:sldChg>
      <pc:sldChg chg="addSp delSp modSp add mod modNotesTx">
        <pc:chgData name="福原　颯(s24d164)" userId="5dad88b0-8d9f-4ea1-b2c6-c10a4d6d0a4a" providerId="ADAL" clId="{6197501D-1937-4564-A2D4-18A52967BC1D}" dt="2025-05-21T23:16:20.621" v="4851" actId="12"/>
        <pc:sldMkLst>
          <pc:docMk/>
          <pc:sldMk cId="2553344157" sldId="859"/>
        </pc:sldMkLst>
      </pc:sldChg>
      <pc:sldChg chg="add del">
        <pc:chgData name="福原　颯(s24d164)" userId="5dad88b0-8d9f-4ea1-b2c6-c10a4d6d0a4a" providerId="ADAL" clId="{6197501D-1937-4564-A2D4-18A52967BC1D}" dt="2025-05-21T18:53:03.385" v="1711" actId="47"/>
        <pc:sldMkLst>
          <pc:docMk/>
          <pc:sldMk cId="3805602905" sldId="860"/>
        </pc:sldMkLst>
      </pc:sldChg>
    </pc:docChg>
  </pc:docChgLst>
  <pc:docChgLst>
    <pc:chgData name="福原　颯(s24d164)" userId="5dad88b0-8d9f-4ea1-b2c6-c10a4d6d0a4a" providerId="ADAL" clId="{2DB3332C-EDDF-4108-9A20-C8283844E5F8}"/>
    <pc:docChg chg="undo custSel modSld">
      <pc:chgData name="福原　颯(s24d164)" userId="5dad88b0-8d9f-4ea1-b2c6-c10a4d6d0a4a" providerId="ADAL" clId="{2DB3332C-EDDF-4108-9A20-C8283844E5F8}" dt="2025-04-19T02:53:00.690" v="264" actId="20577"/>
      <pc:docMkLst>
        <pc:docMk/>
      </pc:docMkLst>
      <pc:sldChg chg="addSp delSp modSp mod">
        <pc:chgData name="福原　颯(s24d164)" userId="5dad88b0-8d9f-4ea1-b2c6-c10a4d6d0a4a" providerId="ADAL" clId="{2DB3332C-EDDF-4108-9A20-C8283844E5F8}" dt="2025-04-19T02:53:00.690" v="264" actId="20577"/>
        <pc:sldMkLst>
          <pc:docMk/>
          <pc:sldMk cId="880300470" sldId="640"/>
        </pc:sldMkLst>
      </pc:sldChg>
      <pc:sldChg chg="delSp modSp mod">
        <pc:chgData name="福原　颯(s24d164)" userId="5dad88b0-8d9f-4ea1-b2c6-c10a4d6d0a4a" providerId="ADAL" clId="{2DB3332C-EDDF-4108-9A20-C8283844E5F8}" dt="2025-04-19T02:50:31.191" v="217" actId="20577"/>
        <pc:sldMkLst>
          <pc:docMk/>
          <pc:sldMk cId="1605259489" sldId="641"/>
        </pc:sldMkLst>
      </pc:sldChg>
    </pc:docChg>
  </pc:docChgLst>
  <pc:docChgLst>
    <pc:chgData name="福原　颯(s24d164)" userId="5dad88b0-8d9f-4ea1-b2c6-c10a4d6d0a4a" providerId="ADAL" clId="{054E93C0-0A7C-476A-B5DA-E83A041BEB6C}"/>
    <pc:docChg chg="modSld">
      <pc:chgData name="福原　颯(s24d164)" userId="5dad88b0-8d9f-4ea1-b2c6-c10a4d6d0a4a" providerId="ADAL" clId="{054E93C0-0A7C-476A-B5DA-E83A041BEB6C}" dt="2024-09-02T06:13:34.819" v="0" actId="1076"/>
      <pc:docMkLst>
        <pc:docMk/>
      </pc:docMkLst>
      <pc:sldChg chg="modSp mod">
        <pc:chgData name="福原　颯(s24d164)" userId="5dad88b0-8d9f-4ea1-b2c6-c10a4d6d0a4a" providerId="ADAL" clId="{054E93C0-0A7C-476A-B5DA-E83A041BEB6C}" dt="2024-09-02T06:13:34.819" v="0" actId="1076"/>
        <pc:sldMkLst>
          <pc:docMk/>
          <pc:sldMk cId="1819057369" sldId="440"/>
        </pc:sldMkLst>
      </pc:sldChg>
    </pc:docChg>
  </pc:docChgLst>
  <pc:docChgLst>
    <pc:chgData name="福原　颯(s24d164)" userId="5dad88b0-8d9f-4ea1-b2c6-c10a4d6d0a4a" providerId="ADAL" clId="{72577C97-55D3-4D01-8AD6-C4ABCB3942CA}"/>
    <pc:docChg chg="undo custSel addSld delSld modSld sldOrd">
      <pc:chgData name="福原　颯(s24d164)" userId="5dad88b0-8d9f-4ea1-b2c6-c10a4d6d0a4a" providerId="ADAL" clId="{72577C97-55D3-4D01-8AD6-C4ABCB3942CA}" dt="2025-04-23T04:40:10.188" v="3892"/>
      <pc:docMkLst>
        <pc:docMk/>
      </pc:docMkLst>
      <pc:sldChg chg="modNotesTx">
        <pc:chgData name="福原　颯(s24d164)" userId="5dad88b0-8d9f-4ea1-b2c6-c10a4d6d0a4a" providerId="ADAL" clId="{72577C97-55D3-4D01-8AD6-C4ABCB3942CA}" dt="2025-04-21T12:28:19.007" v="277"/>
        <pc:sldMkLst>
          <pc:docMk/>
          <pc:sldMk cId="3101350149" sldId="560"/>
        </pc:sldMkLst>
      </pc:sldChg>
      <pc:sldChg chg="modSp mod modNotesTx">
        <pc:chgData name="福原　颯(s24d164)" userId="5dad88b0-8d9f-4ea1-b2c6-c10a4d6d0a4a" providerId="ADAL" clId="{72577C97-55D3-4D01-8AD6-C4ABCB3942CA}" dt="2025-04-23T04:15:50.903" v="3459" actId="20577"/>
        <pc:sldMkLst>
          <pc:docMk/>
          <pc:sldMk cId="2607922016" sldId="583"/>
        </pc:sldMkLst>
      </pc:sldChg>
      <pc:sldChg chg="modSp mod modNotesTx">
        <pc:chgData name="福原　颯(s24d164)" userId="5dad88b0-8d9f-4ea1-b2c6-c10a4d6d0a4a" providerId="ADAL" clId="{72577C97-55D3-4D01-8AD6-C4ABCB3942CA}" dt="2025-04-23T03:30:24.801" v="2287" actId="20577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72577C97-55D3-4D01-8AD6-C4ABCB3942CA}" dt="2025-04-23T03:51:29.574" v="3026" actId="20577"/>
        <pc:sldMkLst>
          <pc:docMk/>
          <pc:sldMk cId="1086817974" sldId="654"/>
        </pc:sldMkLst>
      </pc:sldChg>
      <pc:sldChg chg="modSp mod modAnim modNotesTx">
        <pc:chgData name="福原　颯(s24d164)" userId="5dad88b0-8d9f-4ea1-b2c6-c10a4d6d0a4a" providerId="ADAL" clId="{72577C97-55D3-4D01-8AD6-C4ABCB3942CA}" dt="2025-04-23T03:58:42.904" v="3089" actId="20577"/>
        <pc:sldMkLst>
          <pc:docMk/>
          <pc:sldMk cId="937305246" sldId="656"/>
        </pc:sldMkLst>
      </pc:sldChg>
      <pc:sldChg chg="modSp mod modAnim modNotesTx">
        <pc:chgData name="福原　颯(s24d164)" userId="5dad88b0-8d9f-4ea1-b2c6-c10a4d6d0a4a" providerId="ADAL" clId="{72577C97-55D3-4D01-8AD6-C4ABCB3942CA}" dt="2025-04-23T04:11:41.544" v="3378" actId="20577"/>
        <pc:sldMkLst>
          <pc:docMk/>
          <pc:sldMk cId="1774343298" sldId="664"/>
        </pc:sldMkLst>
      </pc:sldChg>
      <pc:sldChg chg="ord">
        <pc:chgData name="福原　颯(s24d164)" userId="5dad88b0-8d9f-4ea1-b2c6-c10a4d6d0a4a" providerId="ADAL" clId="{72577C97-55D3-4D01-8AD6-C4ABCB3942CA}" dt="2025-04-23T04:40:10.188" v="3892"/>
        <pc:sldMkLst>
          <pc:docMk/>
          <pc:sldMk cId="3691397539" sldId="673"/>
        </pc:sldMkLst>
      </pc:sldChg>
      <pc:sldChg chg="modSp mod modNotesTx">
        <pc:chgData name="福原　颯(s24d164)" userId="5dad88b0-8d9f-4ea1-b2c6-c10a4d6d0a4a" providerId="ADAL" clId="{72577C97-55D3-4D01-8AD6-C4ABCB3942CA}" dt="2025-04-23T04:22:51.753" v="3482" actId="113"/>
        <pc:sldMkLst>
          <pc:docMk/>
          <pc:sldMk cId="2670103010" sldId="676"/>
        </pc:sldMkLst>
      </pc:sldChg>
      <pc:sldChg chg="modSp add mod modNotesTx">
        <pc:chgData name="福原　颯(s24d164)" userId="5dad88b0-8d9f-4ea1-b2c6-c10a4d6d0a4a" providerId="ADAL" clId="{72577C97-55D3-4D01-8AD6-C4ABCB3942CA}" dt="2025-04-23T04:39:53.084" v="3890" actId="20577"/>
        <pc:sldMkLst>
          <pc:docMk/>
          <pc:sldMk cId="403920293" sldId="747"/>
        </pc:sldMkLst>
      </pc:sldChg>
      <pc:sldChg chg="add del">
        <pc:chgData name="福原　颯(s24d164)" userId="5dad88b0-8d9f-4ea1-b2c6-c10a4d6d0a4a" providerId="ADAL" clId="{72577C97-55D3-4D01-8AD6-C4ABCB3942CA}" dt="2025-04-23T02:18:47.630" v="1851" actId="47"/>
        <pc:sldMkLst>
          <pc:docMk/>
          <pc:sldMk cId="4116518844" sldId="747"/>
        </pc:sldMkLst>
      </pc:sldChg>
    </pc:docChg>
  </pc:docChgLst>
  <pc:docChgLst>
    <pc:chgData name="福原　颯(s24d164)" userId="5dad88b0-8d9f-4ea1-b2c6-c10a4d6d0a4a" providerId="ADAL" clId="{F75027E6-ECEC-4011-B4F6-C89867472A83}"/>
    <pc:docChg chg="undo custSel addSld delSld modSld">
      <pc:chgData name="福原　颯(s24d164)" userId="5dad88b0-8d9f-4ea1-b2c6-c10a4d6d0a4a" providerId="ADAL" clId="{F75027E6-ECEC-4011-B4F6-C89867472A83}" dt="2024-09-04T00:41:10.727" v="2575" actId="20577"/>
      <pc:docMkLst>
        <pc:docMk/>
      </pc:docMkLst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486001388" sldId="348"/>
        </pc:sldMkLst>
      </pc:sldChg>
      <pc:sldChg chg="modNotesTx">
        <pc:chgData name="福原　颯(s24d164)" userId="5dad88b0-8d9f-4ea1-b2c6-c10a4d6d0a4a" providerId="ADAL" clId="{F75027E6-ECEC-4011-B4F6-C89867472A83}" dt="2024-09-03T21:32:37.408" v="325" actId="20577"/>
        <pc:sldMkLst>
          <pc:docMk/>
          <pc:sldMk cId="418382245" sldId="363"/>
        </pc:sldMkLst>
      </pc:sldChg>
      <pc:sldChg chg="modNotesTx">
        <pc:chgData name="福原　颯(s24d164)" userId="5dad88b0-8d9f-4ea1-b2c6-c10a4d6d0a4a" providerId="ADAL" clId="{F75027E6-ECEC-4011-B4F6-C89867472A83}" dt="2024-09-03T21:53:35.768" v="698" actId="20577"/>
        <pc:sldMkLst>
          <pc:docMk/>
          <pc:sldMk cId="2022843415" sldId="367"/>
        </pc:sldMkLst>
      </pc:sldChg>
      <pc:sldChg chg="addSp modSp mod modNotesTx">
        <pc:chgData name="福原　颯(s24d164)" userId="5dad88b0-8d9f-4ea1-b2c6-c10a4d6d0a4a" providerId="ADAL" clId="{F75027E6-ECEC-4011-B4F6-C89867472A83}" dt="2024-09-04T00:40:52.792" v="2560" actId="400"/>
        <pc:sldMkLst>
          <pc:docMk/>
          <pc:sldMk cId="2700123302" sldId="451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423420648" sldId="454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F75027E6-ECEC-4011-B4F6-C89867472A83}" dt="2024-09-04T00:41:10.727" v="2575" actId="20577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F75027E6-ECEC-4011-B4F6-C89867472A83}" dt="2024-09-03T23:37:50.029" v="1918" actId="20577"/>
        <pc:sldMkLst>
          <pc:docMk/>
          <pc:sldMk cId="3413148916" sldId="468"/>
        </pc:sldMkLst>
      </pc:sldChg>
      <pc:sldChg chg="modSp 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244430561" sldId="470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4064885365" sldId="471"/>
        </pc:sldMkLst>
      </pc:sldChg>
      <pc:sldChg chg="modSp mod">
        <pc:chgData name="福原　颯(s24d164)" userId="5dad88b0-8d9f-4ea1-b2c6-c10a4d6d0a4a" providerId="ADAL" clId="{F75027E6-ECEC-4011-B4F6-C89867472A83}" dt="2024-09-03T23:17:10.765" v="1607" actId="20577"/>
        <pc:sldMkLst>
          <pc:docMk/>
          <pc:sldMk cId="2295866264" sldId="47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660268244" sldId="473"/>
        </pc:sldMkLst>
      </pc:sldChg>
      <pc:sldChg chg="modSp mod modNotesTx">
        <pc:chgData name="福原　颯(s24d164)" userId="5dad88b0-8d9f-4ea1-b2c6-c10a4d6d0a4a" providerId="ADAL" clId="{F75027E6-ECEC-4011-B4F6-C89867472A83}" dt="2024-09-03T23:39:24.358" v="2146" actId="20577"/>
        <pc:sldMkLst>
          <pc:docMk/>
          <pc:sldMk cId="4251583710" sldId="483"/>
        </pc:sldMkLst>
      </pc:sldChg>
      <pc:sldChg chg="modSp mod modNotesTx">
        <pc:chgData name="福原　颯(s24d164)" userId="5dad88b0-8d9f-4ea1-b2c6-c10a4d6d0a4a" providerId="ADAL" clId="{F75027E6-ECEC-4011-B4F6-C89867472A83}" dt="2024-09-03T23:41:06.237" v="2325" actId="20577"/>
        <pc:sldMkLst>
          <pc:docMk/>
          <pc:sldMk cId="1662944057" sldId="485"/>
        </pc:sldMkLst>
      </pc:sldChg>
      <pc:sldChg chg="modSp mod">
        <pc:chgData name="福原　颯(s24d164)" userId="5dad88b0-8d9f-4ea1-b2c6-c10a4d6d0a4a" providerId="ADAL" clId="{F75027E6-ECEC-4011-B4F6-C89867472A83}" dt="2024-09-03T23:26:03.048" v="1684" actId="20577"/>
        <pc:sldMkLst>
          <pc:docMk/>
          <pc:sldMk cId="928350818" sldId="486"/>
        </pc:sldMkLst>
      </pc:sldChg>
      <pc:sldChg chg="modSp mod modNotesTx">
        <pc:chgData name="福原　颯(s24d164)" userId="5dad88b0-8d9f-4ea1-b2c6-c10a4d6d0a4a" providerId="ADAL" clId="{F75027E6-ECEC-4011-B4F6-C89867472A83}" dt="2024-09-03T23:42:34.254" v="2476" actId="20577"/>
        <pc:sldMkLst>
          <pc:docMk/>
          <pc:sldMk cId="3007412481" sldId="488"/>
        </pc:sldMkLst>
      </pc:sldChg>
      <pc:sldChg chg="addSp delSp modSp mod modNotesTx">
        <pc:chgData name="福原　颯(s24d164)" userId="5dad88b0-8d9f-4ea1-b2c6-c10a4d6d0a4a" providerId="ADAL" clId="{F75027E6-ECEC-4011-B4F6-C89867472A83}" dt="2024-09-04T00:03:53.022" v="2481" actId="1076"/>
        <pc:sldMkLst>
          <pc:docMk/>
          <pc:sldMk cId="1293918754" sldId="489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238039418" sldId="490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06245929" sldId="49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955146950" sldId="493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33304578" sldId="494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957234417" sldId="495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09151991" sldId="496"/>
        </pc:sldMkLst>
      </pc:sldChg>
      <pc:sldChg chg="modSp mod">
        <pc:chgData name="福原　颯(s24d164)" userId="5dad88b0-8d9f-4ea1-b2c6-c10a4d6d0a4a" providerId="ADAL" clId="{F75027E6-ECEC-4011-B4F6-C89867472A83}" dt="2024-09-04T00:08:30.582" v="2531" actId="20577"/>
        <pc:sldMkLst>
          <pc:docMk/>
          <pc:sldMk cId="349550894" sldId="497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F75027E6-ECEC-4011-B4F6-C89867472A83}" dt="2024-09-03T23:05:57.853" v="92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F75027E6-ECEC-4011-B4F6-C89867472A83}" dt="2024-09-03T23:04:37.888" v="85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F75027E6-ECEC-4011-B4F6-C89867472A83}" dt="2024-09-03T23:04:52.065" v="888" actId="20577"/>
        <pc:sldMkLst>
          <pc:docMk/>
          <pc:sldMk cId="1999581275" sldId="506"/>
        </pc:sldMkLst>
      </pc:sldChg>
      <pc:sldChg chg="addSp delSp modSp mod modNotesTx">
        <pc:chgData name="福原　颯(s24d164)" userId="5dad88b0-8d9f-4ea1-b2c6-c10a4d6d0a4a" providerId="ADAL" clId="{F75027E6-ECEC-4011-B4F6-C89867472A83}" dt="2024-09-03T23:34:23.439" v="1744" actId="207"/>
        <pc:sldMkLst>
          <pc:docMk/>
          <pc:sldMk cId="3063014634" sldId="507"/>
        </pc:sldMkLst>
      </pc:sldChg>
      <pc:sldChg chg="add del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126909745" sldId="511"/>
        </pc:sldMkLst>
      </pc:sldChg>
      <pc:sldChg chg="add del replId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785219363" sldId="512"/>
        </pc:sldMkLst>
      </pc:sldChg>
    </pc:docChg>
  </pc:docChgLst>
  <pc:docChgLst>
    <pc:chgData name="福原　颯(s24d164)" userId="5dad88b0-8d9f-4ea1-b2c6-c10a4d6d0a4a" providerId="ADAL" clId="{D4F58B27-DA2B-4D6C-B904-2E3ABE4C3F88}"/>
    <pc:docChg chg="undo custSel addSld delSld modSld sldOrd">
      <pc:chgData name="福原　颯(s24d164)" userId="5dad88b0-8d9f-4ea1-b2c6-c10a4d6d0a4a" providerId="ADAL" clId="{D4F58B27-DA2B-4D6C-B904-2E3ABE4C3F88}" dt="2024-09-02T16:48:47.132" v="907" actId="20577"/>
      <pc:docMkLst>
        <pc:docMk/>
      </pc:docMkLst>
      <pc:sldChg chg="del">
        <pc:chgData name="福原　颯(s24d164)" userId="5dad88b0-8d9f-4ea1-b2c6-c10a4d6d0a4a" providerId="ADAL" clId="{D4F58B27-DA2B-4D6C-B904-2E3ABE4C3F88}" dt="2024-09-02T16:45:20.245" v="811" actId="47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4F58B27-DA2B-4D6C-B904-2E3ABE4C3F88}" dt="2024-09-02T16:32:01.098" v="779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4F58B27-DA2B-4D6C-B904-2E3ABE4C3F88}" dt="2024-09-02T16:45:56.449" v="816" actId="113"/>
        <pc:sldMkLst>
          <pc:docMk/>
          <pc:sldMk cId="2700123302" sldId="451"/>
        </pc:sldMkLst>
      </pc:sldChg>
      <pc:sldChg chg="modSp">
        <pc:chgData name="福原　颯(s24d164)" userId="5dad88b0-8d9f-4ea1-b2c6-c10a4d6d0a4a" providerId="ADAL" clId="{D4F58B27-DA2B-4D6C-B904-2E3ABE4C3F88}" dt="2024-09-02T16:30:33.901" v="734"/>
        <pc:sldMkLst>
          <pc:docMk/>
          <pc:sldMk cId="3866724337" sldId="453"/>
        </pc:sldMkLst>
      </pc:sldChg>
      <pc:sldChg chg="modSp mod">
        <pc:chgData name="福原　颯(s24d164)" userId="5dad88b0-8d9f-4ea1-b2c6-c10a4d6d0a4a" providerId="ADAL" clId="{D4F58B27-DA2B-4D6C-B904-2E3ABE4C3F88}" dt="2024-09-02T14:35:22.784" v="188" actId="20577"/>
        <pc:sldMkLst>
          <pc:docMk/>
          <pc:sldMk cId="2356944368" sldId="457"/>
        </pc:sldMkLst>
      </pc:sldChg>
      <pc:sldChg chg="addSp modSp mod">
        <pc:chgData name="福原　颯(s24d164)" userId="5dad88b0-8d9f-4ea1-b2c6-c10a4d6d0a4a" providerId="ADAL" clId="{D4F58B27-DA2B-4D6C-B904-2E3ABE4C3F88}" dt="2024-09-02T16:48:47.132" v="907" actId="20577"/>
        <pc:sldMkLst>
          <pc:docMk/>
          <pc:sldMk cId="3189240835" sldId="459"/>
        </pc:sldMkLst>
      </pc:sldChg>
      <pc:sldChg chg="modSp mod">
        <pc:chgData name="福原　颯(s24d164)" userId="5dad88b0-8d9f-4ea1-b2c6-c10a4d6d0a4a" providerId="ADAL" clId="{D4F58B27-DA2B-4D6C-B904-2E3ABE4C3F88}" dt="2024-09-02T16:32:25.669" v="782" actId="20577"/>
        <pc:sldMkLst>
          <pc:docMk/>
          <pc:sldMk cId="845863417" sldId="461"/>
        </pc:sldMkLst>
      </pc:sldChg>
      <pc:sldChg chg="addSp delSp modSp del mod">
        <pc:chgData name="福原　颯(s24d164)" userId="5dad88b0-8d9f-4ea1-b2c6-c10a4d6d0a4a" providerId="ADAL" clId="{D4F58B27-DA2B-4D6C-B904-2E3ABE4C3F88}" dt="2024-09-02T16:32:32.573" v="783" actId="47"/>
        <pc:sldMkLst>
          <pc:docMk/>
          <pc:sldMk cId="1576737104" sldId="466"/>
        </pc:sldMkLst>
      </pc:sldChg>
      <pc:sldChg chg="addSp modSp mod ord">
        <pc:chgData name="福原　颯(s24d164)" userId="5dad88b0-8d9f-4ea1-b2c6-c10a4d6d0a4a" providerId="ADAL" clId="{D4F58B27-DA2B-4D6C-B904-2E3ABE4C3F88}" dt="2024-09-02T16:21:53.597" v="519" actId="20577"/>
        <pc:sldMkLst>
          <pc:docMk/>
          <pc:sldMk cId="3413148916" sldId="468"/>
        </pc:sldMkLst>
      </pc:sldChg>
      <pc:sldChg chg="addSp modSp mod ord">
        <pc:chgData name="福原　颯(s24d164)" userId="5dad88b0-8d9f-4ea1-b2c6-c10a4d6d0a4a" providerId="ADAL" clId="{D4F58B27-DA2B-4D6C-B904-2E3ABE4C3F88}" dt="2024-09-02T16:27:15.663" v="685"/>
        <pc:sldMkLst>
          <pc:docMk/>
          <pc:sldMk cId="2760283428" sldId="469"/>
        </pc:sldMkLst>
      </pc:sldChg>
      <pc:sldChg chg="modSp mod">
        <pc:chgData name="福原　颯(s24d164)" userId="5dad88b0-8d9f-4ea1-b2c6-c10a4d6d0a4a" providerId="ADAL" clId="{D4F58B27-DA2B-4D6C-B904-2E3ABE4C3F88}" dt="2024-09-02T16:26:23.613" v="684" actId="2057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D4F58B27-DA2B-4D6C-B904-2E3ABE4C3F88}" dt="2024-09-02T14:28:32.703" v="0" actId="47"/>
        <pc:sldMkLst>
          <pc:docMk/>
          <pc:sldMk cId="4154413514" sldId="477"/>
        </pc:sldMkLst>
      </pc:sldChg>
      <pc:sldChg chg="modSp mod">
        <pc:chgData name="福原　颯(s24d164)" userId="5dad88b0-8d9f-4ea1-b2c6-c10a4d6d0a4a" providerId="ADAL" clId="{D4F58B27-DA2B-4D6C-B904-2E3ABE4C3F88}" dt="2024-09-02T16:33:10.432" v="787"/>
        <pc:sldMkLst>
          <pc:docMk/>
          <pc:sldMk cId="4109290282" sldId="478"/>
        </pc:sldMkLst>
      </pc:sldChg>
      <pc:sldChg chg="modSp mod">
        <pc:chgData name="福原　颯(s24d164)" userId="5dad88b0-8d9f-4ea1-b2c6-c10a4d6d0a4a" providerId="ADAL" clId="{D4F58B27-DA2B-4D6C-B904-2E3ABE4C3F88}" dt="2024-09-02T16:33:52.977" v="809" actId="2057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D4F58B27-DA2B-4D6C-B904-2E3ABE4C3F88}" dt="2024-09-02T16:34:14.522" v="810" actId="47"/>
        <pc:sldMkLst>
          <pc:docMk/>
          <pc:sldMk cId="3211953700" sldId="491"/>
        </pc:sldMkLst>
      </pc:sldChg>
      <pc:sldChg chg="delSp modSp add del mod">
        <pc:chgData name="福原　颯(s24d164)" userId="5dad88b0-8d9f-4ea1-b2c6-c10a4d6d0a4a" providerId="ADAL" clId="{D4F58B27-DA2B-4D6C-B904-2E3ABE4C3F88}" dt="2024-09-02T16:23:42.230" v="532" actId="47"/>
        <pc:sldMkLst>
          <pc:docMk/>
          <pc:sldMk cId="2511880818" sldId="500"/>
        </pc:sldMkLst>
      </pc:sldChg>
      <pc:sldChg chg="modSp add del mod">
        <pc:chgData name="福原　颯(s24d164)" userId="5dad88b0-8d9f-4ea1-b2c6-c10a4d6d0a4a" providerId="ADAL" clId="{D4F58B27-DA2B-4D6C-B904-2E3ABE4C3F88}" dt="2024-09-02T14:34:07.605" v="152" actId="47"/>
        <pc:sldMkLst>
          <pc:docMk/>
          <pc:sldMk cId="710947834" sldId="501"/>
        </pc:sldMkLst>
      </pc:sldChg>
      <pc:sldChg chg="modSp add">
        <pc:chgData name="福原　颯(s24d164)" userId="5dad88b0-8d9f-4ea1-b2c6-c10a4d6d0a4a" providerId="ADAL" clId="{D4F58B27-DA2B-4D6C-B904-2E3ABE4C3F88}" dt="2024-09-02T14:34:01.233" v="151" actId="255"/>
        <pc:sldMkLst>
          <pc:docMk/>
          <pc:sldMk cId="3595924514" sldId="502"/>
        </pc:sldMkLst>
      </pc:sldChg>
      <pc:sldChg chg="modSp add del mod">
        <pc:chgData name="福原　颯(s24d164)" userId="5dad88b0-8d9f-4ea1-b2c6-c10a4d6d0a4a" providerId="ADAL" clId="{D4F58B27-DA2B-4D6C-B904-2E3ABE4C3F88}" dt="2024-09-02T16:23:38.053" v="531" actId="47"/>
        <pc:sldMkLst>
          <pc:docMk/>
          <pc:sldMk cId="1865374804" sldId="503"/>
        </pc:sldMkLst>
      </pc:sldChg>
      <pc:sldChg chg="addSp delSp modSp add mod">
        <pc:chgData name="福原　颯(s24d164)" userId="5dad88b0-8d9f-4ea1-b2c6-c10a4d6d0a4a" providerId="ADAL" clId="{D4F58B27-DA2B-4D6C-B904-2E3ABE4C3F88}" dt="2024-09-02T16:07:47.142" v="284" actId="478"/>
        <pc:sldMkLst>
          <pc:docMk/>
          <pc:sldMk cId="2605311112" sldId="504"/>
        </pc:sldMkLst>
      </pc:sldChg>
      <pc:sldChg chg="addSp modSp add mod">
        <pc:chgData name="福原　颯(s24d164)" userId="5dad88b0-8d9f-4ea1-b2c6-c10a4d6d0a4a" providerId="ADAL" clId="{D4F58B27-DA2B-4D6C-B904-2E3ABE4C3F88}" dt="2024-09-02T16:09:59.831" v="298" actId="14100"/>
        <pc:sldMkLst>
          <pc:docMk/>
          <pc:sldMk cId="2210312100" sldId="505"/>
        </pc:sldMkLst>
      </pc:sldChg>
      <pc:sldChg chg="addSp delSp modSp add mod">
        <pc:chgData name="福原　颯(s24d164)" userId="5dad88b0-8d9f-4ea1-b2c6-c10a4d6d0a4a" providerId="ADAL" clId="{D4F58B27-DA2B-4D6C-B904-2E3ABE4C3F88}" dt="2024-09-02T16:13:49.018" v="364" actId="20577"/>
        <pc:sldMkLst>
          <pc:docMk/>
          <pc:sldMk cId="1999581275" sldId="506"/>
        </pc:sldMkLst>
      </pc:sldChg>
      <pc:sldChg chg="addSp delSp modSp add mod">
        <pc:chgData name="福原　颯(s24d164)" userId="5dad88b0-8d9f-4ea1-b2c6-c10a4d6d0a4a" providerId="ADAL" clId="{D4F58B27-DA2B-4D6C-B904-2E3ABE4C3F88}" dt="2024-09-02T16:16:15.537" v="407" actId="1076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A25583ED-9FB5-4332-ADA9-48387C99ABC9}"/>
    <pc:docChg chg="undo custSel addSld delSld modSld sldOrd">
      <pc:chgData name="福原　颯(s24d164)" userId="5dad88b0-8d9f-4ea1-b2c6-c10a4d6d0a4a" providerId="ADAL" clId="{A25583ED-9FB5-4332-ADA9-48387C99ABC9}" dt="2025-05-20T14:36:56.431" v="7703" actId="20577"/>
      <pc:docMkLst>
        <pc:docMk/>
      </pc:docMkLst>
      <pc:sldChg chg="modSp">
        <pc:chgData name="福原　颯(s24d164)" userId="5dad88b0-8d9f-4ea1-b2c6-c10a4d6d0a4a" providerId="ADAL" clId="{A25583ED-9FB5-4332-ADA9-48387C99ABC9}" dt="2025-05-18T13:10:01.091" v="2" actId="404"/>
        <pc:sldMkLst>
          <pc:docMk/>
          <pc:sldMk cId="3271634501" sldId="788"/>
        </pc:sldMkLst>
      </pc:sldChg>
      <pc:sldChg chg="modSp mod">
        <pc:chgData name="福原　颯(s24d164)" userId="5dad88b0-8d9f-4ea1-b2c6-c10a4d6d0a4a" providerId="ADAL" clId="{A25583ED-9FB5-4332-ADA9-48387C99ABC9}" dt="2025-05-18T13:11:24.360" v="32" actId="1035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A25583ED-9FB5-4332-ADA9-48387C99ABC9}" dt="2025-05-19T04:37:16.145" v="1164" actId="478"/>
        <pc:sldMkLst>
          <pc:docMk/>
          <pc:sldMk cId="3333470137" sldId="797"/>
        </pc:sldMkLst>
      </pc:sldChg>
      <pc:sldChg chg="modSp mod">
        <pc:chgData name="福原　颯(s24d164)" userId="5dad88b0-8d9f-4ea1-b2c6-c10a4d6d0a4a" providerId="ADAL" clId="{A25583ED-9FB5-4332-ADA9-48387C99ABC9}" dt="2025-05-18T13:20:40.046" v="125"/>
        <pc:sldMkLst>
          <pc:docMk/>
          <pc:sldMk cId="2069240060" sldId="807"/>
        </pc:sldMkLst>
      </pc:sldChg>
      <pc:sldChg chg="modSp mod">
        <pc:chgData name="福原　颯(s24d164)" userId="5dad88b0-8d9f-4ea1-b2c6-c10a4d6d0a4a" providerId="ADAL" clId="{A25583ED-9FB5-4332-ADA9-48387C99ABC9}" dt="2025-05-18T13:16:56.222" v="79" actId="20577"/>
        <pc:sldMkLst>
          <pc:docMk/>
          <pc:sldMk cId="2773276949" sldId="809"/>
        </pc:sldMkLst>
      </pc:sldChg>
      <pc:sldChg chg="modSp mod">
        <pc:chgData name="福原　颯(s24d164)" userId="5dad88b0-8d9f-4ea1-b2c6-c10a4d6d0a4a" providerId="ADAL" clId="{A25583ED-9FB5-4332-ADA9-48387C99ABC9}" dt="2025-05-18T13:29:04.760" v="318" actId="20577"/>
        <pc:sldMkLst>
          <pc:docMk/>
          <pc:sldMk cId="1444542119" sldId="811"/>
        </pc:sldMkLst>
      </pc:sldChg>
      <pc:sldChg chg="modSp mod">
        <pc:chgData name="福原　颯(s24d164)" userId="5dad88b0-8d9f-4ea1-b2c6-c10a4d6d0a4a" providerId="ADAL" clId="{A25583ED-9FB5-4332-ADA9-48387C99ABC9}" dt="2025-05-19T04:38:11.068" v="1172" actId="255"/>
        <pc:sldMkLst>
          <pc:docMk/>
          <pc:sldMk cId="1300201696" sldId="812"/>
        </pc:sldMkLst>
      </pc:sldChg>
      <pc:sldChg chg="modSp mod">
        <pc:chgData name="福原　颯(s24d164)" userId="5dad88b0-8d9f-4ea1-b2c6-c10a4d6d0a4a" providerId="ADAL" clId="{A25583ED-9FB5-4332-ADA9-48387C99ABC9}" dt="2025-05-19T04:35:09.149" v="1112" actId="27636"/>
        <pc:sldMkLst>
          <pc:docMk/>
          <pc:sldMk cId="4224930651" sldId="813"/>
        </pc:sldMkLst>
      </pc:sldChg>
      <pc:sldChg chg="modSp add mod">
        <pc:chgData name="福原　颯(s24d164)" userId="5dad88b0-8d9f-4ea1-b2c6-c10a4d6d0a4a" providerId="ADAL" clId="{A25583ED-9FB5-4332-ADA9-48387C99ABC9}" dt="2025-05-18T14:15:47.085" v="1109" actId="20577"/>
        <pc:sldMkLst>
          <pc:docMk/>
          <pc:sldMk cId="1805178099" sldId="816"/>
        </pc:sldMkLst>
      </pc:sldChg>
      <pc:sldChg chg="addSp modSp mod">
        <pc:chgData name="福原　颯(s24d164)" userId="5dad88b0-8d9f-4ea1-b2c6-c10a4d6d0a4a" providerId="ADAL" clId="{A25583ED-9FB5-4332-ADA9-48387C99ABC9}" dt="2025-05-19T04:37:27.438" v="1169" actId="1037"/>
        <pc:sldMkLst>
          <pc:docMk/>
          <pc:sldMk cId="4051204317" sldId="818"/>
        </pc:sldMkLst>
      </pc:sldChg>
      <pc:sldChg chg="modSp add mod">
        <pc:chgData name="福原　颯(s24d164)" userId="5dad88b0-8d9f-4ea1-b2c6-c10a4d6d0a4a" providerId="ADAL" clId="{A25583ED-9FB5-4332-ADA9-48387C99ABC9}" dt="2025-05-19T12:42:56.253" v="1485" actId="20577"/>
        <pc:sldMkLst>
          <pc:docMk/>
          <pc:sldMk cId="2835516325" sldId="819"/>
        </pc:sldMkLst>
      </pc:sldChg>
      <pc:sldChg chg="add del">
        <pc:chgData name="福原　颯(s24d164)" userId="5dad88b0-8d9f-4ea1-b2c6-c10a4d6d0a4a" providerId="ADAL" clId="{A25583ED-9FB5-4332-ADA9-48387C99ABC9}" dt="2025-05-19T12:27:48.741" v="1239" actId="47"/>
        <pc:sldMkLst>
          <pc:docMk/>
          <pc:sldMk cId="3432857713" sldId="820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19T14:07:54.113" v="2012" actId="20577"/>
        <pc:sldMkLst>
          <pc:docMk/>
          <pc:sldMk cId="1057088426" sldId="821"/>
        </pc:sldMkLst>
      </pc:sldChg>
      <pc:sldChg chg="add">
        <pc:chgData name="福原　颯(s24d164)" userId="5dad88b0-8d9f-4ea1-b2c6-c10a4d6d0a4a" providerId="ADAL" clId="{A25583ED-9FB5-4332-ADA9-48387C99ABC9}" dt="2025-05-19T13:46:57.861" v="1652"/>
        <pc:sldMkLst>
          <pc:docMk/>
          <pc:sldMk cId="662068360" sldId="822"/>
        </pc:sldMkLst>
      </pc:sldChg>
      <pc:sldChg chg="add">
        <pc:chgData name="福原　颯(s24d164)" userId="5dad88b0-8d9f-4ea1-b2c6-c10a4d6d0a4a" providerId="ADAL" clId="{A25583ED-9FB5-4332-ADA9-48387C99ABC9}" dt="2025-05-19T13:58:12.634" v="1857"/>
        <pc:sldMkLst>
          <pc:docMk/>
          <pc:sldMk cId="3223591195" sldId="823"/>
        </pc:sldMkLst>
      </pc:sldChg>
      <pc:sldChg chg="modSp add mod">
        <pc:chgData name="福原　颯(s24d164)" userId="5dad88b0-8d9f-4ea1-b2c6-c10a4d6d0a4a" providerId="ADAL" clId="{A25583ED-9FB5-4332-ADA9-48387C99ABC9}" dt="2025-05-19T14:10:47.186" v="2030" actId="20577"/>
        <pc:sldMkLst>
          <pc:docMk/>
          <pc:sldMk cId="1817997568" sldId="824"/>
        </pc:sldMkLst>
      </pc:sldChg>
      <pc:sldChg chg="modSp add mod">
        <pc:chgData name="福原　颯(s24d164)" userId="5dad88b0-8d9f-4ea1-b2c6-c10a4d6d0a4a" providerId="ADAL" clId="{A25583ED-9FB5-4332-ADA9-48387C99ABC9}" dt="2025-05-19T14:13:16.270" v="2144" actId="20577"/>
        <pc:sldMkLst>
          <pc:docMk/>
          <pc:sldMk cId="907561463" sldId="825"/>
        </pc:sldMkLst>
      </pc:sldChg>
      <pc:sldChg chg="delSp modSp add mod">
        <pc:chgData name="福原　颯(s24d164)" userId="5dad88b0-8d9f-4ea1-b2c6-c10a4d6d0a4a" providerId="ADAL" clId="{A25583ED-9FB5-4332-ADA9-48387C99ABC9}" dt="2025-05-19T14:17:20.520" v="2241" actId="478"/>
        <pc:sldMkLst>
          <pc:docMk/>
          <pc:sldMk cId="3692953177" sldId="826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20T06:15:42.183" v="3339" actId="1076"/>
        <pc:sldMkLst>
          <pc:docMk/>
          <pc:sldMk cId="1841563283" sldId="827"/>
        </pc:sldMkLst>
      </pc:sldChg>
      <pc:sldChg chg="modSp add mod ord modNotesTx">
        <pc:chgData name="福原　颯(s24d164)" userId="5dad88b0-8d9f-4ea1-b2c6-c10a4d6d0a4a" providerId="ADAL" clId="{A25583ED-9FB5-4332-ADA9-48387C99ABC9}" dt="2025-05-20T08:35:01.945" v="5123" actId="20577"/>
        <pc:sldMkLst>
          <pc:docMk/>
          <pc:sldMk cId="4135745768" sldId="828"/>
        </pc:sldMkLst>
      </pc:sldChg>
      <pc:sldChg chg="add">
        <pc:chgData name="福原　颯(s24d164)" userId="5dad88b0-8d9f-4ea1-b2c6-c10a4d6d0a4a" providerId="ADAL" clId="{A25583ED-9FB5-4332-ADA9-48387C99ABC9}" dt="2025-05-20T06:04:20.996" v="3193"/>
        <pc:sldMkLst>
          <pc:docMk/>
          <pc:sldMk cId="3494564538" sldId="829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14:36:56.431" v="7703" actId="20577"/>
        <pc:sldMkLst>
          <pc:docMk/>
          <pc:sldMk cId="1915086389" sldId="830"/>
        </pc:sldMkLst>
      </pc:sldChg>
      <pc:sldChg chg="addSp modSp add mod ord modAnim">
        <pc:chgData name="福原　颯(s24d164)" userId="5dad88b0-8d9f-4ea1-b2c6-c10a4d6d0a4a" providerId="ADAL" clId="{A25583ED-9FB5-4332-ADA9-48387C99ABC9}" dt="2025-05-20T07:22:29.156" v="4616"/>
        <pc:sldMkLst>
          <pc:docMk/>
          <pc:sldMk cId="775474573" sldId="831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08:33:48.526" v="5080" actId="14100"/>
        <pc:sldMkLst>
          <pc:docMk/>
          <pc:sldMk cId="4229296379" sldId="832"/>
        </pc:sldMkLst>
      </pc:sldChg>
      <pc:sldChg chg="modSp add mod">
        <pc:chgData name="福原　颯(s24d164)" userId="5dad88b0-8d9f-4ea1-b2c6-c10a4d6d0a4a" providerId="ADAL" clId="{A25583ED-9FB5-4332-ADA9-48387C99ABC9}" dt="2025-05-20T14:00:56.419" v="6916" actId="20577"/>
        <pc:sldMkLst>
          <pc:docMk/>
          <pc:sldMk cId="2710896411" sldId="833"/>
        </pc:sldMkLst>
      </pc:sldChg>
      <pc:sldChg chg="modSp add mod ord">
        <pc:chgData name="福原　颯(s24d164)" userId="5dad88b0-8d9f-4ea1-b2c6-c10a4d6d0a4a" providerId="ADAL" clId="{A25583ED-9FB5-4332-ADA9-48387C99ABC9}" dt="2025-05-20T14:08:46.807" v="7296"/>
        <pc:sldMkLst>
          <pc:docMk/>
          <pc:sldMk cId="4033898058" sldId="834"/>
        </pc:sldMkLst>
      </pc:sldChg>
      <pc:sldChg chg="modSp add mod">
        <pc:chgData name="福原　颯(s24d164)" userId="5dad88b0-8d9f-4ea1-b2c6-c10a4d6d0a4a" providerId="ADAL" clId="{A25583ED-9FB5-4332-ADA9-48387C99ABC9}" dt="2025-05-20T14:35:38.369" v="7645" actId="20577"/>
        <pc:sldMkLst>
          <pc:docMk/>
          <pc:sldMk cId="2124321023" sldId="835"/>
        </pc:sldMkLst>
      </pc:sldChg>
      <pc:sldChg chg="modSp add mod">
        <pc:chgData name="福原　颯(s24d164)" userId="5dad88b0-8d9f-4ea1-b2c6-c10a4d6d0a4a" providerId="ADAL" clId="{A25583ED-9FB5-4332-ADA9-48387C99ABC9}" dt="2025-05-20T14:05:00.245" v="7071" actId="20577"/>
        <pc:sldMkLst>
          <pc:docMk/>
          <pc:sldMk cId="1198777870" sldId="836"/>
        </pc:sldMkLst>
      </pc:sldChg>
    </pc:docChg>
  </pc:docChgLst>
  <pc:docChgLst>
    <pc:chgData name="福原　颯(s24d164)" userId="5dad88b0-8d9f-4ea1-b2c6-c10a4d6d0a4a" providerId="ADAL" clId="{15DA185A-F7F1-406A-9884-59D7BDB9F40F}"/>
    <pc:docChg chg="undo custSel addSld delSld modSld sldOrd">
      <pc:chgData name="福原　颯(s24d164)" userId="5dad88b0-8d9f-4ea1-b2c6-c10a4d6d0a4a" providerId="ADAL" clId="{15DA185A-F7F1-406A-9884-59D7BDB9F40F}" dt="2025-04-21T04:06:50.461" v="903" actId="14100"/>
      <pc:docMkLst>
        <pc:docMk/>
      </pc:docMkLst>
      <pc:sldChg chg="modSp mod">
        <pc:chgData name="福原　颯(s24d164)" userId="5dad88b0-8d9f-4ea1-b2c6-c10a4d6d0a4a" providerId="ADAL" clId="{15DA185A-F7F1-406A-9884-59D7BDB9F40F}" dt="2025-04-21T02:28:30.236" v="305" actId="1076"/>
        <pc:sldMkLst>
          <pc:docMk/>
          <pc:sldMk cId="937305246" sldId="656"/>
        </pc:sldMkLst>
      </pc:sldChg>
      <pc:sldChg chg="modSp mod">
        <pc:chgData name="福原　颯(s24d164)" userId="5dad88b0-8d9f-4ea1-b2c6-c10a4d6d0a4a" providerId="ADAL" clId="{15DA185A-F7F1-406A-9884-59D7BDB9F40F}" dt="2025-04-21T01:47:40.652" v="33" actId="20577"/>
        <pc:sldMkLst>
          <pc:docMk/>
          <pc:sldMk cId="2670103010" sldId="676"/>
        </pc:sldMkLst>
      </pc:sldChg>
      <pc:sldChg chg="addSp delSp modSp mod">
        <pc:chgData name="福原　颯(s24d164)" userId="5dad88b0-8d9f-4ea1-b2c6-c10a4d6d0a4a" providerId="ADAL" clId="{15DA185A-F7F1-406A-9884-59D7BDB9F40F}" dt="2025-04-21T02:43:21.469" v="466" actId="21"/>
        <pc:sldMkLst>
          <pc:docMk/>
          <pc:sldMk cId="1737742054" sldId="714"/>
        </pc:sldMkLst>
      </pc:sldChg>
      <pc:sldChg chg="addSp modSp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478284016" sldId="717"/>
        </pc:sldMkLst>
      </pc:sldChg>
      <pc:sldChg chg="add del">
        <pc:chgData name="福原　颯(s24d164)" userId="5dad88b0-8d9f-4ea1-b2c6-c10a4d6d0a4a" providerId="ADAL" clId="{15DA185A-F7F1-406A-9884-59D7BDB9F40F}" dt="2025-04-21T02:57:57.618" v="700" actId="47"/>
        <pc:sldMkLst>
          <pc:docMk/>
          <pc:sldMk cId="2572248091" sldId="71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83500893" sldId="721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347730015" sldId="721"/>
        </pc:sldMkLst>
      </pc:sldChg>
      <pc:sldChg chg="addSp modSp add mod">
        <pc:chgData name="福原　颯(s24d164)" userId="5dad88b0-8d9f-4ea1-b2c6-c10a4d6d0a4a" providerId="ADAL" clId="{15DA185A-F7F1-406A-9884-59D7BDB9F40F}" dt="2025-04-21T03:00:24.868" v="756" actId="2057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74361062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025365305" sldId="723"/>
        </pc:sldMkLst>
      </pc:sldChg>
      <pc:sldChg chg="add mod modShow">
        <pc:chgData name="福原　颯(s24d164)" userId="5dad88b0-8d9f-4ea1-b2c6-c10a4d6d0a4a" providerId="ADAL" clId="{15DA185A-F7F1-406A-9884-59D7BDB9F40F}" dt="2025-04-21T03:21:56.747" v="834" actId="729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168055280" sldId="724"/>
        </pc:sldMkLst>
      </pc:sldChg>
      <pc:sldChg chg="addSp delSp modSp add mod ord modShow">
        <pc:chgData name="福原　颯(s24d164)" userId="5dad88b0-8d9f-4ea1-b2c6-c10a4d6d0a4a" providerId="ADAL" clId="{15DA185A-F7F1-406A-9884-59D7BDB9F40F}" dt="2025-04-21T03:21:59.499" v="835" actId="729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770641243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212074026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641118007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714801825" sldId="729"/>
        </pc:sldMkLst>
      </pc:sldChg>
      <pc:sldChg chg="add mod modShow">
        <pc:chgData name="福原　颯(s24d164)" userId="5dad88b0-8d9f-4ea1-b2c6-c10a4d6d0a4a" providerId="ADAL" clId="{15DA185A-F7F1-406A-9884-59D7BDB9F40F}" dt="2025-04-21T03:37:43.270" v="843" actId="729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947939097" sldId="730"/>
        </pc:sldMkLst>
      </pc:sldChg>
      <pc:sldChg chg="add ord">
        <pc:chgData name="福原　颯(s24d164)" userId="5dad88b0-8d9f-4ea1-b2c6-c10a4d6d0a4a" providerId="ADAL" clId="{15DA185A-F7F1-406A-9884-59D7BDB9F40F}" dt="2025-04-21T03:37:34.555" v="842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53480386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77856073" sldId="736"/>
        </pc:sldMkLst>
      </pc:sldChg>
      <pc:sldChg chg="add mod ord modShow">
        <pc:chgData name="福原　颯(s24d164)" userId="5dad88b0-8d9f-4ea1-b2c6-c10a4d6d0a4a" providerId="ADAL" clId="{15DA185A-F7F1-406A-9884-59D7BDB9F40F}" dt="2025-04-21T03:37:29.026" v="840"/>
        <pc:sldMkLst>
          <pc:docMk/>
          <pc:sldMk cId="2697052301" sldId="736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2336719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272693426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07409191" sldId="738"/>
        </pc:sldMkLst>
      </pc:sldChg>
      <pc:sldChg chg="add ord">
        <pc:chgData name="福原　颯(s24d164)" userId="5dad88b0-8d9f-4ea1-b2c6-c10a4d6d0a4a" providerId="ADAL" clId="{15DA185A-F7F1-406A-9884-59D7BDB9F40F}" dt="2025-04-21T03:37:23.948" v="838"/>
        <pc:sldMkLst>
          <pc:docMk/>
          <pc:sldMk cId="4194224942" sldId="738"/>
        </pc:sldMkLst>
      </pc:sldChg>
      <pc:sldChg chg="modSp">
        <pc:chgData name="福原　颯(s24d164)" userId="5dad88b0-8d9f-4ea1-b2c6-c10a4d6d0a4a" providerId="ADAL" clId="{15DA185A-F7F1-406A-9884-59D7BDB9F40F}" dt="2025-04-21T02:11:35.131" v="46" actId="207"/>
        <pc:sldMkLst>
          <pc:docMk/>
          <pc:sldMk cId="3614919693" sldId="739"/>
        </pc:sldMkLst>
      </pc:sldChg>
      <pc:sldChg chg="modSp mod">
        <pc:chgData name="福原　颯(s24d164)" userId="5dad88b0-8d9f-4ea1-b2c6-c10a4d6d0a4a" providerId="ADAL" clId="{15DA185A-F7F1-406A-9884-59D7BDB9F40F}" dt="2025-04-21T01:47:25.793" v="18" actId="20577"/>
        <pc:sldMkLst>
          <pc:docMk/>
          <pc:sldMk cId="1422684548" sldId="741"/>
        </pc:sldMkLst>
      </pc:sldChg>
      <pc:sldChg chg="addSp delSp modSp add mod modAnim">
        <pc:chgData name="福原　颯(s24d164)" userId="5dad88b0-8d9f-4ea1-b2c6-c10a4d6d0a4a" providerId="ADAL" clId="{15DA185A-F7F1-406A-9884-59D7BDB9F40F}" dt="2025-04-21T02:57:03.672" v="696" actId="20577"/>
        <pc:sldMkLst>
          <pc:docMk/>
          <pc:sldMk cId="3940873187" sldId="742"/>
        </pc:sldMkLst>
      </pc:sldChg>
      <pc:sldChg chg="addSp modSp add mod">
        <pc:chgData name="福原　颯(s24d164)" userId="5dad88b0-8d9f-4ea1-b2c6-c10a4d6d0a4a" providerId="ADAL" clId="{15DA185A-F7F1-406A-9884-59D7BDB9F40F}" dt="2025-04-21T04:06:50.461" v="903" actId="14100"/>
        <pc:sldMkLst>
          <pc:docMk/>
          <pc:sldMk cId="626489003" sldId="743"/>
        </pc:sldMkLst>
      </pc:sldChg>
      <pc:sldChg chg="modSp add mod ord">
        <pc:chgData name="福原　颯(s24d164)" userId="5dad88b0-8d9f-4ea1-b2c6-c10a4d6d0a4a" providerId="ADAL" clId="{15DA185A-F7F1-406A-9884-59D7BDB9F40F}" dt="2025-04-21T02:56:43.518" v="682"/>
        <pc:sldMkLst>
          <pc:docMk/>
          <pc:sldMk cId="3316008063" sldId="744"/>
        </pc:sldMkLst>
      </pc:sldChg>
      <pc:sldChg chg="addSp delSp modSp add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184470614" sldId="745"/>
        </pc:sldMkLst>
      </pc:sldChg>
      <pc:sldChg chg="addSp modSp add mod modAnim">
        <pc:chgData name="福原　颯(s24d164)" userId="5dad88b0-8d9f-4ea1-b2c6-c10a4d6d0a4a" providerId="ADAL" clId="{15DA185A-F7F1-406A-9884-59D7BDB9F40F}" dt="2025-04-21T02:56:19.849" v="680" actId="27636"/>
        <pc:sldMkLst>
          <pc:docMk/>
          <pc:sldMk cId="2056876469" sldId="746"/>
        </pc:sldMkLst>
      </pc:sldChg>
    </pc:docChg>
  </pc:docChgLst>
  <pc:docChgLst>
    <pc:chgData name="福原　颯(s24d164)" userId="5dad88b0-8d9f-4ea1-b2c6-c10a4d6d0a4a" providerId="ADAL" clId="{4CE6ED57-593B-4A1F-A20F-EFE22F59F77D}"/>
    <pc:docChg chg="undo custSel addSld modSld sldOrd">
      <pc:chgData name="福原　颯(s24d164)" userId="5dad88b0-8d9f-4ea1-b2c6-c10a4d6d0a4a" providerId="ADAL" clId="{4CE6ED57-593B-4A1F-A20F-EFE22F59F77D}" dt="2024-09-17T05:32:58.289" v="696" actId="14100"/>
      <pc:docMkLst>
        <pc:docMk/>
      </pc:docMkLst>
      <pc:sldChg chg="addSp delSp modSp mod">
        <pc:chgData name="福原　颯(s24d164)" userId="5dad88b0-8d9f-4ea1-b2c6-c10a4d6d0a4a" providerId="ADAL" clId="{4CE6ED57-593B-4A1F-A20F-EFE22F59F77D}" dt="2024-09-17T04:32:56.223" v="111" actId="1076"/>
        <pc:sldMkLst>
          <pc:docMk/>
          <pc:sldMk cId="490490762" sldId="515"/>
        </pc:sldMkLst>
      </pc:sldChg>
      <pc:sldChg chg="modSp mod">
        <pc:chgData name="福原　颯(s24d164)" userId="5dad88b0-8d9f-4ea1-b2c6-c10a4d6d0a4a" providerId="ADAL" clId="{4CE6ED57-593B-4A1F-A20F-EFE22F59F77D}" dt="2024-09-17T04:29:00.110" v="19" actId="207"/>
        <pc:sldMkLst>
          <pc:docMk/>
          <pc:sldMk cId="4060169230" sldId="516"/>
        </pc:sldMkLst>
      </pc:sldChg>
      <pc:sldChg chg="modSp mod">
        <pc:chgData name="福原　颯(s24d164)" userId="5dad88b0-8d9f-4ea1-b2c6-c10a4d6d0a4a" providerId="ADAL" clId="{4CE6ED57-593B-4A1F-A20F-EFE22F59F77D}" dt="2024-09-17T05:21:25.355" v="388" actId="20577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4CE6ED57-593B-4A1F-A20F-EFE22F59F77D}" dt="2024-09-17T05:25:15.139" v="443" actId="20577"/>
        <pc:sldMkLst>
          <pc:docMk/>
          <pc:sldMk cId="3235681266" sldId="518"/>
        </pc:sldMkLst>
      </pc:sldChg>
      <pc:sldChg chg="addSp delSp modSp add mod">
        <pc:chgData name="福原　颯(s24d164)" userId="5dad88b0-8d9f-4ea1-b2c6-c10a4d6d0a4a" providerId="ADAL" clId="{4CE6ED57-593B-4A1F-A20F-EFE22F59F77D}" dt="2024-09-17T04:43:56.842" v="320" actId="1076"/>
        <pc:sldMkLst>
          <pc:docMk/>
          <pc:sldMk cId="1847442067" sldId="519"/>
        </pc:sldMkLst>
      </pc:sldChg>
      <pc:sldChg chg="delSp modSp add mod">
        <pc:chgData name="福原　颯(s24d164)" userId="5dad88b0-8d9f-4ea1-b2c6-c10a4d6d0a4a" providerId="ADAL" clId="{4CE6ED57-593B-4A1F-A20F-EFE22F59F77D}" dt="2024-09-17T04:44:46.280" v="328" actId="478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4CE6ED57-593B-4A1F-A20F-EFE22F59F77D}" dt="2024-09-17T05:00:26.420" v="378" actId="20577"/>
        <pc:sldMkLst>
          <pc:docMk/>
          <pc:sldMk cId="3811090466" sldId="521"/>
        </pc:sldMkLst>
      </pc:sldChg>
      <pc:sldChg chg="modSp add mod ord">
        <pc:chgData name="福原　颯(s24d164)" userId="5dad88b0-8d9f-4ea1-b2c6-c10a4d6d0a4a" providerId="ADAL" clId="{4CE6ED57-593B-4A1F-A20F-EFE22F59F77D}" dt="2024-09-17T05:32:58.289" v="696" actId="14100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4CE6ED57-593B-4A1F-A20F-EFE22F59F77D}" dt="2024-09-17T05:25:24.167" v="444" actId="2890"/>
        <pc:sldMkLst>
          <pc:docMk/>
          <pc:sldMk cId="756637530" sldId="523"/>
        </pc:sldMkLst>
      </pc:sldChg>
    </pc:docChg>
  </pc:docChgLst>
  <pc:docChgLst>
    <pc:chgData name="福原　颯(s24d164)" userId="5dad88b0-8d9f-4ea1-b2c6-c10a4d6d0a4a" providerId="ADAL" clId="{0DCB6831-DE3F-487C-BF32-DDF53F49950D}"/>
    <pc:docChg chg="undo custSel addSld delSld modSld sldOrd modMainMaster">
      <pc:chgData name="福原　颯(s24d164)" userId="5dad88b0-8d9f-4ea1-b2c6-c10a4d6d0a4a" providerId="ADAL" clId="{0DCB6831-DE3F-487C-BF32-DDF53F49950D}" dt="2025-10-02T13:19:37.912" v="20864" actId="47"/>
      <pc:docMkLst>
        <pc:docMk/>
      </pc:docMkLst>
      <pc:sldChg chg="addSp delSp modSp add del mod">
        <pc:chgData name="福原　颯(s24d164)" userId="5dad88b0-8d9f-4ea1-b2c6-c10a4d6d0a4a" providerId="ADAL" clId="{0DCB6831-DE3F-487C-BF32-DDF53F49950D}" dt="2025-09-24T12:32:31.041" v="7796" actId="47"/>
        <pc:sldMkLst>
          <pc:docMk/>
          <pc:sldMk cId="2807457575" sldId="29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833613617" sldId="7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32371135" sldId="757"/>
        </pc:sldMkLst>
      </pc:sldChg>
      <pc:sldChg chg="addSp delSp modSp mod modNotesTx">
        <pc:chgData name="福原　颯(s24d164)" userId="5dad88b0-8d9f-4ea1-b2c6-c10a4d6d0a4a" providerId="ADAL" clId="{0DCB6831-DE3F-487C-BF32-DDF53F49950D}" dt="2025-10-02T08:53:40.021" v="19654" actId="20577"/>
        <pc:sldMkLst>
          <pc:docMk/>
          <pc:sldMk cId="2615351689" sldId="758"/>
        </pc:sldMkLst>
        <pc:spChg chg="mod">
          <ac:chgData name="福原　颯(s24d164)" userId="5dad88b0-8d9f-4ea1-b2c6-c10a4d6d0a4a" providerId="ADAL" clId="{0DCB6831-DE3F-487C-BF32-DDF53F49950D}" dt="2025-09-24T18:05:27.691" v="13976" actId="20577"/>
          <ac:spMkLst>
            <pc:docMk/>
            <pc:sldMk cId="2615351689" sldId="758"/>
            <ac:spMk id="2" creationId="{3255CC25-9616-A920-13A4-E3790EBFC8F2}"/>
          </ac:spMkLst>
        </pc:spChg>
        <pc:spChg chg="add del mod">
          <ac:chgData name="福原　颯(s24d164)" userId="5dad88b0-8d9f-4ea1-b2c6-c10a4d6d0a4a" providerId="ADAL" clId="{0DCB6831-DE3F-487C-BF32-DDF53F49950D}" dt="2025-10-02T08:53:40.021" v="19654" actId="20577"/>
          <ac:spMkLst>
            <pc:docMk/>
            <pc:sldMk cId="2615351689" sldId="758"/>
            <ac:spMk id="18" creationId="{BC64D134-B527-C584-390C-81581838BF4E}"/>
          </ac:spMkLst>
        </pc:spChg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9835358" sldId="76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67871787" sldId="76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516470228" sldId="769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662678024" sldId="77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63437332" sldId="77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10146090" sldId="77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638264233" sldId="77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72302214" sldId="77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29296379" sldId="83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2336293" sldId="84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28234339" sldId="84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331827825" sldId="84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85557549" sldId="84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98757275" sldId="84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022854633" sldId="84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325721506" sldId="84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4080467" sldId="85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85457544" sldId="85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46647372" sldId="85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54780454" sldId="85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421327457" sldId="8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801973835" sldId="85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4906814" sldId="85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53344157" sldId="859"/>
        </pc:sldMkLst>
      </pc:sldChg>
      <pc:sldChg chg="delSp modSp add del mod">
        <pc:chgData name="福原　颯(s24d164)" userId="5dad88b0-8d9f-4ea1-b2c6-c10a4d6d0a4a" providerId="ADAL" clId="{0DCB6831-DE3F-487C-BF32-DDF53F49950D}" dt="2025-09-23T07:29:40.501" v="6941" actId="47"/>
        <pc:sldMkLst>
          <pc:docMk/>
          <pc:sldMk cId="767671411" sldId="860"/>
        </pc:sldMkLst>
      </pc:sldChg>
      <pc:sldChg chg="addSp 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53891674" sldId="861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787595288" sldId="862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694304433" sldId="863"/>
        </pc:sldMkLst>
      </pc:sldChg>
      <pc:sldChg chg="delSp modSp add del mod or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975558323" sldId="864"/>
        </pc:sldMkLst>
      </pc:sldChg>
      <pc:sldChg chg="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215809295" sldId="865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960675993" sldId="866"/>
        </pc:sldMkLst>
      </pc:sldChg>
      <pc:sldChg chg="modSp add del mo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47281714" sldId="867"/>
        </pc:sldMkLst>
      </pc:sldChg>
      <pc:sldChg chg="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5467188" sldId="868"/>
        </pc:sldMkLst>
      </pc:sldChg>
      <pc:sldChg chg="addSp delSp modSp add del mod modAnim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390956772" sldId="869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529319218" sldId="870"/>
        </pc:sldMkLst>
      </pc:sldChg>
      <pc:sldChg chg="add del">
        <pc:chgData name="福原　颯(s24d164)" userId="5dad88b0-8d9f-4ea1-b2c6-c10a4d6d0a4a" providerId="ADAL" clId="{0DCB6831-DE3F-487C-BF32-DDF53F49950D}" dt="2025-09-23T06:38:21.617" v="5115"/>
        <pc:sldMkLst>
          <pc:docMk/>
          <pc:sldMk cId="3377186060" sldId="870"/>
        </pc:sldMkLst>
      </pc:sldChg>
      <pc:sldChg chg="addSp delSp modSp add mod ord modNotesTx">
        <pc:chgData name="福原　颯(s24d164)" userId="5dad88b0-8d9f-4ea1-b2c6-c10a4d6d0a4a" providerId="ADAL" clId="{0DCB6831-DE3F-487C-BF32-DDF53F49950D}" dt="2025-10-02T12:16:19.650" v="20339" actId="20577"/>
        <pc:sldMkLst>
          <pc:docMk/>
          <pc:sldMk cId="1198869464" sldId="871"/>
        </pc:sldMkLst>
        <pc:spChg chg="mod">
          <ac:chgData name="福原　颯(s24d164)" userId="5dad88b0-8d9f-4ea1-b2c6-c10a4d6d0a4a" providerId="ADAL" clId="{0DCB6831-DE3F-487C-BF32-DDF53F49950D}" dt="2025-10-02T08:55:32.316" v="19679" actId="20577"/>
          <ac:spMkLst>
            <pc:docMk/>
            <pc:sldMk cId="1198869464" sldId="871"/>
            <ac:spMk id="2" creationId="{9FFC0E67-E177-C68D-08CE-FB7304CBE347}"/>
          </ac:spMkLst>
        </pc:spChg>
        <pc:spChg chg="mod">
          <ac:chgData name="福原　颯(s24d164)" userId="5dad88b0-8d9f-4ea1-b2c6-c10a4d6d0a4a" providerId="ADAL" clId="{0DCB6831-DE3F-487C-BF32-DDF53F49950D}" dt="2025-10-02T12:15:51.102" v="20324" actId="113"/>
          <ac:spMkLst>
            <pc:docMk/>
            <pc:sldMk cId="1198869464" sldId="871"/>
            <ac:spMk id="3" creationId="{553F8552-3F7E-7764-89FA-29053AA1056C}"/>
          </ac:spMkLst>
        </pc:spChg>
        <pc:spChg chg="mod">
          <ac:chgData name="福原　颯(s24d164)" userId="5dad88b0-8d9f-4ea1-b2c6-c10a4d6d0a4a" providerId="ADAL" clId="{0DCB6831-DE3F-487C-BF32-DDF53F49950D}" dt="2025-10-02T12:16:19.650" v="20339" actId="20577"/>
          <ac:spMkLst>
            <pc:docMk/>
            <pc:sldMk cId="1198869464" sldId="871"/>
            <ac:spMk id="4" creationId="{9C49A4A4-567B-E4F0-F631-1AA83D94D047}"/>
          </ac:spMkLst>
        </pc:spChg>
      </pc:sldChg>
      <pc:sldChg chg="add del ord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466397368" sldId="872"/>
        </pc:sldMkLst>
      </pc:sldChg>
      <pc:sldChg chg="modSp add del mod modNotesTx">
        <pc:chgData name="福原　颯(s24d164)" userId="5dad88b0-8d9f-4ea1-b2c6-c10a4d6d0a4a" providerId="ADAL" clId="{0DCB6831-DE3F-487C-BF32-DDF53F49950D}" dt="2025-09-25T08:51:29.403" v="15479" actId="47"/>
        <pc:sldMkLst>
          <pc:docMk/>
          <pc:sldMk cId="3121846831" sldId="873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528211971" sldId="874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490953192" sldId="875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133752298" sldId="876"/>
        </pc:sldMkLst>
      </pc:sldChg>
      <pc:sldChg chg="addSp delSp modSp add del mod or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21176682" sldId="877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579482093" sldId="878"/>
        </pc:sldMkLst>
      </pc:sldChg>
      <pc:sldChg chg="modSp add del mod ord">
        <pc:chgData name="福原　颯(s24d164)" userId="5dad88b0-8d9f-4ea1-b2c6-c10a4d6d0a4a" providerId="ADAL" clId="{0DCB6831-DE3F-487C-BF32-DDF53F49950D}" dt="2025-09-24T17:22:41.885" v="13352" actId="47"/>
        <pc:sldMkLst>
          <pc:docMk/>
          <pc:sldMk cId="3930530255" sldId="879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2237054920" sldId="880"/>
        </pc:sldMkLst>
      </pc:sldChg>
      <pc:sldChg chg="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812391254" sldId="881"/>
        </pc:sldMkLst>
      </pc:sldChg>
      <pc:sldChg chg="addSp delSp modSp add del mod">
        <pc:chgData name="福原　颯(s24d164)" userId="5dad88b0-8d9f-4ea1-b2c6-c10a4d6d0a4a" providerId="ADAL" clId="{0DCB6831-DE3F-487C-BF32-DDF53F49950D}" dt="2025-09-26T11:22:01.632" v="18881" actId="47"/>
        <pc:sldMkLst>
          <pc:docMk/>
          <pc:sldMk cId="315363162" sldId="882"/>
        </pc:sldMkLst>
      </pc:sldChg>
      <pc:sldChg chg="add del">
        <pc:chgData name="福原　颯(s24d164)" userId="5dad88b0-8d9f-4ea1-b2c6-c10a4d6d0a4a" providerId="ADAL" clId="{0DCB6831-DE3F-487C-BF32-DDF53F49950D}" dt="2025-09-24T17:16:23.118" v="13063"/>
        <pc:sldMkLst>
          <pc:docMk/>
          <pc:sldMk cId="3027195878" sldId="882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17391590" sldId="883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693207215" sldId="884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69612603" sldId="885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1775185307" sldId="886"/>
        </pc:sldMkLst>
      </pc:sldChg>
      <pc:sldChg chg="add del">
        <pc:chgData name="福原　颯(s24d164)" userId="5dad88b0-8d9f-4ea1-b2c6-c10a4d6d0a4a" providerId="ADAL" clId="{0DCB6831-DE3F-487C-BF32-DDF53F49950D}" dt="2025-09-26T13:31:40.616" v="19274" actId="47"/>
        <pc:sldMkLst>
          <pc:docMk/>
          <pc:sldMk cId="2546350177" sldId="886"/>
        </pc:sldMkLst>
      </pc:sldChg>
      <pc:sldChg chg="modSp add mod ord">
        <pc:chgData name="福原　颯(s24d164)" userId="5dad88b0-8d9f-4ea1-b2c6-c10a4d6d0a4a" providerId="ADAL" clId="{0DCB6831-DE3F-487C-BF32-DDF53F49950D}" dt="2025-10-02T12:26:34.416" v="20434" actId="20577"/>
        <pc:sldMkLst>
          <pc:docMk/>
          <pc:sldMk cId="3488427480" sldId="887"/>
        </pc:sldMkLst>
        <pc:spChg chg="mod">
          <ac:chgData name="福原　颯(s24d164)" userId="5dad88b0-8d9f-4ea1-b2c6-c10a4d6d0a4a" providerId="ADAL" clId="{0DCB6831-DE3F-487C-BF32-DDF53F49950D}" dt="2025-10-02T12:26:34.416" v="20434" actId="20577"/>
          <ac:spMkLst>
            <pc:docMk/>
            <pc:sldMk cId="3488427480" sldId="887"/>
            <ac:spMk id="7" creationId="{4876D32C-59E8-4A82-0C5B-89E848FC777E}"/>
          </ac:spMkLst>
        </pc:spChg>
      </pc:sldChg>
      <pc:sldChg chg="modSp add del mod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3612964396" sldId="887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05919932" sldId="888"/>
        </pc:sldMkLst>
      </pc:sldChg>
      <pc:sldChg chg="add del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1826236459" sldId="889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19277252" sldId="890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9191955" sldId="891"/>
        </pc:sldMkLst>
      </pc:sldChg>
      <pc:sldChg chg="new del">
        <pc:chgData name="福原　颯(s24d164)" userId="5dad88b0-8d9f-4ea1-b2c6-c10a4d6d0a4a" providerId="ADAL" clId="{0DCB6831-DE3F-487C-BF32-DDF53F49950D}" dt="2025-09-26T11:01:05.277" v="18616" actId="680"/>
        <pc:sldMkLst>
          <pc:docMk/>
          <pc:sldMk cId="159675735" sldId="892"/>
        </pc:sldMkLst>
      </pc:sldChg>
      <pc:sldChg chg="addSp delSp modSp new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8504830" sldId="892"/>
        </pc:sldMkLst>
      </pc:sldChg>
      <pc:sldChg chg="addSp modSp new del mod">
        <pc:chgData name="福原　颯(s24d164)" userId="5dad88b0-8d9f-4ea1-b2c6-c10a4d6d0a4a" providerId="ADAL" clId="{0DCB6831-DE3F-487C-BF32-DDF53F49950D}" dt="2025-09-26T11:12:14.532" v="18701" actId="2696"/>
        <pc:sldMkLst>
          <pc:docMk/>
          <pc:sldMk cId="3046583161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09-26T14:21:46.151" v="19631" actId="47"/>
        <pc:sldMkLst>
          <pc:docMk/>
          <pc:sldMk cId="3547460985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832666800" sldId="894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3643863" sldId="895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5876937" sldId="896"/>
        </pc:sldMkLst>
      </pc:sldChg>
      <pc:sldChg chg="addSp modSp add del mod">
        <pc:chgData name="福原　颯(s24d164)" userId="5dad88b0-8d9f-4ea1-b2c6-c10a4d6d0a4a" providerId="ADAL" clId="{0DCB6831-DE3F-487C-BF32-DDF53F49950D}" dt="2025-10-02T13:19:37.912" v="20864" actId="47"/>
        <pc:sldMkLst>
          <pc:docMk/>
          <pc:sldMk cId="3092829982" sldId="897"/>
        </pc:sldMkLst>
        <pc:spChg chg="add mod">
          <ac:chgData name="福原　颯(s24d164)" userId="5dad88b0-8d9f-4ea1-b2c6-c10a4d6d0a4a" providerId="ADAL" clId="{0DCB6831-DE3F-487C-BF32-DDF53F49950D}" dt="2025-09-26T14:21:34.023" v="19630" actId="122"/>
          <ac:spMkLst>
            <pc:docMk/>
            <pc:sldMk cId="3092829982" sldId="897"/>
            <ac:spMk id="23" creationId="{011731C2-1372-F2FA-26B6-4BB193EAD259}"/>
          </ac:spMkLst>
        </pc:spChg>
        <pc:spChg chg="add mod">
          <ac:chgData name="福原　颯(s24d164)" userId="5dad88b0-8d9f-4ea1-b2c6-c10a4d6d0a4a" providerId="ADAL" clId="{0DCB6831-DE3F-487C-BF32-DDF53F49950D}" dt="2025-09-26T14:21:24.829" v="19625" actId="571"/>
          <ac:spMkLst>
            <pc:docMk/>
            <pc:sldMk cId="3092829982" sldId="897"/>
            <ac:spMk id="25" creationId="{34874FD6-7F26-833D-95AA-D518F1327E19}"/>
          </ac:spMkLst>
        </pc:spChg>
        <pc:spChg chg="mod">
          <ac:chgData name="福原　颯(s24d164)" userId="5dad88b0-8d9f-4ea1-b2c6-c10a4d6d0a4a" providerId="ADAL" clId="{0DCB6831-DE3F-487C-BF32-DDF53F49950D}" dt="2025-09-26T14:03:32.381" v="19515" actId="1076"/>
          <ac:spMkLst>
            <pc:docMk/>
            <pc:sldMk cId="3092829982" sldId="897"/>
            <ac:spMk id="28" creationId="{9DB8898A-2F47-9531-E05E-DCDDB620A96F}"/>
          </ac:spMkLst>
        </pc:spChg>
        <pc:spChg chg="mod">
          <ac:chgData name="福原　颯(s24d164)" userId="5dad88b0-8d9f-4ea1-b2c6-c10a4d6d0a4a" providerId="ADAL" clId="{0DCB6831-DE3F-487C-BF32-DDF53F49950D}" dt="2025-09-26T14:20:50.918" v="19620" actId="1038"/>
          <ac:spMkLst>
            <pc:docMk/>
            <pc:sldMk cId="3092829982" sldId="897"/>
            <ac:spMk id="31" creationId="{AE5D8D62-BF4F-DBF1-92FE-4BE407BCB9EF}"/>
          </ac:spMkLst>
        </pc:spChg>
        <pc:graphicFrameChg chg="mod">
          <ac:chgData name="福原　颯(s24d164)" userId="5dad88b0-8d9f-4ea1-b2c6-c10a4d6d0a4a" providerId="ADAL" clId="{0DCB6831-DE3F-487C-BF32-DDF53F49950D}" dt="2025-09-26T14:03:11.966" v="19513" actId="21"/>
          <ac:graphicFrameMkLst>
            <pc:docMk/>
            <pc:sldMk cId="3092829982" sldId="897"/>
            <ac:graphicFrameMk id="2" creationId="{D4435FFD-2079-AD20-6C25-B2EF7C008326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45.816" v="19613" actId="1076"/>
          <ac:graphicFrameMkLst>
            <pc:docMk/>
            <pc:sldMk cId="3092829982" sldId="897"/>
            <ac:graphicFrameMk id="5" creationId="{469F8824-6446-3577-88C8-B065B841173D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57.227" v="19621" actId="1076"/>
          <ac:graphicFrameMkLst>
            <pc:docMk/>
            <pc:sldMk cId="3092829982" sldId="897"/>
            <ac:graphicFrameMk id="6" creationId="{D44396C9-1692-41DD-27B6-11C26EB1CBC4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09-26T14:20:24.930" v="19594" actId="1076"/>
          <ac:graphicFrameMkLst>
            <pc:docMk/>
            <pc:sldMk cId="3092829982" sldId="897"/>
            <ac:graphicFrameMk id="12" creationId="{86D63AD5-48B7-74BF-AB17-6F266237045F}"/>
          </ac:graphicFrameMkLst>
        </pc:graphicFrameChg>
        <pc:cxnChg chg="mod">
          <ac:chgData name="福原　颯(s24d164)" userId="5dad88b0-8d9f-4ea1-b2c6-c10a4d6d0a4a" providerId="ADAL" clId="{0DCB6831-DE3F-487C-BF32-DDF53F49950D}" dt="2025-09-26T14:20:45.816" v="19613" actId="1076"/>
          <ac:cxnSpMkLst>
            <pc:docMk/>
            <pc:sldMk cId="3092829982" sldId="897"/>
            <ac:cxnSpMk id="18" creationId="{D3F72458-5C43-D6C9-467B-2B409660A876}"/>
          </ac:cxnSpMkLst>
        </pc:cxnChg>
        <pc:cxnChg chg="add mod">
          <ac:chgData name="福原　颯(s24d164)" userId="5dad88b0-8d9f-4ea1-b2c6-c10a4d6d0a4a" providerId="ADAL" clId="{0DCB6831-DE3F-487C-BF32-DDF53F49950D}" dt="2025-09-26T14:21:16.802" v="19624" actId="14100"/>
          <ac:cxnSpMkLst>
            <pc:docMk/>
            <pc:sldMk cId="3092829982" sldId="897"/>
            <ac:cxnSpMk id="19" creationId="{C4246C79-E66D-E9EB-8542-63421E59FA44}"/>
          </ac:cxnSpMkLst>
        </pc:cxnChg>
        <pc:cxnChg chg="mod">
          <ac:chgData name="福原　颯(s24d164)" userId="5dad88b0-8d9f-4ea1-b2c6-c10a4d6d0a4a" providerId="ADAL" clId="{0DCB6831-DE3F-487C-BF32-DDF53F49950D}" dt="2025-09-26T14:20:57.227" v="19621" actId="1076"/>
          <ac:cxnSpMkLst>
            <pc:docMk/>
            <pc:sldMk cId="3092829982" sldId="897"/>
            <ac:cxnSpMk id="24" creationId="{850C0954-5DE3-006C-9C17-E135EF5F9A7F}"/>
          </ac:cxnSpMkLst>
        </pc:cxnChg>
      </pc:sldChg>
      <pc:sldChg chg="delSp modSp add del mod">
        <pc:chgData name="福原　颯(s24d164)" userId="5dad88b0-8d9f-4ea1-b2c6-c10a4d6d0a4a" providerId="ADAL" clId="{0DCB6831-DE3F-487C-BF32-DDF53F49950D}" dt="2025-10-02T13:19:36.260" v="20863" actId="47"/>
        <pc:sldMkLst>
          <pc:docMk/>
          <pc:sldMk cId="2595778087" sldId="898"/>
        </pc:sldMkLst>
        <pc:spChg chg="mod">
          <ac:chgData name="福原　颯(s24d164)" userId="5dad88b0-8d9f-4ea1-b2c6-c10a4d6d0a4a" providerId="ADAL" clId="{0DCB6831-DE3F-487C-BF32-DDF53F49950D}" dt="2025-10-02T12:29:15.553" v="20447" actId="20577"/>
          <ac:spMkLst>
            <pc:docMk/>
            <pc:sldMk cId="2595778087" sldId="898"/>
            <ac:spMk id="8" creationId="{0593374D-5071-0E3F-67D4-B6B7C003AC4C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1" creationId="{87BD9339-3E5D-5F10-2540-D8662081BA1A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2" creationId="{463CC634-6A82-EBD9-0590-6506E091939B}"/>
          </ac:spMkLst>
        </pc:spChg>
        <pc:graphicFrameChg chg="modGraphic">
          <ac:chgData name="福原　颯(s24d164)" userId="5dad88b0-8d9f-4ea1-b2c6-c10a4d6d0a4a" providerId="ADAL" clId="{0DCB6831-DE3F-487C-BF32-DDF53F49950D}" dt="2025-10-02T12:24:58.451" v="20417" actId="20577"/>
          <ac:graphicFrameMkLst>
            <pc:docMk/>
            <pc:sldMk cId="2595778087" sldId="898"/>
            <ac:graphicFrameMk id="2" creationId="{5D267FC6-BE18-AD96-585B-B93509C41020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56:16.759" v="20448" actId="1076"/>
          <ac:graphicFrameMkLst>
            <pc:docMk/>
            <pc:sldMk cId="2595778087" sldId="898"/>
            <ac:graphicFrameMk id="4" creationId="{974539BF-A463-8FD4-B68F-85904624F92E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05.787" v="20372" actId="1076"/>
          <ac:graphicFrameMkLst>
            <pc:docMk/>
            <pc:sldMk cId="2595778087" sldId="898"/>
            <ac:graphicFrameMk id="5" creationId="{BF1FECE2-68B5-E62B-70D0-8660B06B8C12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29.088" v="20403" actId="1076"/>
          <ac:graphicFrameMkLst>
            <pc:docMk/>
            <pc:sldMk cId="2595778087" sldId="898"/>
            <ac:graphicFrameMk id="6" creationId="{6295C97F-A986-85B8-2E84-4593A38ADCF9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09:03:08.944" v="19906" actId="478"/>
          <ac:graphicFrameMkLst>
            <pc:docMk/>
            <pc:sldMk cId="2595778087" sldId="898"/>
            <ac:graphicFrameMk id="7" creationId="{F16936E7-3877-33A4-6482-9350B08C3B42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09:02:58.422" v="19904" actId="1076"/>
          <ac:graphicFrameMkLst>
            <pc:docMk/>
            <pc:sldMk cId="2595778087" sldId="898"/>
            <ac:graphicFrameMk id="12" creationId="{611778BC-431B-5C95-673C-DB5CC604B1BE}"/>
          </ac:graphicFrameMkLst>
        </pc:graphicFrame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9" creationId="{7A169349-4CA4-524A-6AF5-33ECB97D1688}"/>
          </ac:cxnSpMkLst>
        </pc:cxn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18" creationId="{033AF800-3390-D840-9C72-31ACFBAE8755}"/>
          </ac:cxnSpMkLst>
        </pc:cxnChg>
        <pc:cxnChg chg="mod">
          <ac:chgData name="福原　颯(s24d164)" userId="5dad88b0-8d9f-4ea1-b2c6-c10a4d6d0a4a" providerId="ADAL" clId="{0DCB6831-DE3F-487C-BF32-DDF53F49950D}" dt="2025-10-02T09:02:58.422" v="19904" actId="1076"/>
          <ac:cxnSpMkLst>
            <pc:docMk/>
            <pc:sldMk cId="2595778087" sldId="898"/>
            <ac:cxnSpMk id="19" creationId="{A50F820B-D0E8-CFC1-256C-A033A89021BA}"/>
          </ac:cxnSpMkLst>
        </pc:cxnChg>
        <pc:cxnChg chg="del mod">
          <ac:chgData name="福原　颯(s24d164)" userId="5dad88b0-8d9f-4ea1-b2c6-c10a4d6d0a4a" providerId="ADAL" clId="{0DCB6831-DE3F-487C-BF32-DDF53F49950D}" dt="2025-10-02T09:03:06.527" v="19905" actId="478"/>
          <ac:cxnSpMkLst>
            <pc:docMk/>
            <pc:sldMk cId="2595778087" sldId="898"/>
            <ac:cxnSpMk id="21" creationId="{65035447-5AA9-142F-85A9-2D63EC29F614}"/>
          </ac:cxnSpMkLst>
        </pc:cxnChg>
        <pc:cxnChg chg="mod">
          <ac:chgData name="福原　颯(s24d164)" userId="5dad88b0-8d9f-4ea1-b2c6-c10a4d6d0a4a" providerId="ADAL" clId="{0DCB6831-DE3F-487C-BF32-DDF53F49950D}" dt="2025-10-02T12:23:29.088" v="20403" actId="1076"/>
          <ac:cxnSpMkLst>
            <pc:docMk/>
            <pc:sldMk cId="2595778087" sldId="898"/>
            <ac:cxnSpMk id="24" creationId="{A64B5204-6746-6FF5-32AD-54C3F0570DF7}"/>
          </ac:cxnSpMkLst>
        </pc:cxnChg>
      </pc:sldChg>
      <pc:sldChg chg="addSp delSp modSp add mod">
        <pc:chgData name="福原　颯(s24d164)" userId="5dad88b0-8d9f-4ea1-b2c6-c10a4d6d0a4a" providerId="ADAL" clId="{0DCB6831-DE3F-487C-BF32-DDF53F49950D}" dt="2025-10-02T13:19:31.256" v="20862" actId="1076"/>
        <pc:sldMkLst>
          <pc:docMk/>
          <pc:sldMk cId="4038885695" sldId="899"/>
        </pc:sldMkLst>
        <pc:spChg chg="mod">
          <ac:chgData name="福原　颯(s24d164)" userId="5dad88b0-8d9f-4ea1-b2c6-c10a4d6d0a4a" providerId="ADAL" clId="{0DCB6831-DE3F-487C-BF32-DDF53F49950D}" dt="2025-10-02T13:19:21.235" v="20860" actId="122"/>
          <ac:spMkLst>
            <pc:docMk/>
            <pc:sldMk cId="4038885695" sldId="899"/>
            <ac:spMk id="8" creationId="{490A9BF3-9E11-DE37-CFD8-C6A0D491EC8D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3" creationId="{DC57AF87-A2C6-0BFA-AD1F-BB659DFF93BF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5" creationId="{9549F769-597E-4688-E11C-5E16449A0EDB}"/>
          </ac:spMkLst>
        </pc:spChg>
        <pc:spChg chg="mod">
          <ac:chgData name="福原　颯(s24d164)" userId="5dad88b0-8d9f-4ea1-b2c6-c10a4d6d0a4a" providerId="ADAL" clId="{0DCB6831-DE3F-487C-BF32-DDF53F49950D}" dt="2025-10-02T13:16:48.842" v="20814" actId="1076"/>
          <ac:spMkLst>
            <pc:docMk/>
            <pc:sldMk cId="4038885695" sldId="899"/>
            <ac:spMk id="27" creationId="{8F5B99F7-325E-FA28-2EC5-43E85D314C5C}"/>
          </ac:spMkLst>
        </pc:spChg>
        <pc:spChg chg="mod">
          <ac:chgData name="福原　颯(s24d164)" userId="5dad88b0-8d9f-4ea1-b2c6-c10a4d6d0a4a" providerId="ADAL" clId="{0DCB6831-DE3F-487C-BF32-DDF53F49950D}" dt="2025-10-02T13:19:07.414" v="20857" actId="20577"/>
          <ac:spMkLst>
            <pc:docMk/>
            <pc:sldMk cId="4038885695" sldId="899"/>
            <ac:spMk id="28" creationId="{184A3F9C-5FE9-6437-45DB-6F29977B189D}"/>
          </ac:spMkLst>
        </pc:spChg>
        <pc:spChg chg="mod">
          <ac:chgData name="福原　颯(s24d164)" userId="5dad88b0-8d9f-4ea1-b2c6-c10a4d6d0a4a" providerId="ADAL" clId="{0DCB6831-DE3F-487C-BF32-DDF53F49950D}" dt="2025-10-02T13:15:43.793" v="20803" actId="1038"/>
          <ac:spMkLst>
            <pc:docMk/>
            <pc:sldMk cId="4038885695" sldId="899"/>
            <ac:spMk id="31" creationId="{E4CB0086-21B8-2820-793F-FBFE8D31D552}"/>
          </ac:spMkLst>
        </pc:spChg>
        <pc:spChg chg="mod">
          <ac:chgData name="福原　颯(s24d164)" userId="5dad88b0-8d9f-4ea1-b2c6-c10a4d6d0a4a" providerId="ADAL" clId="{0DCB6831-DE3F-487C-BF32-DDF53F49950D}" dt="2025-10-02T13:15:55.717" v="20808" actId="1037"/>
          <ac:spMkLst>
            <pc:docMk/>
            <pc:sldMk cId="4038885695" sldId="899"/>
            <ac:spMk id="32" creationId="{3CD2632F-A8E4-34F4-3886-648DE496F0B2}"/>
          </ac:spMkLst>
        </pc:spChg>
        <pc:spChg chg="add mod">
          <ac:chgData name="福原　颯(s24d164)" userId="5dad88b0-8d9f-4ea1-b2c6-c10a4d6d0a4a" providerId="ADAL" clId="{0DCB6831-DE3F-487C-BF32-DDF53F49950D}" dt="2025-10-02T13:16:58.314" v="20819" actId="1035"/>
          <ac:spMkLst>
            <pc:docMk/>
            <pc:sldMk cId="4038885695" sldId="899"/>
            <ac:spMk id="53" creationId="{0B4C5174-38A0-AB68-A0CF-C42DF55C6A6A}"/>
          </ac:spMkLst>
        </pc:spChg>
        <pc:spChg chg="add mod">
          <ac:chgData name="福原　颯(s24d164)" userId="5dad88b0-8d9f-4ea1-b2c6-c10a4d6d0a4a" providerId="ADAL" clId="{0DCB6831-DE3F-487C-BF32-DDF53F49950D}" dt="2025-10-02T13:19:05.153" v="20856" actId="20577"/>
          <ac:spMkLst>
            <pc:docMk/>
            <pc:sldMk cId="4038885695" sldId="899"/>
            <ac:spMk id="63" creationId="{1D876532-3C97-C83B-F5A2-A69E34C55536}"/>
          </ac:spMkLst>
        </pc:spChg>
        <pc:graphicFrameChg chg="mod modGraphic">
          <ac:chgData name="福原　颯(s24d164)" userId="5dad88b0-8d9f-4ea1-b2c6-c10a4d6d0a4a" providerId="ADAL" clId="{0DCB6831-DE3F-487C-BF32-DDF53F49950D}" dt="2025-10-02T13:19:31.256" v="20862" actId="1076"/>
          <ac:graphicFrameMkLst>
            <pc:docMk/>
            <pc:sldMk cId="4038885695" sldId="899"/>
            <ac:graphicFrameMk id="2" creationId="{5018497D-C40F-69E5-C97D-18A4321D2C21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15:09.553" v="20794" actId="1076"/>
          <ac:graphicFrameMkLst>
            <pc:docMk/>
            <pc:sldMk cId="4038885695" sldId="899"/>
            <ac:graphicFrameMk id="4" creationId="{EFFAC557-025A-4442-68E2-3831542CCFCB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03:17.564" v="20731" actId="1076"/>
          <ac:graphicFrameMkLst>
            <pc:docMk/>
            <pc:sldMk cId="4038885695" sldId="899"/>
            <ac:graphicFrameMk id="5" creationId="{C0886D11-A3AE-6E87-B179-7268F12FF44D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13:03:38.832" v="20735" actId="1076"/>
          <ac:graphicFrameMkLst>
            <pc:docMk/>
            <pc:sldMk cId="4038885695" sldId="899"/>
            <ac:graphicFrameMk id="6" creationId="{016FE9AD-3671-1EF5-896F-89C2ED58BCB2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10-02T13:15:05.650" v="20793" actId="1076"/>
          <ac:graphicFrameMkLst>
            <pc:docMk/>
            <pc:sldMk cId="4038885695" sldId="899"/>
            <ac:graphicFrameMk id="10" creationId="{44A48EEB-4D16-6C1B-4E29-680FF83106E8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13:02:36.455" v="20725" actId="478"/>
          <ac:graphicFrameMkLst>
            <pc:docMk/>
            <pc:sldMk cId="4038885695" sldId="899"/>
            <ac:graphicFrameMk id="12" creationId="{3F8706B3-8010-0EF7-56EF-2F21221F952A}"/>
          </ac:graphicFrameMkLst>
        </pc:graphicFrame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9" creationId="{3C7F88E5-83EC-5222-BAF9-20A2B32D16D7}"/>
          </ac:cxnSpMkLst>
        </pc:cxn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18" creationId="{EB34F2A3-0E04-5BDF-6722-AD6C1BA3F290}"/>
          </ac:cxnSpMkLst>
        </pc:cxnChg>
        <pc:cxnChg chg="del mod">
          <ac:chgData name="福原　颯(s24d164)" userId="5dad88b0-8d9f-4ea1-b2c6-c10a4d6d0a4a" providerId="ADAL" clId="{0DCB6831-DE3F-487C-BF32-DDF53F49950D}" dt="2025-10-02T13:02:40.140" v="20726" actId="478"/>
          <ac:cxnSpMkLst>
            <pc:docMk/>
            <pc:sldMk cId="4038885695" sldId="899"/>
            <ac:cxnSpMk id="19" creationId="{537DB58A-5284-F319-96D6-197776121CA7}"/>
          </ac:cxnSpMkLst>
        </pc:cxnChg>
        <pc:cxnChg chg="del mod">
          <ac:chgData name="福原　颯(s24d164)" userId="5dad88b0-8d9f-4ea1-b2c6-c10a4d6d0a4a" providerId="ADAL" clId="{0DCB6831-DE3F-487C-BF32-DDF53F49950D}" dt="2025-10-02T13:18:17.364" v="20833" actId="478"/>
          <ac:cxnSpMkLst>
            <pc:docMk/>
            <pc:sldMk cId="4038885695" sldId="899"/>
            <ac:cxnSpMk id="24" creationId="{6AB1ED3D-A052-0B9E-12A0-580E43FA6771}"/>
          </ac:cxnSpMkLst>
        </pc:cxnChg>
        <pc:cxnChg chg="add mod">
          <ac:chgData name="福原　颯(s24d164)" userId="5dad88b0-8d9f-4ea1-b2c6-c10a4d6d0a4a" providerId="ADAL" clId="{0DCB6831-DE3F-487C-BF32-DDF53F49950D}" dt="2025-10-02T13:18:23.364" v="20835" actId="14100"/>
          <ac:cxnSpMkLst>
            <pc:docMk/>
            <pc:sldMk cId="4038885695" sldId="899"/>
            <ac:cxnSpMk id="55" creationId="{8BD8015A-0DE6-0996-10D4-01F55BD2A18E}"/>
          </ac:cxnSpMkLst>
        </pc:cxnChg>
        <pc:cxnChg chg="add del mod">
          <ac:chgData name="福原　颯(s24d164)" userId="5dad88b0-8d9f-4ea1-b2c6-c10a4d6d0a4a" providerId="ADAL" clId="{0DCB6831-DE3F-487C-BF32-DDF53F49950D}" dt="2025-10-02T13:18:26.112" v="20837" actId="478"/>
          <ac:cxnSpMkLst>
            <pc:docMk/>
            <pc:sldMk cId="4038885695" sldId="899"/>
            <ac:cxnSpMk id="58" creationId="{0077C259-2E3F-3C0E-3827-43647D500B1F}"/>
          </ac:cxnSpMkLst>
        </pc:cxnChg>
        <pc:cxnChg chg="add mod">
          <ac:chgData name="福原　颯(s24d164)" userId="5dad88b0-8d9f-4ea1-b2c6-c10a4d6d0a4a" providerId="ADAL" clId="{0DCB6831-DE3F-487C-BF32-DDF53F49950D}" dt="2025-10-02T13:18:50.735" v="20843" actId="693"/>
          <ac:cxnSpMkLst>
            <pc:docMk/>
            <pc:sldMk cId="4038885695" sldId="899"/>
            <ac:cxnSpMk id="60" creationId="{64F99F4A-C96C-E029-DDD1-B051EFDDEFBE}"/>
          </ac:cxnSpMkLst>
        </pc:cxnChg>
      </pc:sldChg>
      <pc:sldMasterChg chg="delSldLayout modSldLayout">
        <pc:chgData name="福原　颯(s24d164)" userId="5dad88b0-8d9f-4ea1-b2c6-c10a4d6d0a4a" providerId="ADAL" clId="{0DCB6831-DE3F-487C-BF32-DDF53F49950D}" dt="2025-09-24T12:32:31.041" v="7796" actId="47"/>
        <pc:sldMasterMkLst>
          <pc:docMk/>
          <pc:sldMasterMk cId="2438988794" sldId="2147483648"/>
        </pc:sldMasterMkLst>
        <pc:sldLayoutChg chg="delSp mod">
          <pc:chgData name="福原　颯(s24d164)" userId="5dad88b0-8d9f-4ea1-b2c6-c10a4d6d0a4a" providerId="ADAL" clId="{0DCB6831-DE3F-487C-BF32-DDF53F49950D}" dt="2025-09-22T18:47:57.810" v="1654" actId="47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7.756" v="165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12.941" v="1657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2.192" v="1655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">
          <pc:chgData name="福原　颯(s24d164)" userId="5dad88b0-8d9f-4ea1-b2c6-c10a4d6d0a4a" providerId="ADAL" clId="{0DCB6831-DE3F-487C-BF32-DDF53F49950D}" dt="2025-09-24T12:32:31.041" v="7796" actId="47"/>
          <pc:sldLayoutMkLst>
            <pc:docMk/>
            <pc:sldMasterMk cId="2438988794" sldId="2147483648"/>
            <pc:sldLayoutMk cId="46200857" sldId="2147483676"/>
          </pc:sldLayoutMkLst>
        </pc:sldLayoutChg>
      </pc:sldMasterChg>
    </pc:docChg>
  </pc:docChgLst>
  <pc:docChgLst>
    <pc:chgData name="福原　颯(s24d164)" userId="5dad88b0-8d9f-4ea1-b2c6-c10a4d6d0a4a" providerId="ADAL" clId="{EB6ABEE6-7904-40D5-A644-EB8508B49661}"/>
    <pc:docChg chg="undo redo custSel addSld delSld modSld sldOrd">
      <pc:chgData name="福原　颯(s24d164)" userId="5dad88b0-8d9f-4ea1-b2c6-c10a4d6d0a4a" providerId="ADAL" clId="{EB6ABEE6-7904-40D5-A644-EB8508B49661}" dt="2025-04-20T14:42:34.441" v="2004" actId="1036"/>
      <pc:docMkLst>
        <pc:docMk/>
      </pc:docMkLst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1684236110" sldId="580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993336348" sldId="581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780352205" sldId="581"/>
        </pc:sldMkLst>
      </pc:sldChg>
      <pc:sldChg chg="modSp mod">
        <pc:chgData name="福原　颯(s24d164)" userId="5dad88b0-8d9f-4ea1-b2c6-c10a4d6d0a4a" providerId="ADAL" clId="{EB6ABEE6-7904-40D5-A644-EB8508B49661}" dt="2025-04-20T13:42:16.146" v="1104" actId="20577"/>
        <pc:sldMkLst>
          <pc:docMk/>
          <pc:sldMk cId="2607922016" sldId="583"/>
        </pc:sldMkLst>
      </pc:sldChg>
      <pc:sldChg chg="modSp mod ord">
        <pc:chgData name="福原　颯(s24d164)" userId="5dad88b0-8d9f-4ea1-b2c6-c10a4d6d0a4a" providerId="ADAL" clId="{EB6ABEE6-7904-40D5-A644-EB8508B49661}" dt="2025-04-20T13:22:34.358" v="1033" actId="20577"/>
        <pc:sldMkLst>
          <pc:docMk/>
          <pc:sldMk cId="2474660793" sldId="589"/>
        </pc:sldMkLst>
      </pc:sldChg>
      <pc:sldChg chg="modSp mod ord">
        <pc:chgData name="福原　颯(s24d164)" userId="5dad88b0-8d9f-4ea1-b2c6-c10a4d6d0a4a" providerId="ADAL" clId="{EB6ABEE6-7904-40D5-A644-EB8508B49661}" dt="2025-04-20T11:31:30.385" v="44" actId="2057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108693724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4:48.871" v="1477" actId="14100"/>
        <pc:sldMkLst>
          <pc:docMk/>
          <pc:sldMk cId="3380040872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6:39.243" v="1503" actId="478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215048903" sldId="592"/>
        </pc:sldMkLst>
      </pc:sldChg>
      <pc:sldChg chg="ord">
        <pc:chgData name="福原　颯(s24d164)" userId="5dad88b0-8d9f-4ea1-b2c6-c10a4d6d0a4a" providerId="ADAL" clId="{EB6ABEE6-7904-40D5-A644-EB8508B49661}" dt="2025-04-20T13:21:39.209" v="1013"/>
        <pc:sldMkLst>
          <pc:docMk/>
          <pc:sldMk cId="613503289" sldId="594"/>
        </pc:sldMkLst>
      </pc:sldChg>
      <pc:sldChg chg="modSp add mod">
        <pc:chgData name="福原　颯(s24d164)" userId="5dad88b0-8d9f-4ea1-b2c6-c10a4d6d0a4a" providerId="ADAL" clId="{EB6ABEE6-7904-40D5-A644-EB8508B49661}" dt="2025-04-20T13:46:13.902" v="1205" actId="2057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806481061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4131599958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911912985" sldId="602"/>
        </pc:sldMkLst>
      </pc:sldChg>
      <pc:sldChg chg="add del">
        <pc:chgData name="福原　颯(s24d164)" userId="5dad88b0-8d9f-4ea1-b2c6-c10a4d6d0a4a" providerId="ADAL" clId="{EB6ABEE6-7904-40D5-A644-EB8508B49661}" dt="2025-04-20T14:17:20.189" v="1505" actId="2696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EB6ABEE6-7904-40D5-A644-EB8508B49661}" dt="2025-04-20T13:24:51.480" v="1046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EB6ABEE6-7904-40D5-A644-EB8508B49661}" dt="2025-04-20T13:24:47.184" v="1045" actId="269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EB6ABEE6-7904-40D5-A644-EB8508B49661}" dt="2025-04-20T13:25:02.178" v="1048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EB6ABEE6-7904-40D5-A644-EB8508B49661}" dt="2025-04-20T13:24:54.469" v="1047" actId="2696"/>
        <pc:sldMkLst>
          <pc:docMk/>
          <pc:sldMk cId="3137772186" sldId="657"/>
        </pc:sldMkLst>
      </pc:sldChg>
      <pc:sldChg chg="modSp mod">
        <pc:chgData name="福原　颯(s24d164)" userId="5dad88b0-8d9f-4ea1-b2c6-c10a4d6d0a4a" providerId="ADAL" clId="{EB6ABEE6-7904-40D5-A644-EB8508B49661}" dt="2025-04-20T13:42:29.398" v="1112" actId="20577"/>
        <pc:sldMkLst>
          <pc:docMk/>
          <pc:sldMk cId="3691397539" sldId="673"/>
        </pc:sldMkLst>
      </pc:sldChg>
      <pc:sldChg chg="modSp mod">
        <pc:chgData name="福原　颯(s24d164)" userId="5dad88b0-8d9f-4ea1-b2c6-c10a4d6d0a4a" providerId="ADAL" clId="{EB6ABEE6-7904-40D5-A644-EB8508B49661}" dt="2025-04-20T13:43:48.074" v="1119" actId="20577"/>
        <pc:sldMkLst>
          <pc:docMk/>
          <pc:sldMk cId="2670103010" sldId="676"/>
        </pc:sldMkLst>
      </pc:sldChg>
      <pc:sldChg chg="modSp mod">
        <pc:chgData name="福原　颯(s24d164)" userId="5dad88b0-8d9f-4ea1-b2c6-c10a4d6d0a4a" providerId="ADAL" clId="{EB6ABEE6-7904-40D5-A644-EB8508B49661}" dt="2025-04-20T14:41:04.666" v="1935" actId="20577"/>
        <pc:sldMkLst>
          <pc:docMk/>
          <pc:sldMk cId="297312426" sldId="679"/>
        </pc:sldMkLst>
      </pc:sldChg>
      <pc:sldChg chg="modSp add mod">
        <pc:chgData name="福原　颯(s24d164)" userId="5dad88b0-8d9f-4ea1-b2c6-c10a4d6d0a4a" providerId="ADAL" clId="{EB6ABEE6-7904-40D5-A644-EB8508B49661}" dt="2025-04-20T13:39:33.176" v="1094" actId="20577"/>
        <pc:sldMkLst>
          <pc:docMk/>
          <pc:sldMk cId="1027494523" sldId="680"/>
        </pc:sldMkLst>
      </pc:sldChg>
      <pc:sldChg chg="addSp delSp modSp add mod">
        <pc:chgData name="福原　颯(s24d164)" userId="5dad88b0-8d9f-4ea1-b2c6-c10a4d6d0a4a" providerId="ADAL" clId="{EB6ABEE6-7904-40D5-A644-EB8508B49661}" dt="2025-04-20T12:38:29.366" v="337" actId="478"/>
        <pc:sldMkLst>
          <pc:docMk/>
          <pc:sldMk cId="1858402699" sldId="681"/>
        </pc:sldMkLst>
      </pc:sldChg>
      <pc:sldChg chg="addSp delSp modSp add mod">
        <pc:chgData name="福原　颯(s24d164)" userId="5dad88b0-8d9f-4ea1-b2c6-c10a4d6d0a4a" providerId="ADAL" clId="{EB6ABEE6-7904-40D5-A644-EB8508B49661}" dt="2025-04-20T12:47:50.093" v="449" actId="1076"/>
        <pc:sldMkLst>
          <pc:docMk/>
          <pc:sldMk cId="2170542293" sldId="682"/>
        </pc:sldMkLst>
      </pc:sldChg>
      <pc:sldChg chg="addSp delSp modSp add mod">
        <pc:chgData name="福原　颯(s24d164)" userId="5dad88b0-8d9f-4ea1-b2c6-c10a4d6d0a4a" providerId="ADAL" clId="{EB6ABEE6-7904-40D5-A644-EB8508B49661}" dt="2025-04-20T12:59:10.820" v="515" actId="1076"/>
        <pc:sldMkLst>
          <pc:docMk/>
          <pc:sldMk cId="2602076223" sldId="683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09:33.620" v="781" actId="20577"/>
        <pc:sldMkLst>
          <pc:docMk/>
          <pc:sldMk cId="766899879" sldId="68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14:31.027" v="863" actId="14100"/>
        <pc:sldMkLst>
          <pc:docMk/>
          <pc:sldMk cId="1151438155" sldId="685"/>
        </pc:sldMkLst>
      </pc:sldChg>
      <pc:sldChg chg="modSp add mod ord modAnim">
        <pc:chgData name="福原　颯(s24d164)" userId="5dad88b0-8d9f-4ea1-b2c6-c10a4d6d0a4a" providerId="ADAL" clId="{EB6ABEE6-7904-40D5-A644-EB8508B49661}" dt="2025-04-20T14:20:15.251" v="1580" actId="20577"/>
        <pc:sldMkLst>
          <pc:docMk/>
          <pc:sldMk cId="3369265037" sldId="686"/>
        </pc:sldMkLst>
      </pc:sldChg>
      <pc:sldChg chg="delSp modSp add mod">
        <pc:chgData name="福原　颯(s24d164)" userId="5dad88b0-8d9f-4ea1-b2c6-c10a4d6d0a4a" providerId="ADAL" clId="{EB6ABEE6-7904-40D5-A644-EB8508B49661}" dt="2025-04-20T13:16:40.485" v="968" actId="1035"/>
        <pc:sldMkLst>
          <pc:docMk/>
          <pc:sldMk cId="140261298" sldId="687"/>
        </pc:sldMkLst>
      </pc:sldChg>
      <pc:sldChg chg="modSp add mod">
        <pc:chgData name="福原　颯(s24d164)" userId="5dad88b0-8d9f-4ea1-b2c6-c10a4d6d0a4a" providerId="ADAL" clId="{EB6ABEE6-7904-40D5-A644-EB8508B49661}" dt="2025-04-20T13:45:27.363" v="1148"/>
        <pc:sldMkLst>
          <pc:docMk/>
          <pc:sldMk cId="3003683084" sldId="688"/>
        </pc:sldMkLst>
      </pc:sldChg>
      <pc:sldChg chg="addSp delSp modSp add mod ord delAnim modAnim">
        <pc:chgData name="福原　颯(s24d164)" userId="5dad88b0-8d9f-4ea1-b2c6-c10a4d6d0a4a" providerId="ADAL" clId="{EB6ABEE6-7904-40D5-A644-EB8508B49661}" dt="2025-04-20T14:19:59.086" v="1572" actId="20577"/>
        <pc:sldMkLst>
          <pc:docMk/>
          <pc:sldMk cId="4007397206" sldId="689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825408814" sldId="69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493238509" sldId="69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107483113" sldId="69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202487081" sldId="69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242625462" sldId="69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026885756" sldId="69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709841563" sldId="696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009720823" sldId="697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527818713" sldId="698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1347399491" sldId="699"/>
        </pc:sldMkLst>
      </pc:sldChg>
      <pc:sldChg chg="modSp add mod">
        <pc:chgData name="福原　颯(s24d164)" userId="5dad88b0-8d9f-4ea1-b2c6-c10a4d6d0a4a" providerId="ADAL" clId="{EB6ABEE6-7904-40D5-A644-EB8508B49661}" dt="2025-04-20T13:49:41.396" v="1232" actId="20577"/>
        <pc:sldMkLst>
          <pc:docMk/>
          <pc:sldMk cId="2795419144" sldId="70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14382704" sldId="70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011500637" sldId="70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284330178" sldId="70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6801525" sldId="70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664450396" sldId="70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40435995" sldId="706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792825740" sldId="707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22024600" sldId="708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102385091" sldId="709"/>
        </pc:sldMkLst>
      </pc:sldChg>
      <pc:sldChg chg="modSp add mod">
        <pc:chgData name="福原　颯(s24d164)" userId="5dad88b0-8d9f-4ea1-b2c6-c10a4d6d0a4a" providerId="ADAL" clId="{EB6ABEE6-7904-40D5-A644-EB8508B49661}" dt="2025-04-20T13:52:27.248" v="1243"/>
        <pc:sldMkLst>
          <pc:docMk/>
          <pc:sldMk cId="1400444612" sldId="710"/>
        </pc:sldMkLst>
      </pc:sldChg>
      <pc:sldChg chg="modSp add mod">
        <pc:chgData name="福原　颯(s24d164)" userId="5dad88b0-8d9f-4ea1-b2c6-c10a4d6d0a4a" providerId="ADAL" clId="{EB6ABEE6-7904-40D5-A644-EB8508B49661}" dt="2025-04-20T13:56:18.688" v="1323" actId="20577"/>
        <pc:sldMkLst>
          <pc:docMk/>
          <pc:sldMk cId="3080915775" sldId="711"/>
        </pc:sldMkLst>
      </pc:sldChg>
      <pc:sldChg chg="modSp add mod ord modAnim">
        <pc:chgData name="福原　颯(s24d164)" userId="5dad88b0-8d9f-4ea1-b2c6-c10a4d6d0a4a" providerId="ADAL" clId="{EB6ABEE6-7904-40D5-A644-EB8508B49661}" dt="2025-04-20T14:20:09.595" v="1577" actId="20577"/>
        <pc:sldMkLst>
          <pc:docMk/>
          <pc:sldMk cId="3576073028" sldId="712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12:09.167" v="1456" actId="12788"/>
        <pc:sldMkLst>
          <pc:docMk/>
          <pc:sldMk cId="2380937204" sldId="713"/>
        </pc:sldMkLst>
      </pc:sldChg>
      <pc:sldChg chg="addSp delSp modSp add mod">
        <pc:chgData name="福原　颯(s24d164)" userId="5dad88b0-8d9f-4ea1-b2c6-c10a4d6d0a4a" providerId="ADAL" clId="{EB6ABEE6-7904-40D5-A644-EB8508B49661}" dt="2025-04-20T14:19:01.272" v="1550" actId="1076"/>
        <pc:sldMkLst>
          <pc:docMk/>
          <pc:sldMk cId="1737742054" sldId="71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40:13.665" v="1910" actId="478"/>
        <pc:sldMkLst>
          <pc:docMk/>
          <pc:sldMk cId="3581876873" sldId="715"/>
        </pc:sldMkLst>
      </pc:sldChg>
      <pc:sldChg chg="delSp modSp add mod">
        <pc:chgData name="福原　颯(s24d164)" userId="5dad88b0-8d9f-4ea1-b2c6-c10a4d6d0a4a" providerId="ADAL" clId="{EB6ABEE6-7904-40D5-A644-EB8508B49661}" dt="2025-04-20T14:18:13.912" v="1539" actId="1038"/>
        <pc:sldMkLst>
          <pc:docMk/>
          <pc:sldMk cId="3893737976" sldId="71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478284016" sldId="717"/>
        </pc:sldMkLst>
      </pc:sldChg>
      <pc:sldChg chg="modSp add del mod">
        <pc:chgData name="福原　颯(s24d164)" userId="5dad88b0-8d9f-4ea1-b2c6-c10a4d6d0a4a" providerId="ADAL" clId="{EB6ABEE6-7904-40D5-A644-EB8508B49661}" dt="2025-04-20T14:18:50.432" v="1549"/>
        <pc:sldMkLst>
          <pc:docMk/>
          <pc:sldMk cId="3109753098" sldId="71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83500893" sldId="721"/>
        </pc:sldMkLst>
      </pc:sldChg>
      <pc:sldChg chg="addSp modSp add mod">
        <pc:chgData name="福原　颯(s24d164)" userId="5dad88b0-8d9f-4ea1-b2c6-c10a4d6d0a4a" providerId="ADAL" clId="{EB6ABEE6-7904-40D5-A644-EB8508B49661}" dt="2025-04-20T14:37:08.108" v="1899" actId="207"/>
        <pc:sldMkLst>
          <pc:docMk/>
          <pc:sldMk cId="2874361062" sldId="722"/>
        </pc:sldMkLst>
      </pc:sldChg>
      <pc:sldChg chg="addSp modSp add mod">
        <pc:chgData name="福原　颯(s24d164)" userId="5dad88b0-8d9f-4ea1-b2c6-c10a4d6d0a4a" providerId="ADAL" clId="{EB6ABEE6-7904-40D5-A644-EB8508B49661}" dt="2025-04-20T14:37:26.476" v="1902" actId="14100"/>
        <pc:sldMkLst>
          <pc:docMk/>
          <pc:sldMk cId="1025365305" sldId="723"/>
        </pc:sldMkLst>
      </pc:sldChg>
      <pc:sldChg chg="addSp modSp add ord">
        <pc:chgData name="福原　颯(s24d164)" userId="5dad88b0-8d9f-4ea1-b2c6-c10a4d6d0a4a" providerId="ADAL" clId="{EB6ABEE6-7904-40D5-A644-EB8508B49661}" dt="2025-04-20T14:37:50.690" v="1905"/>
        <pc:sldMkLst>
          <pc:docMk/>
          <pc:sldMk cId="3168055280" sldId="72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212074026" sldId="72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714801825" sldId="72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947939097" sldId="73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534803861" sldId="731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77856073" sldId="73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272693426" sldId="73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07409191" sldId="738"/>
        </pc:sldMkLst>
      </pc:sldChg>
      <pc:sldChg chg="add">
        <pc:chgData name="福原　颯(s24d164)" userId="5dad88b0-8d9f-4ea1-b2c6-c10a4d6d0a4a" providerId="ADAL" clId="{EB6ABEE6-7904-40D5-A644-EB8508B49661}" dt="2025-04-20T14:40:42.739" v="1911"/>
        <pc:sldMkLst>
          <pc:docMk/>
          <pc:sldMk cId="3614919693" sldId="739"/>
        </pc:sldMkLst>
      </pc:sldChg>
      <pc:sldChg chg="modSp add mod">
        <pc:chgData name="福原　颯(s24d164)" userId="5dad88b0-8d9f-4ea1-b2c6-c10a4d6d0a4a" providerId="ADAL" clId="{EB6ABEE6-7904-40D5-A644-EB8508B49661}" dt="2025-04-20T14:40:54.290" v="1932" actId="20577"/>
        <pc:sldMkLst>
          <pc:docMk/>
          <pc:sldMk cId="1456073347" sldId="740"/>
        </pc:sldMkLst>
      </pc:sldChg>
      <pc:sldChg chg="modSp add mod">
        <pc:chgData name="福原　颯(s24d164)" userId="5dad88b0-8d9f-4ea1-b2c6-c10a4d6d0a4a" providerId="ADAL" clId="{EB6ABEE6-7904-40D5-A644-EB8508B49661}" dt="2025-04-20T14:42:34.441" v="2004" actId="1036"/>
        <pc:sldMkLst>
          <pc:docMk/>
          <pc:sldMk cId="1422684548" sldId="741"/>
        </pc:sldMkLst>
      </pc:sldChg>
    </pc:docChg>
  </pc:docChgLst>
  <pc:docChgLst>
    <pc:chgData name="福原　颯(s24d164)" userId="5dad88b0-8d9f-4ea1-b2c6-c10a4d6d0a4a" providerId="ADAL" clId="{2B155DD3-4A35-4FC9-8EE4-A771CB118917}"/>
    <pc:docChg chg="undo custSel addSld delSld modSld sldOrd">
      <pc:chgData name="福原　颯(s24d164)" userId="5dad88b0-8d9f-4ea1-b2c6-c10a4d6d0a4a" providerId="ADAL" clId="{2B155DD3-4A35-4FC9-8EE4-A771CB118917}" dt="2025-05-21T07:57:32.930" v="3480" actId="20577"/>
      <pc:docMkLst>
        <pc:docMk/>
      </pc:docMkLst>
      <pc:sldChg chg="modNotesTx">
        <pc:chgData name="福原　颯(s24d164)" userId="5dad88b0-8d9f-4ea1-b2c6-c10a4d6d0a4a" providerId="ADAL" clId="{2B155DD3-4A35-4FC9-8EE4-A771CB118917}" dt="2025-05-21T04:47:13.903" v="1070" actId="20577"/>
        <pc:sldMkLst>
          <pc:docMk/>
          <pc:sldMk cId="1123830566" sldId="775"/>
        </pc:sldMkLst>
      </pc:sldChg>
      <pc:sldChg chg="modNotesTx">
        <pc:chgData name="福原　颯(s24d164)" userId="5dad88b0-8d9f-4ea1-b2c6-c10a4d6d0a4a" providerId="ADAL" clId="{2B155DD3-4A35-4FC9-8EE4-A771CB118917}" dt="2025-05-21T06:26:30.032" v="2837" actId="20577"/>
        <pc:sldMkLst>
          <pc:docMk/>
          <pc:sldMk cId="372302214" sldId="777"/>
        </pc:sldMkLst>
      </pc:sldChg>
      <pc:sldChg chg="modSp mod modNotesTx">
        <pc:chgData name="福原　颯(s24d164)" userId="5dad88b0-8d9f-4ea1-b2c6-c10a4d6d0a4a" providerId="ADAL" clId="{2B155DD3-4A35-4FC9-8EE4-A771CB118917}" dt="2025-05-21T07:36:56.194" v="3229" actId="2057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2B155DD3-4A35-4FC9-8EE4-A771CB118917}" dt="2025-05-21T07:42:25.032" v="3432" actId="20577"/>
        <pc:sldMkLst>
          <pc:docMk/>
          <pc:sldMk cId="1044232084" sldId="779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2124321023" sldId="835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198777870" sldId="836"/>
        </pc:sldMkLst>
      </pc:sldChg>
      <pc:sldChg chg="del ord">
        <pc:chgData name="福原　颯(s24d164)" userId="5dad88b0-8d9f-4ea1-b2c6-c10a4d6d0a4a" providerId="ADAL" clId="{2B155DD3-4A35-4FC9-8EE4-A771CB118917}" dt="2025-05-21T04:43:10.525" v="932" actId="47"/>
        <pc:sldMkLst>
          <pc:docMk/>
          <pc:sldMk cId="1767126832" sldId="837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614216925" sldId="838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686283791" sldId="839"/>
        </pc:sldMkLst>
      </pc:sldChg>
      <pc:sldChg chg="modSp mod modNotesTx">
        <pc:chgData name="福原　颯(s24d164)" userId="5dad88b0-8d9f-4ea1-b2c6-c10a4d6d0a4a" providerId="ADAL" clId="{2B155DD3-4A35-4FC9-8EE4-A771CB118917}" dt="2025-05-21T05:20:45.754" v="1101" actId="20577"/>
        <pc:sldMkLst>
          <pc:docMk/>
          <pc:sldMk cId="242336293" sldId="840"/>
        </pc:sldMkLst>
      </pc:sldChg>
      <pc:sldChg chg="modSp add mod modNotesTx">
        <pc:chgData name="福原　颯(s24d164)" userId="5dad88b0-8d9f-4ea1-b2c6-c10a4d6d0a4a" providerId="ADAL" clId="{2B155DD3-4A35-4FC9-8EE4-A771CB118917}" dt="2025-05-21T05:28:30.904" v="1276" actId="20577"/>
        <pc:sldMkLst>
          <pc:docMk/>
          <pc:sldMk cId="1263326900" sldId="843"/>
        </pc:sldMkLst>
      </pc:sldChg>
      <pc:sldChg chg="addSp delSp modSp add mod modNotesTx">
        <pc:chgData name="福原　颯(s24d164)" userId="5dad88b0-8d9f-4ea1-b2c6-c10a4d6d0a4a" providerId="ADAL" clId="{2B155DD3-4A35-4FC9-8EE4-A771CB118917}" dt="2025-05-21T07:57:32.930" v="3480" actId="20577"/>
        <pc:sldMkLst>
          <pc:docMk/>
          <pc:sldMk cId="1085557549" sldId="844"/>
        </pc:sldMkLst>
      </pc:sldChg>
      <pc:sldChg chg="modSp add del mod">
        <pc:chgData name="福原　颯(s24d164)" userId="5dad88b0-8d9f-4ea1-b2c6-c10a4d6d0a4a" providerId="ADAL" clId="{2B155DD3-4A35-4FC9-8EE4-A771CB118917}" dt="2025-05-21T04:55:54.680" v="1077" actId="47"/>
        <pc:sldMkLst>
          <pc:docMk/>
          <pc:sldMk cId="2782221278" sldId="844"/>
        </pc:sldMkLst>
      </pc:sldChg>
      <pc:sldChg chg="delSp modSp add mod modNotesTx">
        <pc:chgData name="福原　颯(s24d164)" userId="5dad88b0-8d9f-4ea1-b2c6-c10a4d6d0a4a" providerId="ADAL" clId="{2B155DD3-4A35-4FC9-8EE4-A771CB118917}" dt="2025-05-21T05:59:04.580" v="1950" actId="20577"/>
        <pc:sldMkLst>
          <pc:docMk/>
          <pc:sldMk cId="498757275" sldId="845"/>
        </pc:sldMkLst>
      </pc:sldChg>
      <pc:sldChg chg="add del">
        <pc:chgData name="福原　颯(s24d164)" userId="5dad88b0-8d9f-4ea1-b2c6-c10a4d6d0a4a" providerId="ADAL" clId="{2B155DD3-4A35-4FC9-8EE4-A771CB118917}" dt="2025-05-21T07:29:44.654" v="2932" actId="2696"/>
        <pc:sldMkLst>
          <pc:docMk/>
          <pc:sldMk cId="2555791125" sldId="846"/>
        </pc:sldMkLst>
      </pc:sldChg>
      <pc:sldChg chg="delSp modSp add mod modNotesTx">
        <pc:chgData name="福原　颯(s24d164)" userId="5dad88b0-8d9f-4ea1-b2c6-c10a4d6d0a4a" providerId="ADAL" clId="{2B155DD3-4A35-4FC9-8EE4-A771CB118917}" dt="2025-05-21T07:41:41.392" v="3396" actId="20577"/>
        <pc:sldMkLst>
          <pc:docMk/>
          <pc:sldMk cId="3398119116" sldId="846"/>
        </pc:sldMkLst>
      </pc:sldChg>
      <pc:sldChg chg="add">
        <pc:chgData name="福原　颯(s24d164)" userId="5dad88b0-8d9f-4ea1-b2c6-c10a4d6d0a4a" providerId="ADAL" clId="{2B155DD3-4A35-4FC9-8EE4-A771CB118917}" dt="2025-05-21T07:57:01.394" v="3433"/>
        <pc:sldMkLst>
          <pc:docMk/>
          <pc:sldMk cId="4022854633" sldId="847"/>
        </pc:sldMkLst>
      </pc:sldChg>
    </pc:docChg>
  </pc:docChgLst>
  <pc:docChgLst>
    <pc:chgData name="福原　颯(s24d164)" userId="5dad88b0-8d9f-4ea1-b2c6-c10a4d6d0a4a" providerId="ADAL" clId="{E600DA78-11E4-41B2-903C-4D887E1B45DD}"/>
    <pc:docChg chg="undo custSel addSld delSld modSld sldOrd">
      <pc:chgData name="福原　颯(s24d164)" userId="5dad88b0-8d9f-4ea1-b2c6-c10a4d6d0a4a" providerId="ADAL" clId="{E600DA78-11E4-41B2-903C-4D887E1B45DD}" dt="2025-04-17T04:22:46.247" v="2868"/>
      <pc:docMkLst>
        <pc:docMk/>
      </pc:docMkLst>
      <pc:sldChg chg="modSp mod">
        <pc:chgData name="福原　颯(s24d164)" userId="5dad88b0-8d9f-4ea1-b2c6-c10a4d6d0a4a" providerId="ADAL" clId="{E600DA78-11E4-41B2-903C-4D887E1B45DD}" dt="2025-04-16T14:09:28.277" v="0" actId="1076"/>
        <pc:sldMkLst>
          <pc:docMk/>
          <pc:sldMk cId="3101350149" sldId="560"/>
        </pc:sldMkLst>
      </pc:sldChg>
      <pc:sldChg chg="addSp modSp mod ord">
        <pc:chgData name="福原　颯(s24d164)" userId="5dad88b0-8d9f-4ea1-b2c6-c10a4d6d0a4a" providerId="ADAL" clId="{E600DA78-11E4-41B2-903C-4D887E1B45DD}" dt="2025-04-16T23:41:53.650" v="2192"/>
        <pc:sldMkLst>
          <pc:docMk/>
          <pc:sldMk cId="916087398" sldId="610"/>
        </pc:sldMkLst>
      </pc:sldChg>
      <pc:sldChg chg="modSp mod">
        <pc:chgData name="福原　颯(s24d164)" userId="5dad88b0-8d9f-4ea1-b2c6-c10a4d6d0a4a" providerId="ADAL" clId="{E600DA78-11E4-41B2-903C-4D887E1B45DD}" dt="2025-04-16T14:27:03.048" v="306"/>
        <pc:sldMkLst>
          <pc:docMk/>
          <pc:sldMk cId="4186030189" sldId="613"/>
        </pc:sldMkLst>
      </pc:sldChg>
      <pc:sldChg chg="modSp mod">
        <pc:chgData name="福原　颯(s24d164)" userId="5dad88b0-8d9f-4ea1-b2c6-c10a4d6d0a4a" providerId="ADAL" clId="{E600DA78-11E4-41B2-903C-4D887E1B45DD}" dt="2025-04-17T04:19:34.505" v="2838" actId="2166"/>
        <pc:sldMkLst>
          <pc:docMk/>
          <pc:sldMk cId="3513932518" sldId="628"/>
        </pc:sldMkLst>
      </pc:sldChg>
      <pc:sldChg chg="ord">
        <pc:chgData name="福原　颯(s24d164)" userId="5dad88b0-8d9f-4ea1-b2c6-c10a4d6d0a4a" providerId="ADAL" clId="{E600DA78-11E4-41B2-903C-4D887E1B45DD}" dt="2025-04-17T04:19:06.234" v="2834"/>
        <pc:sldMkLst>
          <pc:docMk/>
          <pc:sldMk cId="1452543089" sldId="635"/>
        </pc:sldMkLst>
      </pc:sldChg>
      <pc:sldChg chg="modSp add mod">
        <pc:chgData name="福原　颯(s24d164)" userId="5dad88b0-8d9f-4ea1-b2c6-c10a4d6d0a4a" providerId="ADAL" clId="{E600DA78-11E4-41B2-903C-4D887E1B45DD}" dt="2025-04-16T15:12:23.637" v="1226" actId="20577"/>
        <pc:sldMkLst>
          <pc:docMk/>
          <pc:sldMk cId="2065830183" sldId="637"/>
        </pc:sldMkLst>
      </pc:sldChg>
      <pc:sldChg chg="addSp delSp modSp add mod">
        <pc:chgData name="福原　颯(s24d164)" userId="5dad88b0-8d9f-4ea1-b2c6-c10a4d6d0a4a" providerId="ADAL" clId="{E600DA78-11E4-41B2-903C-4D887E1B45DD}" dt="2025-04-16T15:10:29.261" v="1188"/>
        <pc:sldMkLst>
          <pc:docMk/>
          <pc:sldMk cId="1721929274" sldId="638"/>
        </pc:sldMkLst>
      </pc:sldChg>
      <pc:sldChg chg="addSp delSp modSp add mod">
        <pc:chgData name="福原　颯(s24d164)" userId="5dad88b0-8d9f-4ea1-b2c6-c10a4d6d0a4a" providerId="ADAL" clId="{E600DA78-11E4-41B2-903C-4D887E1B45DD}" dt="2025-04-16T14:58:35.390" v="1186" actId="1076"/>
        <pc:sldMkLst>
          <pc:docMk/>
          <pc:sldMk cId="1544404625" sldId="639"/>
        </pc:sldMkLst>
      </pc:sldChg>
      <pc:sldChg chg="addSp delSp modSp add mod">
        <pc:chgData name="福原　颯(s24d164)" userId="5dad88b0-8d9f-4ea1-b2c6-c10a4d6d0a4a" providerId="ADAL" clId="{E600DA78-11E4-41B2-903C-4D887E1B45DD}" dt="2025-04-16T15:13:39.888" v="1287" actId="20577"/>
        <pc:sldMkLst>
          <pc:docMk/>
          <pc:sldMk cId="880300470" sldId="640"/>
        </pc:sldMkLst>
      </pc:sldChg>
      <pc:sldChg chg="modSp add mod">
        <pc:chgData name="福原　颯(s24d164)" userId="5dad88b0-8d9f-4ea1-b2c6-c10a4d6d0a4a" providerId="ADAL" clId="{E600DA78-11E4-41B2-903C-4D887E1B45DD}" dt="2025-04-17T02:49:08.763" v="2746" actId="1076"/>
        <pc:sldMkLst>
          <pc:docMk/>
          <pc:sldMk cId="1605259489" sldId="641"/>
        </pc:sldMkLst>
      </pc:sldChg>
      <pc:sldChg chg="delSp modSp add mod">
        <pc:chgData name="福原　颯(s24d164)" userId="5dad88b0-8d9f-4ea1-b2c6-c10a4d6d0a4a" providerId="ADAL" clId="{E600DA78-11E4-41B2-903C-4D887E1B45DD}" dt="2025-04-16T15:37:11.287" v="1980" actId="207"/>
        <pc:sldMkLst>
          <pc:docMk/>
          <pc:sldMk cId="357232194" sldId="642"/>
        </pc:sldMkLst>
      </pc:sldChg>
      <pc:sldChg chg="addSp delSp modSp add mod">
        <pc:chgData name="福原　颯(s24d164)" userId="5dad88b0-8d9f-4ea1-b2c6-c10a4d6d0a4a" providerId="ADAL" clId="{E600DA78-11E4-41B2-903C-4D887E1B45DD}" dt="2025-04-16T15:38:57.148" v="2036" actId="20577"/>
        <pc:sldMkLst>
          <pc:docMk/>
          <pc:sldMk cId="2456207333" sldId="643"/>
        </pc:sldMkLst>
      </pc:sldChg>
      <pc:sldChg chg="modSp add mod">
        <pc:chgData name="福原　颯(s24d164)" userId="5dad88b0-8d9f-4ea1-b2c6-c10a4d6d0a4a" providerId="ADAL" clId="{E600DA78-11E4-41B2-903C-4D887E1B45DD}" dt="2025-04-16T15:38:02.719" v="2013" actId="20577"/>
        <pc:sldMkLst>
          <pc:docMk/>
          <pc:sldMk cId="2897089251" sldId="644"/>
        </pc:sldMkLst>
      </pc:sldChg>
      <pc:sldChg chg="add del">
        <pc:chgData name="福原　颯(s24d164)" userId="5dad88b0-8d9f-4ea1-b2c6-c10a4d6d0a4a" providerId="ADAL" clId="{E600DA78-11E4-41B2-903C-4D887E1B45DD}" dt="2025-04-16T15:38:32.669" v="2017" actId="47"/>
        <pc:sldMkLst>
          <pc:docMk/>
          <pc:sldMk cId="1230504199" sldId="645"/>
        </pc:sldMkLst>
      </pc:sldChg>
      <pc:sldChg chg="add del">
        <pc:chgData name="福原　颯(s24d164)" userId="5dad88b0-8d9f-4ea1-b2c6-c10a4d6d0a4a" providerId="ADAL" clId="{E600DA78-11E4-41B2-903C-4D887E1B45DD}" dt="2025-04-16T15:38:20.179" v="2015" actId="47"/>
        <pc:sldMkLst>
          <pc:docMk/>
          <pc:sldMk cId="1350944605" sldId="645"/>
        </pc:sldMkLst>
      </pc:sldChg>
      <pc:sldChg chg="add del ord">
        <pc:chgData name="福原　颯(s24d164)" userId="5dad88b0-8d9f-4ea1-b2c6-c10a4d6d0a4a" providerId="ADAL" clId="{E600DA78-11E4-41B2-903C-4D887E1B45DD}" dt="2025-04-16T23:42:08.134" v="2196" actId="47"/>
        <pc:sldMkLst>
          <pc:docMk/>
          <pc:sldMk cId="2089749391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2:00.371" v="2736" actId="1076"/>
        <pc:sldMkLst>
          <pc:docMk/>
          <pc:sldMk cId="4272165653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1:10.951" v="2733"/>
        <pc:sldMkLst>
          <pc:docMk/>
          <pc:sldMk cId="2294470110" sldId="646"/>
        </pc:sldMkLst>
      </pc:sldChg>
      <pc:sldChg chg="addSp delSp modSp add mod">
        <pc:chgData name="福原　颯(s24d164)" userId="5dad88b0-8d9f-4ea1-b2c6-c10a4d6d0a4a" providerId="ADAL" clId="{E600DA78-11E4-41B2-903C-4D887E1B45DD}" dt="2025-04-17T02:30:57.661" v="2730" actId="1036"/>
        <pc:sldMkLst>
          <pc:docMk/>
          <pc:sldMk cId="2671444028" sldId="647"/>
        </pc:sldMkLst>
      </pc:sldChg>
      <pc:sldChg chg="delSp modSp add mod">
        <pc:chgData name="福原　颯(s24d164)" userId="5dad88b0-8d9f-4ea1-b2c6-c10a4d6d0a4a" providerId="ADAL" clId="{E600DA78-11E4-41B2-903C-4D887E1B45DD}" dt="2025-04-17T02:31:20.002" v="2735" actId="20577"/>
        <pc:sldMkLst>
          <pc:docMk/>
          <pc:sldMk cId="2388907316" sldId="648"/>
        </pc:sldMkLst>
      </pc:sldChg>
      <pc:sldChg chg="addSp delSp modSp add mod ord">
        <pc:chgData name="福原　颯(s24d164)" userId="5dad88b0-8d9f-4ea1-b2c6-c10a4d6d0a4a" providerId="ADAL" clId="{E600DA78-11E4-41B2-903C-4D887E1B45DD}" dt="2025-04-17T04:22:46.247" v="2868"/>
        <pc:sldMkLst>
          <pc:docMk/>
          <pc:sldMk cId="54967229" sldId="649"/>
        </pc:sldMkLst>
      </pc:sldChg>
      <pc:sldChg chg="modSp add del mod">
        <pc:chgData name="福原　颯(s24d164)" userId="5dad88b0-8d9f-4ea1-b2c6-c10a4d6d0a4a" providerId="ADAL" clId="{E600DA78-11E4-41B2-903C-4D887E1B45DD}" dt="2025-04-17T04:21:54.224" v="2845" actId="47"/>
        <pc:sldMkLst>
          <pc:docMk/>
          <pc:sldMk cId="807447798" sldId="650"/>
        </pc:sldMkLst>
      </pc:sldChg>
      <pc:sldChg chg="modSp add mod">
        <pc:chgData name="福原　颯(s24d164)" userId="5dad88b0-8d9f-4ea1-b2c6-c10a4d6d0a4a" providerId="ADAL" clId="{E600DA78-11E4-41B2-903C-4D887E1B45DD}" dt="2025-04-17T04:19:47.700" v="2840" actId="14100"/>
        <pc:sldMkLst>
          <pc:docMk/>
          <pc:sldMk cId="358225895" sldId="651"/>
        </pc:sldMkLst>
      </pc:sldChg>
      <pc:sldChg chg="modSp add mod ord">
        <pc:chgData name="福原　颯(s24d164)" userId="5dad88b0-8d9f-4ea1-b2c6-c10a4d6d0a4a" providerId="ADAL" clId="{E600DA78-11E4-41B2-903C-4D887E1B45DD}" dt="2025-04-17T04:22:44.913" v="2866"/>
        <pc:sldMkLst>
          <pc:docMk/>
          <pc:sldMk cId="1698799354" sldId="652"/>
        </pc:sldMkLst>
      </pc:sldChg>
    </pc:docChg>
  </pc:docChgLst>
  <pc:docChgLst>
    <pc:chgData name="福原　颯(s24d164)" userId="5dad88b0-8d9f-4ea1-b2c6-c10a4d6d0a4a" providerId="ADAL" clId="{3C964038-776C-4D49-8308-34FA357E70F7}"/>
    <pc:docChg chg="undo custSel addSld delSld modSld sldOrd">
      <pc:chgData name="福原　颯(s24d164)" userId="5dad88b0-8d9f-4ea1-b2c6-c10a4d6d0a4a" providerId="ADAL" clId="{3C964038-776C-4D49-8308-34FA357E70F7}" dt="2025-05-21T04:05:08.728" v="4169" actId="20577"/>
      <pc:docMkLst>
        <pc:docMk/>
      </pc:docMkLst>
      <pc:sldChg chg="modNotesTx">
        <pc:chgData name="福原　颯(s24d164)" userId="5dad88b0-8d9f-4ea1-b2c6-c10a4d6d0a4a" providerId="ADAL" clId="{3C964038-776C-4D49-8308-34FA357E70F7}" dt="2025-05-21T02:29:39.886" v="2987" actId="20577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2835516325" sldId="819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057088426" sldId="821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662068360" sldId="822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223591195" sldId="82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17997568" sldId="824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907561463" sldId="825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692953177" sldId="826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41563283" sldId="827"/>
        </pc:sldMkLst>
      </pc:sldChg>
      <pc:sldChg chg="addSp delSp modSp mod modNotesTx">
        <pc:chgData name="福原　颯(s24d164)" userId="5dad88b0-8d9f-4ea1-b2c6-c10a4d6d0a4a" providerId="ADAL" clId="{3C964038-776C-4D49-8308-34FA357E70F7}" dt="2025-05-21T02:07:30.120" v="2789" actId="27636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494564538" sldId="829"/>
        </pc:sldMkLst>
      </pc:sldChg>
      <pc:sldChg chg="addSp delSp modSp mod modAnim modNotesTx">
        <pc:chgData name="福原　颯(s24d164)" userId="5dad88b0-8d9f-4ea1-b2c6-c10a4d6d0a4a" providerId="ADAL" clId="{3C964038-776C-4D49-8308-34FA357E70F7}" dt="2025-05-21T02:40:49.182" v="3160" actId="2057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775474573" sldId="831"/>
        </pc:sldMkLst>
      </pc:sldChg>
      <pc:sldChg chg="addSp delSp modSp mod delAnim modAnim modNotesTx">
        <pc:chgData name="福原　颯(s24d164)" userId="5dad88b0-8d9f-4ea1-b2c6-c10a4d6d0a4a" providerId="ADAL" clId="{3C964038-776C-4D49-8308-34FA357E70F7}" dt="2025-05-21T02:40:30.801" v="3159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3C964038-776C-4D49-8308-34FA357E70F7}" dt="2025-05-21T03:18:47.368" v="3621" actId="2057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4033898058" sldId="834"/>
        </pc:sldMkLst>
      </pc:sldChg>
      <pc:sldChg chg="modSp mod modNotesTx">
        <pc:chgData name="福原　颯(s24d164)" userId="5dad88b0-8d9f-4ea1-b2c6-c10a4d6d0a4a" providerId="ADAL" clId="{3C964038-776C-4D49-8308-34FA357E70F7}" dt="2025-05-21T04:05:08.728" v="4169" actId="20577"/>
        <pc:sldMkLst>
          <pc:docMk/>
          <pc:sldMk cId="2124321023" sldId="835"/>
        </pc:sldMkLst>
      </pc:sldChg>
      <pc:sldChg chg="modSp mod ord">
        <pc:chgData name="福原　颯(s24d164)" userId="5dad88b0-8d9f-4ea1-b2c6-c10a4d6d0a4a" providerId="ADAL" clId="{3C964038-776C-4D49-8308-34FA357E70F7}" dt="2025-05-21T03:26:18.271" v="3780"/>
        <pc:sldMkLst>
          <pc:docMk/>
          <pc:sldMk cId="1198777870" sldId="836"/>
        </pc:sldMkLst>
      </pc:sldChg>
      <pc:sldChg chg="modSp add mod">
        <pc:chgData name="福原　颯(s24d164)" userId="5dad88b0-8d9f-4ea1-b2c6-c10a4d6d0a4a" providerId="ADAL" clId="{3C964038-776C-4D49-8308-34FA357E70F7}" dt="2025-05-20T17:02:55.407" v="1720"/>
        <pc:sldMkLst>
          <pc:docMk/>
          <pc:sldMk cId="1767126832" sldId="837"/>
        </pc:sldMkLst>
      </pc:sldChg>
      <pc:sldChg chg="modSp add mod">
        <pc:chgData name="福原　颯(s24d164)" userId="5dad88b0-8d9f-4ea1-b2c6-c10a4d6d0a4a" providerId="ADAL" clId="{3C964038-776C-4D49-8308-34FA357E70F7}" dt="2025-05-20T17:01:59.345" v="1719" actId="113"/>
        <pc:sldMkLst>
          <pc:docMk/>
          <pc:sldMk cId="614216925" sldId="838"/>
        </pc:sldMkLst>
      </pc:sldChg>
      <pc:sldChg chg="addSp modSp add del mod ord">
        <pc:chgData name="福原　颯(s24d164)" userId="5dad88b0-8d9f-4ea1-b2c6-c10a4d6d0a4a" providerId="ADAL" clId="{3C964038-776C-4D49-8308-34FA357E70F7}" dt="2025-05-21T02:46:50.138" v="3245"/>
        <pc:sldMkLst>
          <pc:docMk/>
          <pc:sldMk cId="1686283791" sldId="839"/>
        </pc:sldMkLst>
      </pc:sldChg>
      <pc:sldChg chg="add del">
        <pc:chgData name="福原　颯(s24d164)" userId="5dad88b0-8d9f-4ea1-b2c6-c10a4d6d0a4a" providerId="ADAL" clId="{3C964038-776C-4D49-8308-34FA357E70F7}" dt="2025-05-20T14:56:25.573" v="310"/>
        <pc:sldMkLst>
          <pc:docMk/>
          <pc:sldMk cId="2658509202" sldId="839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3:56:30.886" v="3950" actId="20577"/>
        <pc:sldMkLst>
          <pc:docMk/>
          <pc:sldMk cId="242336293" sldId="840"/>
        </pc:sldMkLst>
      </pc:sldChg>
      <pc:sldChg chg="add del">
        <pc:chgData name="福原　颯(s24d164)" userId="5dad88b0-8d9f-4ea1-b2c6-c10a4d6d0a4a" providerId="ADAL" clId="{3C964038-776C-4D49-8308-34FA357E70F7}" dt="2025-05-20T16:40:28.476" v="1179"/>
        <pc:sldMkLst>
          <pc:docMk/>
          <pc:sldMk cId="2018082961" sldId="841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2:15:16.527" v="2906" actId="14100"/>
        <pc:sldMkLst>
          <pc:docMk/>
          <pc:sldMk cId="2028234339" sldId="841"/>
        </pc:sldMkLst>
      </pc:sldChg>
      <pc:sldChg chg="addSp delSp modSp add mod delAnim modAnim modNotesTx">
        <pc:chgData name="福原　颯(s24d164)" userId="5dad88b0-8d9f-4ea1-b2c6-c10a4d6d0a4a" providerId="ADAL" clId="{3C964038-776C-4D49-8308-34FA357E70F7}" dt="2025-05-21T02:22:21.702" v="2926"/>
        <pc:sldMkLst>
          <pc:docMk/>
          <pc:sldMk cId="1331827825" sldId="842"/>
        </pc:sldMkLst>
      </pc:sldChg>
    </pc:docChg>
  </pc:docChgLst>
  <pc:docChgLst>
    <pc:chgData name="福原　颯(s24d164)" userId="5dad88b0-8d9f-4ea1-b2c6-c10a4d6d0a4a" providerId="ADAL" clId="{C53A4285-196A-4D11-8674-1D2BC2ABDEFF}"/>
    <pc:docChg chg="undo custSel addSld delSld modSld sldOrd">
      <pc:chgData name="福原　颯(s24d164)" userId="5dad88b0-8d9f-4ea1-b2c6-c10a4d6d0a4a" providerId="ADAL" clId="{C53A4285-196A-4D11-8674-1D2BC2ABDEFF}" dt="2024-09-17T08:42:18.147" v="2705" actId="20577"/>
      <pc:docMkLst>
        <pc:docMk/>
      </pc:docMkLst>
      <pc:sldChg chg="modSp mod">
        <pc:chgData name="福原　颯(s24d164)" userId="5dad88b0-8d9f-4ea1-b2c6-c10a4d6d0a4a" providerId="ADAL" clId="{C53A4285-196A-4D11-8674-1D2BC2ABDEFF}" dt="2024-09-17T08:31:05.221" v="2688" actId="14100"/>
        <pc:sldMkLst>
          <pc:docMk/>
          <pc:sldMk cId="3280360261" sldId="416"/>
        </pc:sldMkLst>
      </pc:sldChg>
      <pc:sldChg chg="modSp mod">
        <pc:chgData name="福原　颯(s24d164)" userId="5dad88b0-8d9f-4ea1-b2c6-c10a4d6d0a4a" providerId="ADAL" clId="{C53A4285-196A-4D11-8674-1D2BC2ABDEFF}" dt="2024-09-17T06:30:49.593" v="1275" actId="2057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490490762" sldId="515"/>
        </pc:sldMkLst>
      </pc:sldChg>
      <pc:sldChg chg="addSp delSp modSp mod delAnim modAnim">
        <pc:chgData name="福原　颯(s24d164)" userId="5dad88b0-8d9f-4ea1-b2c6-c10a4d6d0a4a" providerId="ADAL" clId="{C53A4285-196A-4D11-8674-1D2BC2ABDEFF}" dt="2024-09-17T08:42:18.147" v="2705" actId="20577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1847442067" sldId="519"/>
        </pc:sldMkLst>
      </pc:sldChg>
      <pc:sldChg chg="modSp del mod ord">
        <pc:chgData name="福原　颯(s24d164)" userId="5dad88b0-8d9f-4ea1-b2c6-c10a4d6d0a4a" providerId="ADAL" clId="{C53A4285-196A-4D11-8674-1D2BC2ABDEFF}" dt="2024-09-17T06:33:24.418" v="1276" actId="47"/>
        <pc:sldMkLst>
          <pc:docMk/>
          <pc:sldMk cId="3811090466" sldId="521"/>
        </pc:sldMkLst>
      </pc:sldChg>
      <pc:sldChg chg="modSp mod">
        <pc:chgData name="福原　颯(s24d164)" userId="5dad88b0-8d9f-4ea1-b2c6-c10a4d6d0a4a" providerId="ADAL" clId="{C53A4285-196A-4D11-8674-1D2BC2ABDEFF}" dt="2024-09-17T06:50:32.257" v="1448" actId="403"/>
        <pc:sldMkLst>
          <pc:docMk/>
          <pc:sldMk cId="926834026" sldId="522"/>
        </pc:sldMkLst>
      </pc:sldChg>
      <pc:sldChg chg="modSp add mod">
        <pc:chgData name="福原　颯(s24d164)" userId="5dad88b0-8d9f-4ea1-b2c6-c10a4d6d0a4a" providerId="ADAL" clId="{C53A4285-196A-4D11-8674-1D2BC2ABDEFF}" dt="2024-09-17T07:04:49.292" v="1650" actId="2710"/>
        <pc:sldMkLst>
          <pc:docMk/>
          <pc:sldMk cId="1492636824" sldId="524"/>
        </pc:sldMkLst>
      </pc:sldChg>
      <pc:sldChg chg="modSp add mod">
        <pc:chgData name="福原　颯(s24d164)" userId="5dad88b0-8d9f-4ea1-b2c6-c10a4d6d0a4a" providerId="ADAL" clId="{C53A4285-196A-4D11-8674-1D2BC2ABDEFF}" dt="2024-09-17T06:38:16.007" v="1416" actId="1076"/>
        <pc:sldMkLst>
          <pc:docMk/>
          <pc:sldMk cId="2214710177" sldId="525"/>
        </pc:sldMkLst>
      </pc:sldChg>
      <pc:sldChg chg="modSp add mod">
        <pc:chgData name="福原　颯(s24d164)" userId="5dad88b0-8d9f-4ea1-b2c6-c10a4d6d0a4a" providerId="ADAL" clId="{C53A4285-196A-4D11-8674-1D2BC2ABDEFF}" dt="2024-09-17T06:41:00.205" v="1442" actId="1076"/>
        <pc:sldMkLst>
          <pc:docMk/>
          <pc:sldMk cId="2437077959" sldId="526"/>
        </pc:sldMkLst>
      </pc:sldChg>
      <pc:sldChg chg="addSp delSp modSp add mod">
        <pc:chgData name="福原　颯(s24d164)" userId="5dad88b0-8d9f-4ea1-b2c6-c10a4d6d0a4a" providerId="ADAL" clId="{C53A4285-196A-4D11-8674-1D2BC2ABDEFF}" dt="2024-09-17T07:02:26.807" v="1604" actId="22"/>
        <pc:sldMkLst>
          <pc:docMk/>
          <pc:sldMk cId="3238925954" sldId="527"/>
        </pc:sldMkLst>
      </pc:sldChg>
      <pc:sldChg chg="modSp add mod">
        <pc:chgData name="福原　颯(s24d164)" userId="5dad88b0-8d9f-4ea1-b2c6-c10a4d6d0a4a" providerId="ADAL" clId="{C53A4285-196A-4D11-8674-1D2BC2ABDEFF}" dt="2024-09-17T07:02:39.037" v="1632" actId="20577"/>
        <pc:sldMkLst>
          <pc:docMk/>
          <pc:sldMk cId="3078364756" sldId="528"/>
        </pc:sldMkLst>
      </pc:sldChg>
      <pc:sldChg chg="modSp add mod">
        <pc:chgData name="福原　颯(s24d164)" userId="5dad88b0-8d9f-4ea1-b2c6-c10a4d6d0a4a" providerId="ADAL" clId="{C53A4285-196A-4D11-8674-1D2BC2ABDEFF}" dt="2024-09-17T08:16:47.578" v="2201" actId="20577"/>
        <pc:sldMkLst>
          <pc:docMk/>
          <pc:sldMk cId="1553454736" sldId="529"/>
        </pc:sldMkLst>
      </pc:sldChg>
      <pc:sldChg chg="delSp modSp add mod">
        <pc:chgData name="福原　颯(s24d164)" userId="5dad88b0-8d9f-4ea1-b2c6-c10a4d6d0a4a" providerId="ADAL" clId="{C53A4285-196A-4D11-8674-1D2BC2ABDEFF}" dt="2024-09-17T08:21:28.013" v="2311" actId="478"/>
        <pc:sldMkLst>
          <pc:docMk/>
          <pc:sldMk cId="105125504" sldId="530"/>
        </pc:sldMkLst>
      </pc:sldChg>
      <pc:sldChg chg="delSp modSp add mod delAnim">
        <pc:chgData name="福原　颯(s24d164)" userId="5dad88b0-8d9f-4ea1-b2c6-c10a4d6d0a4a" providerId="ADAL" clId="{C53A4285-196A-4D11-8674-1D2BC2ABDEFF}" dt="2024-09-17T08:30:39.759" v="2687" actId="20577"/>
        <pc:sldMkLst>
          <pc:docMk/>
          <pc:sldMk cId="1777063703" sldId="531"/>
        </pc:sldMkLst>
      </pc:sldChg>
    </pc:docChg>
  </pc:docChgLst>
  <pc:docChgLst>
    <pc:chgData name="福原　颯(s24d164)" userId="5dad88b0-8d9f-4ea1-b2c6-c10a4d6d0a4a" providerId="ADAL" clId="{BD0AFF9A-E70F-4E81-9778-D4A7D14FBC2C}"/>
    <pc:docChg chg="modSld">
      <pc:chgData name="福原　颯(s24d164)" userId="5dad88b0-8d9f-4ea1-b2c6-c10a4d6d0a4a" providerId="ADAL" clId="{BD0AFF9A-E70F-4E81-9778-D4A7D14FBC2C}" dt="2025-02-28T11:52:16.310" v="35" actId="20577"/>
      <pc:docMkLst>
        <pc:docMk/>
      </pc:docMkLst>
      <pc:sldChg chg="modSp mod">
        <pc:chgData name="福原　颯(s24d164)" userId="5dad88b0-8d9f-4ea1-b2c6-c10a4d6d0a4a" providerId="ADAL" clId="{BD0AFF9A-E70F-4E81-9778-D4A7D14FBC2C}" dt="2025-02-28T11:47:00.085" v="0" actId="404"/>
        <pc:sldMkLst>
          <pc:docMk/>
          <pc:sldMk cId="2426550954" sldId="515"/>
        </pc:sldMkLst>
      </pc:sldChg>
      <pc:sldChg chg="modSp mod">
        <pc:chgData name="福原　颯(s24d164)" userId="5dad88b0-8d9f-4ea1-b2c6-c10a4d6d0a4a" providerId="ADAL" clId="{BD0AFF9A-E70F-4E81-9778-D4A7D14FBC2C}" dt="2025-02-28T11:51:40.921" v="5" actId="20577"/>
        <pc:sldMkLst>
          <pc:docMk/>
          <pc:sldMk cId="1503990763" sldId="519"/>
        </pc:sldMkLst>
      </pc:sldChg>
      <pc:sldChg chg="modSp mod">
        <pc:chgData name="福原　颯(s24d164)" userId="5dad88b0-8d9f-4ea1-b2c6-c10a4d6d0a4a" providerId="ADAL" clId="{BD0AFF9A-E70F-4E81-9778-D4A7D14FBC2C}" dt="2025-02-28T11:52:16.310" v="35" actId="20577"/>
        <pc:sldMkLst>
          <pc:docMk/>
          <pc:sldMk cId="328881671" sldId="522"/>
        </pc:sldMkLst>
      </pc:sldChg>
      <pc:sldChg chg="modSp mod">
        <pc:chgData name="福原　颯(s24d164)" userId="5dad88b0-8d9f-4ea1-b2c6-c10a4d6d0a4a" providerId="ADAL" clId="{BD0AFF9A-E70F-4E81-9778-D4A7D14FBC2C}" dt="2025-02-28T11:47:47.620" v="2" actId="403"/>
        <pc:sldMkLst>
          <pc:docMk/>
          <pc:sldMk cId="4071877879" sldId="526"/>
        </pc:sldMkLst>
      </pc:sldChg>
    </pc:docChg>
  </pc:docChgLst>
  <pc:docChgLst>
    <pc:chgData name="福原　颯(s24d164)" userId="5dad88b0-8d9f-4ea1-b2c6-c10a4d6d0a4a" providerId="ADAL" clId="{B309EE40-101B-4684-AB9B-88923C1D6DBC}"/>
    <pc:docChg chg="undo custSel addSld delSld modSld sldOrd">
      <pc:chgData name="福原　颯(s24d164)" userId="5dad88b0-8d9f-4ea1-b2c6-c10a4d6d0a4a" providerId="ADAL" clId="{B309EE40-101B-4684-AB9B-88923C1D6DBC}" dt="2024-09-02T11:49:12.245" v="1127" actId="20577"/>
      <pc:docMkLst>
        <pc:docMk/>
      </pc:docMkLst>
      <pc:sldChg chg="modSp">
        <pc:chgData name="福原　颯(s24d164)" userId="5dad88b0-8d9f-4ea1-b2c6-c10a4d6d0a4a" providerId="ADAL" clId="{B309EE40-101B-4684-AB9B-88923C1D6DBC}" dt="2024-09-02T11:47:52.081" v="1088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B309EE40-101B-4684-AB9B-88923C1D6DBC}" dt="2024-09-02T10:56:40.232" v="0" actId="47"/>
        <pc:sldMkLst>
          <pc:docMk/>
          <pc:sldMk cId="1306570241" sldId="450"/>
        </pc:sldMkLst>
      </pc:sldChg>
      <pc:sldChg chg="del">
        <pc:chgData name="福原　颯(s24d164)" userId="5dad88b0-8d9f-4ea1-b2c6-c10a4d6d0a4a" providerId="ADAL" clId="{B309EE40-101B-4684-AB9B-88923C1D6DBC}" dt="2024-09-02T10:56:50.301" v="1" actId="47"/>
        <pc:sldMkLst>
          <pc:docMk/>
          <pc:sldMk cId="609736001" sldId="456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702183722" sldId="462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914751642" sldId="464"/>
        </pc:sldMkLst>
      </pc:sldChg>
      <pc:sldChg chg="addSp delSp modSp add mod">
        <pc:chgData name="福原　颯(s24d164)" userId="5dad88b0-8d9f-4ea1-b2c6-c10a4d6d0a4a" providerId="ADAL" clId="{B309EE40-101B-4684-AB9B-88923C1D6DBC}" dt="2024-09-02T11:04:16.223" v="218" actId="1076"/>
        <pc:sldMkLst>
          <pc:docMk/>
          <pc:sldMk cId="3606352560" sldId="467"/>
        </pc:sldMkLst>
      </pc:sldChg>
      <pc:sldChg chg="modSp add mod ord">
        <pc:chgData name="福原　颯(s24d164)" userId="5dad88b0-8d9f-4ea1-b2c6-c10a4d6d0a4a" providerId="ADAL" clId="{B309EE40-101B-4684-AB9B-88923C1D6DBC}" dt="2024-09-02T11:06:47.411" v="228"/>
        <pc:sldMkLst>
          <pc:docMk/>
          <pc:sldMk cId="3413148916" sldId="468"/>
        </pc:sldMkLst>
      </pc:sldChg>
      <pc:sldChg chg="addSp delSp modSp add mod">
        <pc:chgData name="福原　颯(s24d164)" userId="5dad88b0-8d9f-4ea1-b2c6-c10a4d6d0a4a" providerId="ADAL" clId="{B309EE40-101B-4684-AB9B-88923C1D6DBC}" dt="2024-09-02T11:11:55.297" v="269" actId="1076"/>
        <pc:sldMkLst>
          <pc:docMk/>
          <pc:sldMk cId="2760283428" sldId="469"/>
        </pc:sldMkLst>
      </pc:sldChg>
      <pc:sldChg chg="addSp modSp add mod">
        <pc:chgData name="福原　颯(s24d164)" userId="5dad88b0-8d9f-4ea1-b2c6-c10a4d6d0a4a" providerId="ADAL" clId="{B309EE40-101B-4684-AB9B-88923C1D6DBC}" dt="2024-09-02T11:48:41.421" v="1089" actId="1076"/>
        <pc:sldMkLst>
          <pc:docMk/>
          <pc:sldMk cId="3244430561" sldId="470"/>
        </pc:sldMkLst>
      </pc:sldChg>
      <pc:sldChg chg="addSp delSp modSp add mod">
        <pc:chgData name="福原　颯(s24d164)" userId="5dad88b0-8d9f-4ea1-b2c6-c10a4d6d0a4a" providerId="ADAL" clId="{B309EE40-101B-4684-AB9B-88923C1D6DBC}" dt="2024-09-02T11:47:11.977" v="1065" actId="1076"/>
        <pc:sldMkLst>
          <pc:docMk/>
          <pc:sldMk cId="4064885365" sldId="471"/>
        </pc:sldMkLst>
      </pc:sldChg>
      <pc:sldChg chg="modSp add mod">
        <pc:chgData name="福原　颯(s24d164)" userId="5dad88b0-8d9f-4ea1-b2c6-c10a4d6d0a4a" providerId="ADAL" clId="{B309EE40-101B-4684-AB9B-88923C1D6DBC}" dt="2024-09-02T11:49:12.245" v="1127" actId="20577"/>
        <pc:sldMkLst>
          <pc:docMk/>
          <pc:sldMk cId="2295866264" sldId="472"/>
        </pc:sldMkLst>
      </pc:sldChg>
    </pc:docChg>
  </pc:docChgLst>
  <pc:docChgLst>
    <pc:chgData name="福原　颯(s24d164)" userId="5dad88b0-8d9f-4ea1-b2c6-c10a4d6d0a4a" providerId="ADAL" clId="{F0CA8E07-6E13-439B-9635-07244A1A637F}"/>
    <pc:docChg chg="undo custSel addSld delSld modSld sldOrd">
      <pc:chgData name="福原　颯(s24d164)" userId="5dad88b0-8d9f-4ea1-b2c6-c10a4d6d0a4a" providerId="ADAL" clId="{F0CA8E07-6E13-439B-9635-07244A1A637F}" dt="2025-03-15T06:29:22.837" v="2577" actId="1035"/>
      <pc:docMkLst>
        <pc:docMk/>
      </pc:docMkLst>
      <pc:sldChg chg="modNotesTx">
        <pc:chgData name="福原　颯(s24d164)" userId="5dad88b0-8d9f-4ea1-b2c6-c10a4d6d0a4a" providerId="ADAL" clId="{F0CA8E07-6E13-439B-9635-07244A1A637F}" dt="2025-03-13T09:09:40.577" v="273" actId="20577"/>
        <pc:sldMkLst>
          <pc:docMk/>
          <pc:sldMk cId="2426550954" sldId="515"/>
        </pc:sldMkLst>
      </pc:sldChg>
      <pc:sldChg chg="addSp delSp modSp mod ord modShow chgLayout">
        <pc:chgData name="福原　颯(s24d164)" userId="5dad88b0-8d9f-4ea1-b2c6-c10a4d6d0a4a" providerId="ADAL" clId="{F0CA8E07-6E13-439B-9635-07244A1A637F}" dt="2025-03-15T06:29:22.837" v="2577" actId="1035"/>
        <pc:sldMkLst>
          <pc:docMk/>
          <pc:sldMk cId="2816769270" sldId="519"/>
        </pc:sldMkLst>
      </pc:sldChg>
      <pc:sldChg chg="modNotesTx">
        <pc:chgData name="福原　颯(s24d164)" userId="5dad88b0-8d9f-4ea1-b2c6-c10a4d6d0a4a" providerId="ADAL" clId="{F0CA8E07-6E13-439B-9635-07244A1A637F}" dt="2025-03-13T09:15:58.976" v="456" actId="20577"/>
        <pc:sldMkLst>
          <pc:docMk/>
          <pc:sldMk cId="328881671" sldId="522"/>
        </pc:sldMkLst>
      </pc:sldChg>
      <pc:sldChg chg="modNotesTx">
        <pc:chgData name="福原　颯(s24d164)" userId="5dad88b0-8d9f-4ea1-b2c6-c10a4d6d0a4a" providerId="ADAL" clId="{F0CA8E07-6E13-439B-9635-07244A1A637F}" dt="2025-03-13T09:17:09.995" v="474" actId="20577"/>
        <pc:sldMkLst>
          <pc:docMk/>
          <pc:sldMk cId="3637048831" sldId="524"/>
        </pc:sldMkLst>
      </pc:sldChg>
      <pc:sldChg chg="mod ord modShow">
        <pc:chgData name="福原　颯(s24d164)" userId="5dad88b0-8d9f-4ea1-b2c6-c10a4d6d0a4a" providerId="ADAL" clId="{F0CA8E07-6E13-439B-9635-07244A1A637F}" dt="2025-03-15T06:22:41.889" v="2567" actId="729"/>
        <pc:sldMkLst>
          <pc:docMk/>
          <pc:sldMk cId="2668594093" sldId="525"/>
        </pc:sldMkLst>
      </pc:sldChg>
      <pc:sldChg chg="modSp mod modShow modNotesTx">
        <pc:chgData name="福原　颯(s24d164)" userId="5dad88b0-8d9f-4ea1-b2c6-c10a4d6d0a4a" providerId="ADAL" clId="{F0CA8E07-6E13-439B-9635-07244A1A637F}" dt="2025-03-15T06:22:31.043" v="2563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F0CA8E07-6E13-439B-9635-07244A1A637F}" dt="2025-03-15T06:22:35.103" v="2566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F0CA8E07-6E13-439B-9635-07244A1A637F}" dt="2025-03-13T10:29:25.467" v="1036" actId="20577"/>
        <pc:sldMkLst>
          <pc:docMk/>
          <pc:sldMk cId="2999478652" sldId="532"/>
        </pc:sldMkLst>
      </pc:sldChg>
      <pc:sldChg chg="modSp mod modNotesTx">
        <pc:chgData name="福原　颯(s24d164)" userId="5dad88b0-8d9f-4ea1-b2c6-c10a4d6d0a4a" providerId="ADAL" clId="{F0CA8E07-6E13-439B-9635-07244A1A637F}" dt="2025-03-13T14:01:30.506" v="2464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F0CA8E07-6E13-439B-9635-07244A1A637F}" dt="2025-03-13T14:04:45.677" v="2555" actId="20577"/>
        <pc:sldMkLst>
          <pc:docMk/>
          <pc:sldMk cId="4001194367" sldId="538"/>
        </pc:sldMkLst>
      </pc:sldChg>
      <pc:sldChg chg="modSp mod modNotesTx">
        <pc:chgData name="福原　颯(s24d164)" userId="5dad88b0-8d9f-4ea1-b2c6-c10a4d6d0a4a" providerId="ADAL" clId="{F0CA8E07-6E13-439B-9635-07244A1A637F}" dt="2025-03-13T13:27:09.167" v="1640" actId="20577"/>
        <pc:sldMkLst>
          <pc:docMk/>
          <pc:sldMk cId="449721194" sldId="542"/>
        </pc:sldMkLst>
      </pc:sldChg>
      <pc:sldChg chg="modSp mod modNotesTx">
        <pc:chgData name="福原　颯(s24d164)" userId="5dad88b0-8d9f-4ea1-b2c6-c10a4d6d0a4a" providerId="ADAL" clId="{F0CA8E07-6E13-439B-9635-07244A1A637F}" dt="2025-03-13T14:01:47.568" v="2490" actId="20577"/>
        <pc:sldMkLst>
          <pc:docMk/>
          <pc:sldMk cId="301412082" sldId="543"/>
        </pc:sldMkLst>
      </pc:sldChg>
      <pc:sldChg chg="modNotesTx">
        <pc:chgData name="福原　颯(s24d164)" userId="5dad88b0-8d9f-4ea1-b2c6-c10a4d6d0a4a" providerId="ADAL" clId="{F0CA8E07-6E13-439B-9635-07244A1A637F}" dt="2025-03-13T13:59:59.705" v="2410" actId="20577"/>
        <pc:sldMkLst>
          <pc:docMk/>
          <pc:sldMk cId="172824474" sldId="544"/>
        </pc:sldMkLst>
      </pc:sldChg>
      <pc:sldChg chg="modSp mod modNotesTx">
        <pc:chgData name="福原　颯(s24d164)" userId="5dad88b0-8d9f-4ea1-b2c6-c10a4d6d0a4a" providerId="ADAL" clId="{F0CA8E07-6E13-439B-9635-07244A1A637F}" dt="2025-03-13T09:13:06.163" v="357" actId="20577"/>
        <pc:sldMkLst>
          <pc:docMk/>
          <pc:sldMk cId="1032138665" sldId="548"/>
        </pc:sldMkLst>
      </pc:sldChg>
      <pc:sldChg chg="modSp mod">
        <pc:chgData name="福原　颯(s24d164)" userId="5dad88b0-8d9f-4ea1-b2c6-c10a4d6d0a4a" providerId="ADAL" clId="{F0CA8E07-6E13-439B-9635-07244A1A637F}" dt="2025-03-13T13:33:02.646" v="1991" actId="20577"/>
        <pc:sldMkLst>
          <pc:docMk/>
          <pc:sldMk cId="842031104" sldId="551"/>
        </pc:sldMkLst>
      </pc:sldChg>
      <pc:sldChg chg="modSp mod">
        <pc:chgData name="福原　颯(s24d164)" userId="5dad88b0-8d9f-4ea1-b2c6-c10a4d6d0a4a" providerId="ADAL" clId="{F0CA8E07-6E13-439B-9635-07244A1A637F}" dt="2025-03-13T10:29:45.640" v="1048" actId="20577"/>
        <pc:sldMkLst>
          <pc:docMk/>
          <pc:sldMk cId="2846362254" sldId="552"/>
        </pc:sldMkLst>
      </pc:sldChg>
      <pc:sldChg chg="modSp mod">
        <pc:chgData name="福原　颯(s24d164)" userId="5dad88b0-8d9f-4ea1-b2c6-c10a4d6d0a4a" providerId="ADAL" clId="{F0CA8E07-6E13-439B-9635-07244A1A637F}" dt="2025-03-13T13:32:50.580" v="1963" actId="20577"/>
        <pc:sldMkLst>
          <pc:docMk/>
          <pc:sldMk cId="1981769942" sldId="557"/>
        </pc:sldMkLst>
      </pc:sldChg>
      <pc:sldChg chg="modSp add del mod">
        <pc:chgData name="福原　颯(s24d164)" userId="5dad88b0-8d9f-4ea1-b2c6-c10a4d6d0a4a" providerId="ADAL" clId="{F0CA8E07-6E13-439B-9635-07244A1A637F}" dt="2025-03-13T10:27:21.320" v="850" actId="47"/>
        <pc:sldMkLst>
          <pc:docMk/>
          <pc:sldMk cId="390123853" sldId="560"/>
        </pc:sldMkLst>
      </pc:sldChg>
    </pc:docChg>
  </pc:docChgLst>
  <pc:docChgLst>
    <pc:chgData name="福原　颯(s24d164)" userId="5dad88b0-8d9f-4ea1-b2c6-c10a4d6d0a4a" providerId="ADAL" clId="{6D888C12-B4CB-43F6-A286-3CCC99351B8B}"/>
    <pc:docChg chg="custSel addSld delSld modSld">
      <pc:chgData name="福原　颯(s24d164)" userId="5dad88b0-8d9f-4ea1-b2c6-c10a4d6d0a4a" providerId="ADAL" clId="{6D888C12-B4CB-43F6-A286-3CCC99351B8B}" dt="2025-05-21T09:07:04.044" v="1318" actId="20577"/>
      <pc:docMkLst>
        <pc:docMk/>
      </pc:docMkLst>
      <pc:sldChg chg="addSp modSp mod">
        <pc:chgData name="福原　颯(s24d164)" userId="5dad88b0-8d9f-4ea1-b2c6-c10a4d6d0a4a" providerId="ADAL" clId="{6D888C12-B4CB-43F6-A286-3CCC99351B8B}" dt="2025-05-21T09:02:04.232" v="1214" actId="1035"/>
        <pc:sldMkLst>
          <pc:docMk/>
          <pc:sldMk cId="2615351689" sldId="758"/>
        </pc:sldMkLst>
      </pc:sldChg>
      <pc:sldChg chg="modNotesTx">
        <pc:chgData name="福原　颯(s24d164)" userId="5dad88b0-8d9f-4ea1-b2c6-c10a4d6d0a4a" providerId="ADAL" clId="{6D888C12-B4CB-43F6-A286-3CCC99351B8B}" dt="2025-05-21T08:03:29.701" v="164" actId="2057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1044232084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3118778179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271634501" sldId="788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6D888C12-B4CB-43F6-A286-3CCC99351B8B}" dt="2025-05-21T07:58:58.450" v="1"/>
        <pc:sldMkLst>
          <pc:docMk/>
          <pc:sldMk cId="1085557549" sldId="844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398119116" sldId="846"/>
        </pc:sldMkLst>
      </pc:sldChg>
      <pc:sldChg chg="modSp modNotesTx">
        <pc:chgData name="福原　颯(s24d164)" userId="5dad88b0-8d9f-4ea1-b2c6-c10a4d6d0a4a" providerId="ADAL" clId="{6D888C12-B4CB-43F6-A286-3CCC99351B8B}" dt="2025-05-21T08:31:23.174" v="1042" actId="20577"/>
        <pc:sldMkLst>
          <pc:docMk/>
          <pc:sldMk cId="4022854633" sldId="847"/>
        </pc:sldMkLst>
      </pc:sldChg>
      <pc:sldChg chg="modSp add mod modNotesTx">
        <pc:chgData name="福原　颯(s24d164)" userId="5dad88b0-8d9f-4ea1-b2c6-c10a4d6d0a4a" providerId="ADAL" clId="{6D888C12-B4CB-43F6-A286-3CCC99351B8B}" dt="2025-05-21T08:14:09.214" v="613" actId="20577"/>
        <pc:sldMkLst>
          <pc:docMk/>
          <pc:sldMk cId="3325721506" sldId="848"/>
        </pc:sldMkLst>
      </pc:sldChg>
      <pc:sldChg chg="add">
        <pc:chgData name="福原　颯(s24d164)" userId="5dad88b0-8d9f-4ea1-b2c6-c10a4d6d0a4a" providerId="ADAL" clId="{6D888C12-B4CB-43F6-A286-3CCC99351B8B}" dt="2025-05-21T08:43:08.676" v="1051"/>
        <pc:sldMkLst>
          <pc:docMk/>
          <pc:sldMk cId="1451825540" sldId="849"/>
        </pc:sldMkLst>
      </pc:sldChg>
      <pc:sldChg chg="add del modNotesTx">
        <pc:chgData name="福原　颯(s24d164)" userId="5dad88b0-8d9f-4ea1-b2c6-c10a4d6d0a4a" providerId="ADAL" clId="{6D888C12-B4CB-43F6-A286-3CCC99351B8B}" dt="2025-05-21T08:43:00.564" v="1050" actId="2696"/>
        <pc:sldMkLst>
          <pc:docMk/>
          <pc:sldMk cId="1877750339" sldId="849"/>
        </pc:sldMkLst>
      </pc:sldChg>
      <pc:sldChg chg="modSp add mod modNotesTx">
        <pc:chgData name="福原　颯(s24d164)" userId="5dad88b0-8d9f-4ea1-b2c6-c10a4d6d0a4a" providerId="ADAL" clId="{6D888C12-B4CB-43F6-A286-3CCC99351B8B}" dt="2025-05-21T08:44:53.514" v="1130" actId="20577"/>
        <pc:sldMkLst>
          <pc:docMk/>
          <pc:sldMk cId="174080467" sldId="850"/>
        </pc:sldMkLst>
      </pc:sldChg>
      <pc:sldChg chg="add">
        <pc:chgData name="福原　颯(s24d164)" userId="5dad88b0-8d9f-4ea1-b2c6-c10a4d6d0a4a" providerId="ADAL" clId="{6D888C12-B4CB-43F6-A286-3CCC99351B8B}" dt="2025-05-21T08:45:11.746" v="1132"/>
        <pc:sldMkLst>
          <pc:docMk/>
          <pc:sldMk cId="2085457544" sldId="851"/>
        </pc:sldMkLst>
      </pc:sldChg>
      <pc:sldChg chg="add del">
        <pc:chgData name="福原　颯(s24d164)" userId="5dad88b0-8d9f-4ea1-b2c6-c10a4d6d0a4a" providerId="ADAL" clId="{6D888C12-B4CB-43F6-A286-3CCC99351B8B}" dt="2025-05-21T08:45:06.603" v="1131" actId="2696"/>
        <pc:sldMkLst>
          <pc:docMk/>
          <pc:sldMk cId="2229604317" sldId="851"/>
        </pc:sldMkLst>
      </pc:sldChg>
      <pc:sldChg chg="modSp add mod">
        <pc:chgData name="福原　颯(s24d164)" userId="5dad88b0-8d9f-4ea1-b2c6-c10a4d6d0a4a" providerId="ADAL" clId="{6D888C12-B4CB-43F6-A286-3CCC99351B8B}" dt="2025-05-21T09:06:15.164" v="1315" actId="20577"/>
        <pc:sldMkLst>
          <pc:docMk/>
          <pc:sldMk cId="446647372" sldId="852"/>
        </pc:sldMkLst>
      </pc:sldChg>
      <pc:sldChg chg="modSp add mod">
        <pc:chgData name="福原　颯(s24d164)" userId="5dad88b0-8d9f-4ea1-b2c6-c10a4d6d0a4a" providerId="ADAL" clId="{6D888C12-B4CB-43F6-A286-3CCC99351B8B}" dt="2025-05-21T09:07:04.044" v="1318" actId="20577"/>
        <pc:sldMkLst>
          <pc:docMk/>
          <pc:sldMk cId="2073588060" sldId="853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1254780454" sldId="854"/>
        </pc:sldMkLst>
      </pc:sldChg>
      <pc:sldChg chg="modSp add mod">
        <pc:chgData name="福原　颯(s24d164)" userId="5dad88b0-8d9f-4ea1-b2c6-c10a4d6d0a4a" providerId="ADAL" clId="{6D888C12-B4CB-43F6-A286-3CCC99351B8B}" dt="2025-05-21T09:04:34.976" v="1291" actId="1035"/>
        <pc:sldMkLst>
          <pc:docMk/>
          <pc:sldMk cId="1717734276" sldId="855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FFF10FF4-0251-4161-839F-347B5FD0D9AC}"/>
    <pc:docChg chg="undo custSel addSld delSld modSld sldOrd modMainMaster">
      <pc:chgData name="福原　颯(s24d164)" userId="5dad88b0-8d9f-4ea1-b2c6-c10a4d6d0a4a" providerId="ADAL" clId="{FFF10FF4-0251-4161-839F-347B5FD0D9AC}" dt="2025-02-28T09:23:46.234" v="11844" actId="14100"/>
      <pc:docMkLst>
        <pc:docMk/>
      </pc:docMkLst>
      <pc:sldChg chg="modSp mod">
        <pc:chgData name="福原　颯(s24d164)" userId="5dad88b0-8d9f-4ea1-b2c6-c10a4d6d0a4a" providerId="ADAL" clId="{FFF10FF4-0251-4161-839F-347B5FD0D9AC}" dt="2025-02-27T08:04:03.113" v="322" actId="2711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FFF10FF4-0251-4161-839F-347B5FD0D9AC}" dt="2025-02-27T08:04:23.891" v="324" actId="2711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FFF10FF4-0251-4161-839F-347B5FD0D9AC}" dt="2025-02-27T08:04:17.985" v="323" actId="2711"/>
        <pc:sldMkLst>
          <pc:docMk/>
          <pc:sldMk cId="3280360261" sldId="416"/>
        </pc:sldMkLst>
      </pc:sldChg>
      <pc:sldChg chg="addSp delSp modSp del mod">
        <pc:chgData name="福原　颯(s24d164)" userId="5dad88b0-8d9f-4ea1-b2c6-c10a4d6d0a4a" providerId="ADAL" clId="{FFF10FF4-0251-4161-839F-347B5FD0D9AC}" dt="2025-02-27T15:29:53.043" v="7302" actId="269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FFF10FF4-0251-4161-839F-347B5FD0D9AC}" dt="2025-02-27T15:29:57.305" v="7303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FFF10FF4-0251-4161-839F-347B5FD0D9AC}" dt="2025-02-27T07:48:53.998" v="169" actId="47"/>
        <pc:sldMkLst>
          <pc:docMk/>
          <pc:sldMk cId="3201525150" sldId="508"/>
        </pc:sldMkLst>
      </pc:sldChg>
      <pc:sldChg chg="modSp add mod">
        <pc:chgData name="福原　颯(s24d164)" userId="5dad88b0-8d9f-4ea1-b2c6-c10a4d6d0a4a" providerId="ADAL" clId="{FFF10FF4-0251-4161-839F-347B5FD0D9AC}" dt="2025-02-27T09:15:03.640" v="659" actId="20577"/>
        <pc:sldMkLst>
          <pc:docMk/>
          <pc:sldMk cId="2246364064" sldId="514"/>
        </pc:sldMkLst>
      </pc:sldChg>
      <pc:sldChg chg="addSp delSp modSp add mod ord">
        <pc:chgData name="福原　颯(s24d164)" userId="5dad88b0-8d9f-4ea1-b2c6-c10a4d6d0a4a" providerId="ADAL" clId="{FFF10FF4-0251-4161-839F-347B5FD0D9AC}" dt="2025-02-28T04:35:54.841" v="11130" actId="113"/>
        <pc:sldMkLst>
          <pc:docMk/>
          <pc:sldMk cId="2426550954" sldId="515"/>
        </pc:sldMkLst>
      </pc:sldChg>
      <pc:sldChg chg="modSp add mod ord">
        <pc:chgData name="福原　颯(s24d164)" userId="5dad88b0-8d9f-4ea1-b2c6-c10a4d6d0a4a" providerId="ADAL" clId="{FFF10FF4-0251-4161-839F-347B5FD0D9AC}" dt="2025-02-27T10:58:34.400" v="2965" actId="2057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60169230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07447553" sldId="517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752936275" sldId="517"/>
        </pc:sldMkLst>
      </pc:sldChg>
      <pc:sldChg chg="modSp add mod">
        <pc:chgData name="福原　颯(s24d164)" userId="5dad88b0-8d9f-4ea1-b2c6-c10a4d6d0a4a" providerId="ADAL" clId="{FFF10FF4-0251-4161-839F-347B5FD0D9AC}" dt="2025-02-27T09:27:54.131" v="1279" actId="20577"/>
        <pc:sldMkLst>
          <pc:docMk/>
          <pc:sldMk cId="2258415691" sldId="518"/>
        </pc:sldMkLst>
      </pc:sldChg>
      <pc:sldChg chg="addSp delSp modSp add mod">
        <pc:chgData name="福原　颯(s24d164)" userId="5dad88b0-8d9f-4ea1-b2c6-c10a4d6d0a4a" providerId="ADAL" clId="{FFF10FF4-0251-4161-839F-347B5FD0D9AC}" dt="2025-02-28T09:23:46.234" v="11844" actId="14100"/>
        <pc:sldMkLst>
          <pc:docMk/>
          <pc:sldMk cId="1503990763" sldId="519"/>
        </pc:sldMkLst>
      </pc:sldChg>
      <pc:sldChg chg="addSp delSp modSp add mod">
        <pc:chgData name="福原　颯(s24d164)" userId="5dad88b0-8d9f-4ea1-b2c6-c10a4d6d0a4a" providerId="ADAL" clId="{FFF10FF4-0251-4161-839F-347B5FD0D9AC}" dt="2025-02-27T11:16:36.884" v="3459" actId="2057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FFF10FF4-0251-4161-839F-347B5FD0D9AC}" dt="2025-02-27T11:19:25.521" v="3506" actId="403"/>
        <pc:sldMkLst>
          <pc:docMk/>
          <pc:sldMk cId="1669589288" sldId="521"/>
        </pc:sldMkLst>
      </pc:sldChg>
      <pc:sldChg chg="modSp add mod ord">
        <pc:chgData name="福原　颯(s24d164)" userId="5dad88b0-8d9f-4ea1-b2c6-c10a4d6d0a4a" providerId="ADAL" clId="{FFF10FF4-0251-4161-839F-347B5FD0D9AC}" dt="2025-02-27T12:12:32.824" v="5033" actId="122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FFF10FF4-0251-4161-839F-347B5FD0D9AC}" dt="2025-02-27T11:35:25.150" v="38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492636824" sldId="524"/>
        </pc:sldMkLst>
      </pc:sldChg>
      <pc:sldChg chg="addSp delSp modSp add mod">
        <pc:chgData name="福原　颯(s24d164)" userId="5dad88b0-8d9f-4ea1-b2c6-c10a4d6d0a4a" providerId="ADAL" clId="{FFF10FF4-0251-4161-839F-347B5FD0D9AC}" dt="2025-02-28T04:35:50.362" v="11129" actId="113"/>
        <pc:sldMkLst>
          <pc:docMk/>
          <pc:sldMk cId="3637048831" sldId="524"/>
        </pc:sldMkLst>
      </pc:sldChg>
      <pc:sldChg chg="addSp modSp add mod">
        <pc:chgData name="福原　颯(s24d164)" userId="5dad88b0-8d9f-4ea1-b2c6-c10a4d6d0a4a" providerId="ADAL" clId="{FFF10FF4-0251-4161-839F-347B5FD0D9AC}" dt="2025-02-28T04:35:45.816" v="11128" actId="403"/>
        <pc:sldMkLst>
          <pc:docMk/>
          <pc:sldMk cId="1959423922" sldId="525"/>
        </pc:sldMkLst>
      </pc:sldChg>
      <pc:sldChg chg="addSp modSp add mod ord">
        <pc:chgData name="福原　颯(s24d164)" userId="5dad88b0-8d9f-4ea1-b2c6-c10a4d6d0a4a" providerId="ADAL" clId="{FFF10FF4-0251-4161-839F-347B5FD0D9AC}" dt="2025-02-28T05:22:03.371" v="11131"/>
        <pc:sldMkLst>
          <pc:docMk/>
          <pc:sldMk cId="4071877879" sldId="526"/>
        </pc:sldMkLst>
      </pc:sldChg>
      <pc:sldChg chg="add">
        <pc:chgData name="福原　颯(s24d164)" userId="5dad88b0-8d9f-4ea1-b2c6-c10a4d6d0a4a" providerId="ADAL" clId="{FFF10FF4-0251-4161-839F-347B5FD0D9AC}" dt="2025-02-27T11:43:11.732" v="4174"/>
        <pc:sldMkLst>
          <pc:docMk/>
          <pc:sldMk cId="3680286438" sldId="527"/>
        </pc:sldMkLst>
      </pc:sldChg>
      <pc:sldChg chg="modSp add mod">
        <pc:chgData name="福原　颯(s24d164)" userId="5dad88b0-8d9f-4ea1-b2c6-c10a4d6d0a4a" providerId="ADAL" clId="{FFF10FF4-0251-4161-839F-347B5FD0D9AC}" dt="2025-02-27T11:43:51.588" v="4200" actId="20577"/>
        <pc:sldMkLst>
          <pc:docMk/>
          <pc:sldMk cId="1135830788" sldId="528"/>
        </pc:sldMkLst>
      </pc:sldChg>
      <pc:sldChg chg="modSp add mod">
        <pc:chgData name="福原　颯(s24d164)" userId="5dad88b0-8d9f-4ea1-b2c6-c10a4d6d0a4a" providerId="ADAL" clId="{FFF10FF4-0251-4161-839F-347B5FD0D9AC}" dt="2025-02-27T13:39:30.700" v="5574" actId="20577"/>
        <pc:sldMkLst>
          <pc:docMk/>
          <pc:sldMk cId="1179579777" sldId="529"/>
        </pc:sldMkLst>
      </pc:sldChg>
      <pc:sldChg chg="addSp delSp modSp add mod">
        <pc:chgData name="福原　颯(s24d164)" userId="5dad88b0-8d9f-4ea1-b2c6-c10a4d6d0a4a" providerId="ADAL" clId="{FFF10FF4-0251-4161-839F-347B5FD0D9AC}" dt="2025-02-28T02:20:39.445" v="9139" actId="20577"/>
        <pc:sldMkLst>
          <pc:docMk/>
          <pc:sldMk cId="3164677062" sldId="530"/>
        </pc:sldMkLst>
      </pc:sldChg>
      <pc:sldChg chg="modSp add del mod">
        <pc:chgData name="福原　颯(s24d164)" userId="5dad88b0-8d9f-4ea1-b2c6-c10a4d6d0a4a" providerId="ADAL" clId="{FFF10FF4-0251-4161-839F-347B5FD0D9AC}" dt="2025-02-27T14:24:10.551" v="6043" actId="47"/>
        <pc:sldMkLst>
          <pc:docMk/>
          <pc:sldMk cId="635932962" sldId="531"/>
        </pc:sldMkLst>
      </pc:sldChg>
      <pc:sldChg chg="addSp delSp modSp add del mod ord">
        <pc:chgData name="福原　颯(s24d164)" userId="5dad88b0-8d9f-4ea1-b2c6-c10a4d6d0a4a" providerId="ADAL" clId="{FFF10FF4-0251-4161-839F-347B5FD0D9AC}" dt="2025-02-28T01:22:19.289" v="8380" actId="47"/>
        <pc:sldMkLst>
          <pc:docMk/>
          <pc:sldMk cId="1050816736" sldId="53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777063703" sldId="531"/>
        </pc:sldMkLst>
      </pc:sldChg>
      <pc:sldChg chg="modSp add mod">
        <pc:chgData name="福原　颯(s24d164)" userId="5dad88b0-8d9f-4ea1-b2c6-c10a4d6d0a4a" providerId="ADAL" clId="{FFF10FF4-0251-4161-839F-347B5FD0D9AC}" dt="2025-02-27T14:27:23.516" v="6085" actId="2057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754821337" sldId="532"/>
        </pc:sldMkLst>
      </pc:sldChg>
      <pc:sldChg chg="modSp add mod">
        <pc:chgData name="福原　颯(s24d164)" userId="5dad88b0-8d9f-4ea1-b2c6-c10a4d6d0a4a" providerId="ADAL" clId="{FFF10FF4-0251-4161-839F-347B5FD0D9AC}" dt="2025-02-27T14:27:32.588" v="6108" actId="20577"/>
        <pc:sldMkLst>
          <pc:docMk/>
          <pc:sldMk cId="1255930890" sldId="533"/>
        </pc:sldMkLst>
      </pc:sldChg>
      <pc:sldChg chg="modSp add mod">
        <pc:chgData name="福原　颯(s24d164)" userId="5dad88b0-8d9f-4ea1-b2c6-c10a4d6d0a4a" providerId="ADAL" clId="{FFF10FF4-0251-4161-839F-347B5FD0D9AC}" dt="2025-02-27T14:27:47.767" v="6131" actId="2057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87021457" sldId="535"/>
        </pc:sldMkLst>
      </pc:sldChg>
      <pc:sldChg chg="addSp delSp modSp add mod ord">
        <pc:chgData name="福原　颯(s24d164)" userId="5dad88b0-8d9f-4ea1-b2c6-c10a4d6d0a4a" providerId="ADAL" clId="{FFF10FF4-0251-4161-839F-347B5FD0D9AC}" dt="2025-02-27T15:59:48.954" v="8041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657489115" sldId="536"/>
        </pc:sldMkLst>
      </pc:sldChg>
      <pc:sldChg chg="addSp delSp modSp add del mod">
        <pc:chgData name="福原　颯(s24d164)" userId="5dad88b0-8d9f-4ea1-b2c6-c10a4d6d0a4a" providerId="ADAL" clId="{FFF10FF4-0251-4161-839F-347B5FD0D9AC}" dt="2025-02-28T02:01:23.548" v="8812" actId="47"/>
        <pc:sldMkLst>
          <pc:docMk/>
          <pc:sldMk cId="4147046401" sldId="53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40234848" sldId="537"/>
        </pc:sldMkLst>
      </pc:sldChg>
      <pc:sldChg chg="modSp add mod ord">
        <pc:chgData name="福原　颯(s24d164)" userId="5dad88b0-8d9f-4ea1-b2c6-c10a4d6d0a4a" providerId="ADAL" clId="{FFF10FF4-0251-4161-839F-347B5FD0D9AC}" dt="2025-02-28T03:21:15.434" v="10106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184372124" sldId="538"/>
        </pc:sldMkLst>
      </pc:sldChg>
      <pc:sldChg chg="modSp add mod">
        <pc:chgData name="福原　颯(s24d164)" userId="5dad88b0-8d9f-4ea1-b2c6-c10a4d6d0a4a" providerId="ADAL" clId="{FFF10FF4-0251-4161-839F-347B5FD0D9AC}" dt="2025-02-28T03:01:41.747" v="9848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34214433" sldId="539"/>
        </pc:sldMkLst>
      </pc:sldChg>
      <pc:sldChg chg="modSp add mod">
        <pc:chgData name="福原　颯(s24d164)" userId="5dad88b0-8d9f-4ea1-b2c6-c10a4d6d0a4a" providerId="ADAL" clId="{FFF10FF4-0251-4161-839F-347B5FD0D9AC}" dt="2025-02-28T03:20:13.976" v="10086" actId="20577"/>
        <pc:sldMkLst>
          <pc:docMk/>
          <pc:sldMk cId="3951185521" sldId="539"/>
        </pc:sldMkLst>
      </pc:sldChg>
      <pc:sldChg chg="addSp delSp modSp add mod ord">
        <pc:chgData name="福原　颯(s24d164)" userId="5dad88b0-8d9f-4ea1-b2c6-c10a4d6d0a4a" providerId="ADAL" clId="{FFF10FF4-0251-4161-839F-347B5FD0D9AC}" dt="2025-02-27T16:32:48.970" v="8283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779778668" sldId="540"/>
        </pc:sldMkLst>
      </pc:sldChg>
      <pc:sldChg chg="addSp delSp modSp add del mod">
        <pc:chgData name="福原　颯(s24d164)" userId="5dad88b0-8d9f-4ea1-b2c6-c10a4d6d0a4a" providerId="ADAL" clId="{FFF10FF4-0251-4161-839F-347B5FD0D9AC}" dt="2025-02-27T16:22:09.637" v="8189" actId="47"/>
        <pc:sldMkLst>
          <pc:docMk/>
          <pc:sldMk cId="611447842" sldId="541"/>
        </pc:sldMkLst>
      </pc:sldChg>
      <pc:sldChg chg="addSp delSp modSp add mod ord">
        <pc:chgData name="福原　颯(s24d164)" userId="5dad88b0-8d9f-4ea1-b2c6-c10a4d6d0a4a" providerId="ADAL" clId="{FFF10FF4-0251-4161-839F-347B5FD0D9AC}" dt="2025-02-28T01:41:33.388" v="8520"/>
        <pc:sldMkLst>
          <pc:docMk/>
          <pc:sldMk cId="3562419327" sldId="541"/>
        </pc:sldMkLst>
      </pc:sldChg>
      <pc:sldChg chg="addSp delSp modSp add mod">
        <pc:chgData name="福原　颯(s24d164)" userId="5dad88b0-8d9f-4ea1-b2c6-c10a4d6d0a4a" providerId="ADAL" clId="{FFF10FF4-0251-4161-839F-347B5FD0D9AC}" dt="2025-02-28T02:01:07.815" v="8811" actId="1076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35016211" sldId="542"/>
        </pc:sldMkLst>
      </pc:sldChg>
      <pc:sldChg chg="modSp add mod">
        <pc:chgData name="福原　颯(s24d164)" userId="5dad88b0-8d9f-4ea1-b2c6-c10a4d6d0a4a" providerId="ADAL" clId="{FFF10FF4-0251-4161-839F-347B5FD0D9AC}" dt="2025-02-28T02:10:37.965" v="9084" actId="2057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FFF10FF4-0251-4161-839F-347B5FD0D9AC}" dt="2025-02-28T02:10:11.749" v="9069" actId="14100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FFF10FF4-0251-4161-839F-347B5FD0D9AC}" dt="2025-02-28T03:31:56.773" v="10532" actId="403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083591494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93299346" sldId="546"/>
        </pc:sldMkLst>
      </pc:sldChg>
      <pc:sldChg chg="modSp add mod">
        <pc:chgData name="福原　颯(s24d164)" userId="5dad88b0-8d9f-4ea1-b2c6-c10a4d6d0a4a" providerId="ADAL" clId="{FFF10FF4-0251-4161-839F-347B5FD0D9AC}" dt="2025-02-28T03:38:19.909" v="10665" actId="20577"/>
        <pc:sldMkLst>
          <pc:docMk/>
          <pc:sldMk cId="3683255463" sldId="546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3255067149" sldId="547"/>
        </pc:sldMkLst>
      </pc:sldChg>
      <pc:sldChg chg="addSp delSp modSp add mod">
        <pc:chgData name="福原　颯(s24d164)" userId="5dad88b0-8d9f-4ea1-b2c6-c10a4d6d0a4a" providerId="ADAL" clId="{FFF10FF4-0251-4161-839F-347B5FD0D9AC}" dt="2025-02-28T08:29:55.903" v="11758" actId="1076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38848866" sldId="54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971353691" sldId="55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5135390" sldId="55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8589204" sldId="55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98468264" sldId="55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37348224" sldId="55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86407600" sldId="56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1907626" sldId="56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99128212" sldId="56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08318930" sldId="56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80382974" sldId="56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89712002" sldId="56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971853744" sldId="56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579389821" sldId="56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542109834" sldId="57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05508689" sldId="57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809066448" sldId="57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73176695" sldId="57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127269367" sldId="575"/>
        </pc:sldMkLst>
      </pc:sldChg>
      <pc:sldMasterChg chg="modSldLayout">
        <pc:chgData name="福原　颯(s24d164)" userId="5dad88b0-8d9f-4ea1-b2c6-c10a4d6d0a4a" providerId="ADAL" clId="{FFF10FF4-0251-4161-839F-347B5FD0D9AC}" dt="2025-02-27T07:43:56.015" v="67" actId="478"/>
        <pc:sldMasterMkLst>
          <pc:docMk/>
          <pc:sldMasterMk cId="2438988794" sldId="2147483648"/>
        </pc:sldMasterMkLst>
        <pc:sldLayoutChg chg="delSp modSp mod">
          <pc:chgData name="福原　颯(s24d164)" userId="5dad88b0-8d9f-4ea1-b2c6-c10a4d6d0a4a" providerId="ADAL" clId="{FFF10FF4-0251-4161-839F-347B5FD0D9AC}" dt="2025-02-27T07:43:08.977" v="58" actId="20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Sp mod">
          <pc:chgData name="福原　颯(s24d164)" userId="5dad88b0-8d9f-4ea1-b2c6-c10a4d6d0a4a" providerId="ADAL" clId="{FFF10FF4-0251-4161-839F-347B5FD0D9AC}" dt="2025-02-27T07:43:42.350" v="65" actId="208"/>
          <pc:sldLayoutMkLst>
            <pc:docMk/>
            <pc:sldMasterMk cId="2438988794" sldId="2147483648"/>
            <pc:sldLayoutMk cId="869433839" sldId="214748365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53.084" v="6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2:58.287" v="55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00.283" v="56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Sp mod">
          <pc:chgData name="福原　颯(s24d164)" userId="5dad88b0-8d9f-4ea1-b2c6-c10a4d6d0a4a" providerId="ADAL" clId="{FFF10FF4-0251-4161-839F-347B5FD0D9AC}" dt="2025-02-27T07:43:56.015" v="67" actId="478"/>
          <pc:sldLayoutMkLst>
            <pc:docMk/>
            <pc:sldMasterMk cId="2438988794" sldId="2147483648"/>
            <pc:sldLayoutMk cId="2034732818" sldId="2147483675"/>
          </pc:sldLayoutMkLst>
        </pc:sldLayoutChg>
      </pc:sldMasterChg>
    </pc:docChg>
  </pc:docChgLst>
  <pc:docChgLst>
    <pc:chgData name="福原　颯(s24d164)" userId="5dad88b0-8d9f-4ea1-b2c6-c10a4d6d0a4a" providerId="ADAL" clId="{3818AB29-42EB-423B-8B08-9477E0434B02}"/>
    <pc:docChg chg="undo custSel delSld modSld">
      <pc:chgData name="福原　颯(s24d164)" userId="5dad88b0-8d9f-4ea1-b2c6-c10a4d6d0a4a" providerId="ADAL" clId="{3818AB29-42EB-423B-8B08-9477E0434B02}" dt="2024-09-02T17:04:37.904" v="375" actId="20577"/>
      <pc:docMkLst>
        <pc:docMk/>
      </pc:docMkLst>
      <pc:sldChg chg="modNotesTx">
        <pc:chgData name="福原　颯(s24d164)" userId="5dad88b0-8d9f-4ea1-b2c6-c10a4d6d0a4a" providerId="ADAL" clId="{3818AB29-42EB-423B-8B08-9477E0434B02}" dt="2024-09-02T16:49:21.599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3818AB29-42EB-423B-8B08-9477E0434B02}" dt="2024-09-02T16:49:26.844" v="2" actId="2057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45725992" sldId="2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69437246" sldId="2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4317048" sldId="3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21003698" sldId="31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1345723" sldId="31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393369891" sldId="31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8645476" sldId="31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74704105" sldId="31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28254246" sldId="3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07518338" sldId="3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87036769" sldId="3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9097229" sldId="3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4383329" sldId="34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326272105" sldId="35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49224237" sldId="35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02547099" sldId="35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87585302" sldId="35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99535908" sldId="35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9195545" sldId="35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1352228" sldId="36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1680667" sldId="3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258000073" sldId="362"/>
        </pc:sldMkLst>
      </pc:sldChg>
      <pc:sldChg chg="modNotesTx">
        <pc:chgData name="福原　颯(s24d164)" userId="5dad88b0-8d9f-4ea1-b2c6-c10a4d6d0a4a" providerId="ADAL" clId="{3818AB29-42EB-423B-8B08-9477E0434B02}" dt="2024-09-02T16:49:36.040" v="5" actId="2057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5336709" sldId="36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33837737" sldId="3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4426925" sldId="366"/>
        </pc:sldMkLst>
      </pc:sldChg>
      <pc:sldChg chg="modNotesTx">
        <pc:chgData name="福原　颯(s24d164)" userId="5dad88b0-8d9f-4ea1-b2c6-c10a4d6d0a4a" providerId="ADAL" clId="{3818AB29-42EB-423B-8B08-9477E0434B02}" dt="2024-09-02T16:49:33.076" v="4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836269984" sldId="36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529498618" sldId="37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2895864" sldId="37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24382884" sldId="37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07738288" sldId="37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7760333" sldId="37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63644929" sldId="37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879909592" sldId="39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90622328" sldId="39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82711256" sldId="39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862848110" sldId="3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55449349" sldId="3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83248100" sldId="39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506005195" sldId="40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06828137" sldId="40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86803141" sldId="40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94669161" sldId="40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8362449" sldId="40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17427823" sldId="4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76494843" sldId="40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73957340" sldId="40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4999499" sldId="40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8447220" sldId="41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491063077" sldId="411"/>
        </pc:sldMkLst>
      </pc:sldChg>
      <pc:sldChg chg="modSp mod modNotesTx">
        <pc:chgData name="福原　颯(s24d164)" userId="5dad88b0-8d9f-4ea1-b2c6-c10a4d6d0a4a" providerId="ADAL" clId="{3818AB29-42EB-423B-8B08-9477E0434B02}" dt="2024-09-02T17:04:37.904" v="375" actId="2057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9293414" sldId="41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39961704" sldId="41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09298841" sldId="41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40812994" sldId="4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9569641" sldId="4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922212593" sldId="4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24424611" sldId="43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655207895" sldId="43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94386743" sldId="43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059733824" sldId="43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618802815" sldId="4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15571613" sldId="44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25493467" sldId="44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71545118" sldId="44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45499279" sldId="44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43777130" sldId="44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60027557" sldId="448"/>
        </pc:sldMkLst>
      </pc:sldChg>
      <pc:sldChg chg="modNotesTx">
        <pc:chgData name="福原　颯(s24d164)" userId="5dad88b0-8d9f-4ea1-b2c6-c10a4d6d0a4a" providerId="ADAL" clId="{3818AB29-42EB-423B-8B08-9477E0434B02}" dt="2024-09-02T16:49:30.280" v="3" actId="20577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818AB29-42EB-423B-8B08-9477E0434B02}" dt="2024-09-02T16:53:37.259" v="120" actId="20577"/>
        <pc:sldMkLst>
          <pc:docMk/>
          <pc:sldMk cId="2700123302" sldId="451"/>
        </pc:sldMkLst>
      </pc:sldChg>
      <pc:sldChg chg="addSp modSp mod modNotesTx">
        <pc:chgData name="福原　颯(s24d164)" userId="5dad88b0-8d9f-4ea1-b2c6-c10a4d6d0a4a" providerId="ADAL" clId="{3818AB29-42EB-423B-8B08-9477E0434B02}" dt="2024-09-02T16:59:34.851" v="364" actId="1035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818AB29-42EB-423B-8B08-9477E0434B02}" dt="2024-09-02T16:49:47.282" v="9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818AB29-42EB-423B-8B08-9477E0434B02}" dt="2024-09-02T16:49:49.616" v="10" actId="20577"/>
        <pc:sldMkLst>
          <pc:docMk/>
          <pc:sldMk cId="232895314" sldId="455"/>
        </pc:sldMkLst>
      </pc:sldChg>
      <pc:sldChg chg="modNotesTx">
        <pc:chgData name="福原　颯(s24d164)" userId="5dad88b0-8d9f-4ea1-b2c6-c10a4d6d0a4a" providerId="ADAL" clId="{3818AB29-42EB-423B-8B08-9477E0434B02}" dt="2024-09-02T16:49:54.162" v="12" actId="20577"/>
        <pc:sldMkLst>
          <pc:docMk/>
          <pc:sldMk cId="2356944368" sldId="457"/>
        </pc:sldMkLst>
      </pc:sldChg>
      <pc:sldChg chg="addSp delSp modSp mod modNotesTx">
        <pc:chgData name="福原　颯(s24d164)" userId="5dad88b0-8d9f-4ea1-b2c6-c10a4d6d0a4a" providerId="ADAL" clId="{3818AB29-42EB-423B-8B08-9477E0434B02}" dt="2024-09-02T16:55:50.539" v="254" actId="1076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51086192" sldId="460"/>
        </pc:sldMkLst>
      </pc:sldChg>
      <pc:sldChg chg="modNotesTx">
        <pc:chgData name="福原　颯(s24d164)" userId="5dad88b0-8d9f-4ea1-b2c6-c10a4d6d0a4a" providerId="ADAL" clId="{3818AB29-42EB-423B-8B08-9477E0434B02}" dt="2024-09-02T16:49:56.613" v="13" actId="2057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77197672" sldId="4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40979748" sldId="4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06352560" sldId="467"/>
        </pc:sldMkLst>
      </pc:sldChg>
      <pc:sldChg chg="modNotesTx">
        <pc:chgData name="福原　颯(s24d164)" userId="5dad88b0-8d9f-4ea1-b2c6-c10a4d6d0a4a" providerId="ADAL" clId="{3818AB29-42EB-423B-8B08-9477E0434B02}" dt="2024-09-02T16:50:13.596" v="19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818AB29-42EB-423B-8B08-9477E0434B02}" dt="2024-09-02T16:50:16.373" v="20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818AB29-42EB-423B-8B08-9477E0434B02}" dt="2024-09-02T16:50:21.386" v="22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818AB29-42EB-423B-8B08-9477E0434B02}" dt="2024-09-02T16:50:23.744" v="23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818AB29-42EB-423B-8B08-9477E0434B02}" dt="2024-09-02T16:50:25.774" v="24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818AB29-42EB-423B-8B08-9477E0434B02}" dt="2024-09-02T16:50:57.279" v="35" actId="20577"/>
        <pc:sldMkLst>
          <pc:docMk/>
          <pc:sldMk cId="2660268244" sldId="473"/>
        </pc:sldMkLst>
      </pc:sldChg>
      <pc:sldChg chg="modNotesTx">
        <pc:chgData name="福原　颯(s24d164)" userId="5dad88b0-8d9f-4ea1-b2c6-c10a4d6d0a4a" providerId="ADAL" clId="{3818AB29-42EB-423B-8B08-9477E0434B02}" dt="2024-09-02T16:49:51.678" v="11" actId="20577"/>
        <pc:sldMkLst>
          <pc:docMk/>
          <pc:sldMk cId="3666141805" sldId="474"/>
        </pc:sldMkLst>
      </pc:sldChg>
      <pc:sldChg chg="modNotesTx">
        <pc:chgData name="福原　颯(s24d164)" userId="5dad88b0-8d9f-4ea1-b2c6-c10a4d6d0a4a" providerId="ADAL" clId="{3818AB29-42EB-423B-8B08-9477E0434B02}" dt="2024-09-02T16:50:31.231" v="26" actId="20577"/>
        <pc:sldMkLst>
          <pc:docMk/>
          <pc:sldMk cId="3397892319" sldId="475"/>
        </pc:sldMkLst>
      </pc:sldChg>
      <pc:sldChg chg="modNotesTx">
        <pc:chgData name="福原　颯(s24d164)" userId="5dad88b0-8d9f-4ea1-b2c6-c10a4d6d0a4a" providerId="ADAL" clId="{3818AB29-42EB-423B-8B08-9477E0434B02}" dt="2024-09-02T16:50:28.324" v="25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818AB29-42EB-423B-8B08-9477E0434B02}" dt="2024-09-02T16:50:34.188" v="27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818AB29-42EB-423B-8B08-9477E0434B02}" dt="2024-09-02T16:50:38.033" v="28" actId="20577"/>
        <pc:sldMkLst>
          <pc:docMk/>
          <pc:sldMk cId="1698350966" sldId="481"/>
        </pc:sldMkLst>
      </pc:sldChg>
      <pc:sldChg chg="modNotesTx">
        <pc:chgData name="福原　颯(s24d164)" userId="5dad88b0-8d9f-4ea1-b2c6-c10a4d6d0a4a" providerId="ADAL" clId="{3818AB29-42EB-423B-8B08-9477E0434B02}" dt="2024-09-02T16:50:40.884" v="29" actId="20577"/>
        <pc:sldMkLst>
          <pc:docMk/>
          <pc:sldMk cId="3587152433" sldId="482"/>
        </pc:sldMkLst>
      </pc:sldChg>
      <pc:sldChg chg="modNotesTx">
        <pc:chgData name="福原　颯(s24d164)" userId="5dad88b0-8d9f-4ea1-b2c6-c10a4d6d0a4a" providerId="ADAL" clId="{3818AB29-42EB-423B-8B08-9477E0434B02}" dt="2024-09-02T16:50:45.283" v="30" actId="20577"/>
        <pc:sldMkLst>
          <pc:docMk/>
          <pc:sldMk cId="4251583710" sldId="483"/>
        </pc:sldMkLst>
      </pc:sldChg>
      <pc:sldChg chg="modNotesTx">
        <pc:chgData name="福原　颯(s24d164)" userId="5dad88b0-8d9f-4ea1-b2c6-c10a4d6d0a4a" providerId="ADAL" clId="{3818AB29-42EB-423B-8B08-9477E0434B02}" dt="2024-09-02T16:50:47.801" v="31" actId="20577"/>
        <pc:sldMkLst>
          <pc:docMk/>
          <pc:sldMk cId="1662944057" sldId="485"/>
        </pc:sldMkLst>
      </pc:sldChg>
      <pc:sldChg chg="modNotesTx">
        <pc:chgData name="福原　颯(s24d164)" userId="5dad88b0-8d9f-4ea1-b2c6-c10a4d6d0a4a" providerId="ADAL" clId="{3818AB29-42EB-423B-8B08-9477E0434B02}" dt="2024-09-02T16:50:50.146" v="32" actId="20577"/>
        <pc:sldMkLst>
          <pc:docMk/>
          <pc:sldMk cId="928350818" sldId="486"/>
        </pc:sldMkLst>
      </pc:sldChg>
      <pc:sldChg chg="modNotesTx">
        <pc:chgData name="福原　颯(s24d164)" userId="5dad88b0-8d9f-4ea1-b2c6-c10a4d6d0a4a" providerId="ADAL" clId="{3818AB29-42EB-423B-8B08-9477E0434B02}" dt="2024-09-02T16:50:52.414" v="33" actId="20577"/>
        <pc:sldMkLst>
          <pc:docMk/>
          <pc:sldMk cId="3007412481" sldId="488"/>
        </pc:sldMkLst>
      </pc:sldChg>
      <pc:sldChg chg="modNotesTx">
        <pc:chgData name="福原　颯(s24d164)" userId="5dad88b0-8d9f-4ea1-b2c6-c10a4d6d0a4a" providerId="ADAL" clId="{3818AB29-42EB-423B-8B08-9477E0434B02}" dt="2024-09-02T16:50:54.481" v="34" actId="20577"/>
        <pc:sldMkLst>
          <pc:docMk/>
          <pc:sldMk cId="1293918754" sldId="489"/>
        </pc:sldMkLst>
      </pc:sldChg>
      <pc:sldChg chg="modNotesTx">
        <pc:chgData name="福原　颯(s24d164)" userId="5dad88b0-8d9f-4ea1-b2c6-c10a4d6d0a4a" providerId="ADAL" clId="{3818AB29-42EB-423B-8B08-9477E0434B02}" dt="2024-09-02T16:51:02.527" v="36" actId="20577"/>
        <pc:sldMkLst>
          <pc:docMk/>
          <pc:sldMk cId="1238039418" sldId="490"/>
        </pc:sldMkLst>
      </pc:sldChg>
      <pc:sldChg chg="modNotesTx">
        <pc:chgData name="福原　颯(s24d164)" userId="5dad88b0-8d9f-4ea1-b2c6-c10a4d6d0a4a" providerId="ADAL" clId="{3818AB29-42EB-423B-8B08-9477E0434B02}" dt="2024-09-02T16:51:06.982" v="38" actId="20577"/>
        <pc:sldMkLst>
          <pc:docMk/>
          <pc:sldMk cId="2506245929" sldId="492"/>
        </pc:sldMkLst>
      </pc:sldChg>
      <pc:sldChg chg="modNotesTx">
        <pc:chgData name="福原　颯(s24d164)" userId="5dad88b0-8d9f-4ea1-b2c6-c10a4d6d0a4a" providerId="ADAL" clId="{3818AB29-42EB-423B-8B08-9477E0434B02}" dt="2024-09-02T16:51:04.497" v="37" actId="20577"/>
        <pc:sldMkLst>
          <pc:docMk/>
          <pc:sldMk cId="1955146950" sldId="493"/>
        </pc:sldMkLst>
      </pc:sldChg>
      <pc:sldChg chg="modNotesTx">
        <pc:chgData name="福原　颯(s24d164)" userId="5dad88b0-8d9f-4ea1-b2c6-c10a4d6d0a4a" providerId="ADAL" clId="{3818AB29-42EB-423B-8B08-9477E0434B02}" dt="2024-09-02T16:51:08.996" v="39" actId="20577"/>
        <pc:sldMkLst>
          <pc:docMk/>
          <pc:sldMk cId="2533304578" sldId="494"/>
        </pc:sldMkLst>
      </pc:sldChg>
      <pc:sldChg chg="modNotesTx">
        <pc:chgData name="福原　颯(s24d164)" userId="5dad88b0-8d9f-4ea1-b2c6-c10a4d6d0a4a" providerId="ADAL" clId="{3818AB29-42EB-423B-8B08-9477E0434B02}" dt="2024-09-02T16:51:10.962" v="40" actId="20577"/>
        <pc:sldMkLst>
          <pc:docMk/>
          <pc:sldMk cId="957234417" sldId="495"/>
        </pc:sldMkLst>
      </pc:sldChg>
      <pc:sldChg chg="modNotesTx">
        <pc:chgData name="福原　颯(s24d164)" userId="5dad88b0-8d9f-4ea1-b2c6-c10a4d6d0a4a" providerId="ADAL" clId="{3818AB29-42EB-423B-8B08-9477E0434B02}" dt="2024-09-02T16:51:14.415" v="41" actId="20577"/>
        <pc:sldMkLst>
          <pc:docMk/>
          <pc:sldMk cId="209151991" sldId="496"/>
        </pc:sldMkLst>
      </pc:sldChg>
      <pc:sldChg chg="modNotesTx">
        <pc:chgData name="福原　颯(s24d164)" userId="5dad88b0-8d9f-4ea1-b2c6-c10a4d6d0a4a" providerId="ADAL" clId="{3818AB29-42EB-423B-8B08-9477E0434B02}" dt="2024-09-02T16:50:18.653" v="21" actId="20577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3818AB29-42EB-423B-8B08-9477E0434B02}" dt="2024-09-02T16:49:58.653" v="14" actId="2057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818AB29-42EB-423B-8B08-9477E0434B02}" dt="2024-09-02T16:50:01.290" v="1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3818AB29-42EB-423B-8B08-9477E0434B02}" dt="2024-09-02T16:50:04.132" v="1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818AB29-42EB-423B-8B08-9477E0434B02}" dt="2024-09-02T16:50:06.429" v="17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818AB29-42EB-423B-8B08-9477E0434B02}" dt="2024-09-02T16:50:10.940" v="18" actId="20577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D3F053AD-CDBD-443C-BEE9-8B3E66BA2C4C}"/>
    <pc:docChg chg="undo redo custSel addSld delSld modSld sldOrd">
      <pc:chgData name="福原　颯(s24d164)" userId="5dad88b0-8d9f-4ea1-b2c6-c10a4d6d0a4a" providerId="ADAL" clId="{D3F053AD-CDBD-443C-BEE9-8B3E66BA2C4C}" dt="2025-05-18T07:55:51.163" v="10257" actId="20577"/>
      <pc:docMkLst>
        <pc:docMk/>
      </pc:docMkLst>
      <pc:sldChg chg="delSp modSp del mod">
        <pc:chgData name="福原　颯(s24d164)" userId="5dad88b0-8d9f-4ea1-b2c6-c10a4d6d0a4a" providerId="ADAL" clId="{D3F053AD-CDBD-443C-BEE9-8B3E66BA2C4C}" dt="2025-05-15T02:00:25.909" v="170" actId="4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4107496" sldId="65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37742054" sldId="714"/>
        </pc:sldMkLst>
      </pc:sldChg>
      <pc:sldChg chg="modSp mod">
        <pc:chgData name="福原　颯(s24d164)" userId="5dad88b0-8d9f-4ea1-b2c6-c10a4d6d0a4a" providerId="ADAL" clId="{D3F053AD-CDBD-443C-BEE9-8B3E66BA2C4C}" dt="2025-05-15T02:05:06.740" v="211" actId="20577"/>
        <pc:sldMkLst>
          <pc:docMk/>
          <pc:sldMk cId="4159215834" sldId="718"/>
        </pc:sldMkLst>
      </pc:sldChg>
      <pc:sldChg chg="addSp delSp modSp add del mod modAnim">
        <pc:chgData name="福原　颯(s24d164)" userId="5dad88b0-8d9f-4ea1-b2c6-c10a4d6d0a4a" providerId="ADAL" clId="{D3F053AD-CDBD-443C-BEE9-8B3E66BA2C4C}" dt="2025-05-15T03:27:56.033" v="590" actId="2057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22684548" sldId="74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056876469" sldId="74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3920293" sldId="747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854759762" sldId="74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832020014" sldId="75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210969522" sldId="752"/>
        </pc:sldMkLst>
      </pc:sldChg>
      <pc:sldChg chg="addSp delSp modSp add mod">
        <pc:chgData name="福原　颯(s24d164)" userId="5dad88b0-8d9f-4ea1-b2c6-c10a4d6d0a4a" providerId="ADAL" clId="{D3F053AD-CDBD-443C-BEE9-8B3E66BA2C4C}" dt="2025-05-14T10:52:20.106" v="169" actId="1076"/>
        <pc:sldMkLst>
          <pc:docMk/>
          <pc:sldMk cId="2615351689" sldId="758"/>
        </pc:sldMkLst>
      </pc:sldChg>
      <pc:sldChg chg="modSp add mod">
        <pc:chgData name="福原　颯(s24d164)" userId="5dad88b0-8d9f-4ea1-b2c6-c10a4d6d0a4a" providerId="ADAL" clId="{D3F053AD-CDBD-443C-BEE9-8B3E66BA2C4C}" dt="2025-05-15T02:18:09.869" v="340" actId="1076"/>
        <pc:sldMkLst>
          <pc:docMk/>
          <pc:sldMk cId="3347702723" sldId="759"/>
        </pc:sldMkLst>
      </pc:sldChg>
      <pc:sldChg chg="addSp modSp add mod">
        <pc:chgData name="福原　颯(s24d164)" userId="5dad88b0-8d9f-4ea1-b2c6-c10a4d6d0a4a" providerId="ADAL" clId="{D3F053AD-CDBD-443C-BEE9-8B3E66BA2C4C}" dt="2025-05-15T03:32:49.457" v="664" actId="14100"/>
        <pc:sldMkLst>
          <pc:docMk/>
          <pc:sldMk cId="2743156960" sldId="760"/>
        </pc:sldMkLst>
      </pc:sldChg>
      <pc:sldChg chg="addSp delSp modSp add mod modAnim">
        <pc:chgData name="福原　颯(s24d164)" userId="5dad88b0-8d9f-4ea1-b2c6-c10a4d6d0a4a" providerId="ADAL" clId="{D3F053AD-CDBD-443C-BEE9-8B3E66BA2C4C}" dt="2025-05-15T03:45:35.115" v="748" actId="1036"/>
        <pc:sldMkLst>
          <pc:docMk/>
          <pc:sldMk cId="876460111" sldId="761"/>
        </pc:sldMkLst>
      </pc:sldChg>
      <pc:sldChg chg="addSp delSp modSp add mod ord">
        <pc:chgData name="福原　颯(s24d164)" userId="5dad88b0-8d9f-4ea1-b2c6-c10a4d6d0a4a" providerId="ADAL" clId="{D3F053AD-CDBD-443C-BEE9-8B3E66BA2C4C}" dt="2025-05-15T04:40:47.396" v="1082" actId="20577"/>
        <pc:sldMkLst>
          <pc:docMk/>
          <pc:sldMk cId="249835358" sldId="762"/>
        </pc:sldMkLst>
      </pc:sldChg>
      <pc:sldChg chg="addSp delSp modSp add mod delAnim">
        <pc:chgData name="福原　颯(s24d164)" userId="5dad88b0-8d9f-4ea1-b2c6-c10a4d6d0a4a" providerId="ADAL" clId="{D3F053AD-CDBD-443C-BEE9-8B3E66BA2C4C}" dt="2025-05-15T03:47:34.447" v="782" actId="1076"/>
        <pc:sldMkLst>
          <pc:docMk/>
          <pc:sldMk cId="3482301737" sldId="763"/>
        </pc:sldMkLst>
      </pc:sldChg>
      <pc:sldChg chg="add">
        <pc:chgData name="福原　颯(s24d164)" userId="5dad88b0-8d9f-4ea1-b2c6-c10a4d6d0a4a" providerId="ADAL" clId="{D3F053AD-CDBD-443C-BEE9-8B3E66BA2C4C}" dt="2025-05-15T04:29:27.212" v="867"/>
        <pc:sldMkLst>
          <pc:docMk/>
          <pc:sldMk cId="97923385" sldId="764"/>
        </pc:sldMkLst>
      </pc:sldChg>
      <pc:sldChg chg="addSp delSp modSp add mod ord addAnim delAnim">
        <pc:chgData name="福原　颯(s24d164)" userId="5dad88b0-8d9f-4ea1-b2c6-c10a4d6d0a4a" providerId="ADAL" clId="{D3F053AD-CDBD-443C-BEE9-8B3E66BA2C4C}" dt="2025-05-15T04:36:28.675" v="1069" actId="20577"/>
        <pc:sldMkLst>
          <pc:docMk/>
          <pc:sldMk cId="2532690430" sldId="765"/>
        </pc:sldMkLst>
      </pc:sldChg>
      <pc:sldChg chg="add">
        <pc:chgData name="福原　颯(s24d164)" userId="5dad88b0-8d9f-4ea1-b2c6-c10a4d6d0a4a" providerId="ADAL" clId="{D3F053AD-CDBD-443C-BEE9-8B3E66BA2C4C}" dt="2025-05-15T04:39:15.173" v="1070"/>
        <pc:sldMkLst>
          <pc:docMk/>
          <pc:sldMk cId="2513075092" sldId="766"/>
        </pc:sldMkLst>
      </pc:sldChg>
      <pc:sldChg chg="addSp delSp modSp add del mod delAnim">
        <pc:chgData name="福原　颯(s24d164)" userId="5dad88b0-8d9f-4ea1-b2c6-c10a4d6d0a4a" providerId="ADAL" clId="{D3F053AD-CDBD-443C-BEE9-8B3E66BA2C4C}" dt="2025-05-15T06:51:46.940" v="1799" actId="47"/>
        <pc:sldMkLst>
          <pc:docMk/>
          <pc:sldMk cId="655670193" sldId="767"/>
        </pc:sldMkLst>
      </pc:sldChg>
      <pc:sldChg chg="modSp add mod">
        <pc:chgData name="福原　颯(s24d164)" userId="5dad88b0-8d9f-4ea1-b2c6-c10a4d6d0a4a" providerId="ADAL" clId="{D3F053AD-CDBD-443C-BEE9-8B3E66BA2C4C}" dt="2025-05-15T10:47:55.005" v="3855"/>
        <pc:sldMkLst>
          <pc:docMk/>
          <pc:sldMk cId="1067871787" sldId="768"/>
        </pc:sldMkLst>
      </pc:sldChg>
      <pc:sldChg chg="modSp add mod">
        <pc:chgData name="福原　颯(s24d164)" userId="5dad88b0-8d9f-4ea1-b2c6-c10a4d6d0a4a" providerId="ADAL" clId="{D3F053AD-CDBD-443C-BEE9-8B3E66BA2C4C}" dt="2025-05-15T08:18:14.661" v="2656" actId="12"/>
        <pc:sldMkLst>
          <pc:docMk/>
          <pc:sldMk cId="3516470228" sldId="769"/>
        </pc:sldMkLst>
      </pc:sldChg>
      <pc:sldChg chg="modSp add mod">
        <pc:chgData name="福原　颯(s24d164)" userId="5dad88b0-8d9f-4ea1-b2c6-c10a4d6d0a4a" providerId="ADAL" clId="{D3F053AD-CDBD-443C-BEE9-8B3E66BA2C4C}" dt="2025-05-15T08:24:10.222" v="2790" actId="20577"/>
        <pc:sldMkLst>
          <pc:docMk/>
          <pc:sldMk cId="2662678024" sldId="770"/>
        </pc:sldMkLst>
      </pc:sldChg>
      <pc:sldChg chg="addSp delSp modSp add mod">
        <pc:chgData name="福原　颯(s24d164)" userId="5dad88b0-8d9f-4ea1-b2c6-c10a4d6d0a4a" providerId="ADAL" clId="{D3F053AD-CDBD-443C-BEE9-8B3E66BA2C4C}" dt="2025-05-16T05:04:58.163" v="3862" actId="478"/>
        <pc:sldMkLst>
          <pc:docMk/>
          <pc:sldMk cId="1163437332" sldId="771"/>
        </pc:sldMkLst>
      </pc:sldChg>
      <pc:sldChg chg="addSp delSp modSp add mod">
        <pc:chgData name="福原　颯(s24d164)" userId="5dad88b0-8d9f-4ea1-b2c6-c10a4d6d0a4a" providerId="ADAL" clId="{D3F053AD-CDBD-443C-BEE9-8B3E66BA2C4C}" dt="2025-05-16T05:06:26.152" v="3868" actId="478"/>
        <pc:sldMkLst>
          <pc:docMk/>
          <pc:sldMk cId="1210146090" sldId="772"/>
        </pc:sldMkLst>
      </pc:sldChg>
      <pc:sldChg chg="delSp modSp add mod">
        <pc:chgData name="福原　颯(s24d164)" userId="5dad88b0-8d9f-4ea1-b2c6-c10a4d6d0a4a" providerId="ADAL" clId="{D3F053AD-CDBD-443C-BEE9-8B3E66BA2C4C}" dt="2025-05-15T10:20:34.254" v="3292" actId="478"/>
        <pc:sldMkLst>
          <pc:docMk/>
          <pc:sldMk cId="1477064745" sldId="773"/>
        </pc:sldMkLst>
      </pc:sldChg>
      <pc:sldChg chg="addSp delSp modSp add mod">
        <pc:chgData name="福原　颯(s24d164)" userId="5dad88b0-8d9f-4ea1-b2c6-c10a4d6d0a4a" providerId="ADAL" clId="{D3F053AD-CDBD-443C-BEE9-8B3E66BA2C4C}" dt="2025-05-16T05:13:23.227" v="3903" actId="20577"/>
        <pc:sldMkLst>
          <pc:docMk/>
          <pc:sldMk cId="3638264233" sldId="774"/>
        </pc:sldMkLst>
      </pc:sldChg>
      <pc:sldChg chg="modSp add mod">
        <pc:chgData name="福原　颯(s24d164)" userId="5dad88b0-8d9f-4ea1-b2c6-c10a4d6d0a4a" providerId="ADAL" clId="{D3F053AD-CDBD-443C-BEE9-8B3E66BA2C4C}" dt="2025-05-16T05:16:33.831" v="3943" actId="20577"/>
        <pc:sldMkLst>
          <pc:docMk/>
          <pc:sldMk cId="1123830566" sldId="775"/>
        </pc:sldMkLst>
      </pc:sldChg>
      <pc:sldChg chg="addSp modSp add mod">
        <pc:chgData name="福原　颯(s24d164)" userId="5dad88b0-8d9f-4ea1-b2c6-c10a4d6d0a4a" providerId="ADAL" clId="{D3F053AD-CDBD-443C-BEE9-8B3E66BA2C4C}" dt="2025-05-16T05:46:36.845" v="4397" actId="20577"/>
        <pc:sldMkLst>
          <pc:docMk/>
          <pc:sldMk cId="966620949" sldId="776"/>
        </pc:sldMkLst>
      </pc:sldChg>
      <pc:sldChg chg="delSp modSp add mod">
        <pc:chgData name="福原　颯(s24d164)" userId="5dad88b0-8d9f-4ea1-b2c6-c10a4d6d0a4a" providerId="ADAL" clId="{D3F053AD-CDBD-443C-BEE9-8B3E66BA2C4C}" dt="2025-05-16T05:55:42.268" v="4471" actId="207"/>
        <pc:sldMkLst>
          <pc:docMk/>
          <pc:sldMk cId="372302214" sldId="777"/>
        </pc:sldMkLst>
      </pc:sldChg>
      <pc:sldChg chg="addSp delSp modSp add mod">
        <pc:chgData name="福原　颯(s24d164)" userId="5dad88b0-8d9f-4ea1-b2c6-c10a4d6d0a4a" providerId="ADAL" clId="{D3F053AD-CDBD-443C-BEE9-8B3E66BA2C4C}" dt="2025-05-16T09:47:34.034" v="6906" actId="115"/>
        <pc:sldMkLst>
          <pc:docMk/>
          <pc:sldMk cId="928857032" sldId="778"/>
        </pc:sldMkLst>
      </pc:sldChg>
      <pc:sldChg chg="add del">
        <pc:chgData name="福原　颯(s24d164)" userId="5dad88b0-8d9f-4ea1-b2c6-c10a4d6d0a4a" providerId="ADAL" clId="{D3F053AD-CDBD-443C-BEE9-8B3E66BA2C4C}" dt="2025-05-16T06:33:44.070" v="5077"/>
        <pc:sldMkLst>
          <pc:docMk/>
          <pc:sldMk cId="998079721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8:28:26.581" v="6036" actId="1037"/>
        <pc:sldMkLst>
          <pc:docMk/>
          <pc:sldMk cId="1044232084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9:10:56.852" v="6277" actId="1076"/>
        <pc:sldMkLst>
          <pc:docMk/>
          <pc:sldMk cId="3770270452" sldId="780"/>
        </pc:sldMkLst>
      </pc:sldChg>
      <pc:sldChg chg="delSp modSp add mod ord">
        <pc:chgData name="福原　颯(s24d164)" userId="5dad88b0-8d9f-4ea1-b2c6-c10a4d6d0a4a" providerId="ADAL" clId="{D3F053AD-CDBD-443C-BEE9-8B3E66BA2C4C}" dt="2025-05-16T09:20:25.388" v="6457"/>
        <pc:sldMkLst>
          <pc:docMk/>
          <pc:sldMk cId="1261761750" sldId="781"/>
        </pc:sldMkLst>
      </pc:sldChg>
      <pc:sldChg chg="delSp modSp add mod ord">
        <pc:chgData name="福原　颯(s24d164)" userId="5dad88b0-8d9f-4ea1-b2c6-c10a4d6d0a4a" providerId="ADAL" clId="{D3F053AD-CDBD-443C-BEE9-8B3E66BA2C4C}" dt="2025-05-16T10:20:46.478" v="6995"/>
        <pc:sldMkLst>
          <pc:docMk/>
          <pc:sldMk cId="2293909014" sldId="782"/>
        </pc:sldMkLst>
      </pc:sldChg>
      <pc:sldChg chg="modSp add mod">
        <pc:chgData name="福原　颯(s24d164)" userId="5dad88b0-8d9f-4ea1-b2c6-c10a4d6d0a4a" providerId="ADAL" clId="{D3F053AD-CDBD-443C-BEE9-8B3E66BA2C4C}" dt="2025-05-16T10:33:55.704" v="7051" actId="20577"/>
        <pc:sldMkLst>
          <pc:docMk/>
          <pc:sldMk cId="3237612359" sldId="783"/>
        </pc:sldMkLst>
      </pc:sldChg>
      <pc:sldChg chg="modSp add mod">
        <pc:chgData name="福原　颯(s24d164)" userId="5dad88b0-8d9f-4ea1-b2c6-c10a4d6d0a4a" providerId="ADAL" clId="{D3F053AD-CDBD-443C-BEE9-8B3E66BA2C4C}" dt="2025-05-16T10:24:42.476" v="7041" actId="20577"/>
        <pc:sldMkLst>
          <pc:docMk/>
          <pc:sldMk cId="337573737" sldId="784"/>
        </pc:sldMkLst>
      </pc:sldChg>
      <pc:sldChg chg="modSp add mod ord">
        <pc:chgData name="福原　颯(s24d164)" userId="5dad88b0-8d9f-4ea1-b2c6-c10a4d6d0a4a" providerId="ADAL" clId="{D3F053AD-CDBD-443C-BEE9-8B3E66BA2C4C}" dt="2025-05-18T03:48:15.861" v="7842" actId="20577"/>
        <pc:sldMkLst>
          <pc:docMk/>
          <pc:sldMk cId="3271634501" sldId="788"/>
        </pc:sldMkLst>
      </pc:sldChg>
      <pc:sldChg chg="addSp modSp add mod">
        <pc:chgData name="福原　颯(s24d164)" userId="5dad88b0-8d9f-4ea1-b2c6-c10a4d6d0a4a" providerId="ADAL" clId="{D3F053AD-CDBD-443C-BEE9-8B3E66BA2C4C}" dt="2025-05-18T03:08:48.146" v="7225" actId="1076"/>
        <pc:sldMkLst>
          <pc:docMk/>
          <pc:sldMk cId="906458731" sldId="789"/>
        </pc:sldMkLst>
      </pc:sldChg>
      <pc:sldChg chg="delSp modSp add mod">
        <pc:chgData name="福原　颯(s24d164)" userId="5dad88b0-8d9f-4ea1-b2c6-c10a4d6d0a4a" providerId="ADAL" clId="{D3F053AD-CDBD-443C-BEE9-8B3E66BA2C4C}" dt="2025-05-18T03:15:14.748" v="7239" actId="1076"/>
        <pc:sldMkLst>
          <pc:docMk/>
          <pc:sldMk cId="2580826161" sldId="790"/>
        </pc:sldMkLst>
      </pc:sldChg>
      <pc:sldChg chg="modSp add mod">
        <pc:chgData name="福原　颯(s24d164)" userId="5dad88b0-8d9f-4ea1-b2c6-c10a4d6d0a4a" providerId="ADAL" clId="{D3F053AD-CDBD-443C-BEE9-8B3E66BA2C4C}" dt="2025-05-18T03:44:22.968" v="7775" actId="20577"/>
        <pc:sldMkLst>
          <pc:docMk/>
          <pc:sldMk cId="1124655202" sldId="791"/>
        </pc:sldMkLst>
      </pc:sldChg>
      <pc:sldChg chg="addSp modSp add mod">
        <pc:chgData name="福原　颯(s24d164)" userId="5dad88b0-8d9f-4ea1-b2c6-c10a4d6d0a4a" providerId="ADAL" clId="{D3F053AD-CDBD-443C-BEE9-8B3E66BA2C4C}" dt="2025-05-18T04:14:34.612" v="8109" actId="20577"/>
        <pc:sldMkLst>
          <pc:docMk/>
          <pc:sldMk cId="3510803454" sldId="792"/>
        </pc:sldMkLst>
      </pc:sldChg>
      <pc:sldChg chg="modSp add mod">
        <pc:chgData name="福原　颯(s24d164)" userId="5dad88b0-8d9f-4ea1-b2c6-c10a4d6d0a4a" providerId="ADAL" clId="{D3F053AD-CDBD-443C-BEE9-8B3E66BA2C4C}" dt="2025-05-18T04:15:28.044" v="8155" actId="20577"/>
        <pc:sldMkLst>
          <pc:docMk/>
          <pc:sldMk cId="49660724" sldId="793"/>
        </pc:sldMkLst>
      </pc:sldChg>
      <pc:sldChg chg="addSp delSp modSp add mod">
        <pc:chgData name="福原　颯(s24d164)" userId="5dad88b0-8d9f-4ea1-b2c6-c10a4d6d0a4a" providerId="ADAL" clId="{D3F053AD-CDBD-443C-BEE9-8B3E66BA2C4C}" dt="2025-05-18T04:43:51.897" v="8508" actId="1038"/>
        <pc:sldMkLst>
          <pc:docMk/>
          <pc:sldMk cId="2958224478" sldId="794"/>
        </pc:sldMkLst>
      </pc:sldChg>
      <pc:sldChg chg="addSp delSp modSp add mod ord">
        <pc:chgData name="福原　颯(s24d164)" userId="5dad88b0-8d9f-4ea1-b2c6-c10a4d6d0a4a" providerId="ADAL" clId="{D3F053AD-CDBD-443C-BEE9-8B3E66BA2C4C}" dt="2025-05-18T05:39:03.182" v="9166" actId="1076"/>
        <pc:sldMkLst>
          <pc:docMk/>
          <pc:sldMk cId="1499138244" sldId="795"/>
        </pc:sldMkLst>
      </pc:sldChg>
      <pc:sldChg chg="addSp delSp modSp add mod ord">
        <pc:chgData name="福原　颯(s24d164)" userId="5dad88b0-8d9f-4ea1-b2c6-c10a4d6d0a4a" providerId="ADAL" clId="{D3F053AD-CDBD-443C-BEE9-8B3E66BA2C4C}" dt="2025-05-18T04:49:16.996" v="8603"/>
        <pc:sldMkLst>
          <pc:docMk/>
          <pc:sldMk cId="1045757155" sldId="796"/>
        </pc:sldMkLst>
      </pc:sldChg>
      <pc:sldChg chg="add del">
        <pc:chgData name="福原　颯(s24d164)" userId="5dad88b0-8d9f-4ea1-b2c6-c10a4d6d0a4a" providerId="ADAL" clId="{D3F053AD-CDBD-443C-BEE9-8B3E66BA2C4C}" dt="2025-05-18T04:44:23.089" v="8517"/>
        <pc:sldMkLst>
          <pc:docMk/>
          <pc:sldMk cId="387590260" sldId="797"/>
        </pc:sldMkLst>
      </pc:sldChg>
      <pc:sldChg chg="addSp delSp modSp add mod">
        <pc:chgData name="福原　颯(s24d164)" userId="5dad88b0-8d9f-4ea1-b2c6-c10a4d6d0a4a" providerId="ADAL" clId="{D3F053AD-CDBD-443C-BEE9-8B3E66BA2C4C}" dt="2025-05-18T05:41:40.694" v="9208" actId="478"/>
        <pc:sldMkLst>
          <pc:docMk/>
          <pc:sldMk cId="3333470137" sldId="797"/>
        </pc:sldMkLst>
      </pc:sldChg>
      <pc:sldChg chg="modSp add mod">
        <pc:chgData name="福原　颯(s24d164)" userId="5dad88b0-8d9f-4ea1-b2c6-c10a4d6d0a4a" providerId="ADAL" clId="{D3F053AD-CDBD-443C-BEE9-8B3E66BA2C4C}" dt="2025-05-18T05:34:20.287" v="9127" actId="115"/>
        <pc:sldMkLst>
          <pc:docMk/>
          <pc:sldMk cId="1201201007" sldId="798"/>
        </pc:sldMkLst>
      </pc:sldChg>
      <pc:sldChg chg="addSp modSp add mod">
        <pc:chgData name="福原　颯(s24d164)" userId="5dad88b0-8d9f-4ea1-b2c6-c10a4d6d0a4a" providerId="ADAL" clId="{D3F053AD-CDBD-443C-BEE9-8B3E66BA2C4C}" dt="2025-05-18T05:43:37.927" v="9305" actId="20577"/>
        <pc:sldMkLst>
          <pc:docMk/>
          <pc:sldMk cId="278708712" sldId="799"/>
        </pc:sldMkLst>
      </pc:sldChg>
      <pc:sldChg chg="addSp modSp add mod">
        <pc:chgData name="福原　颯(s24d164)" userId="5dad88b0-8d9f-4ea1-b2c6-c10a4d6d0a4a" providerId="ADAL" clId="{D3F053AD-CDBD-443C-BEE9-8B3E66BA2C4C}" dt="2025-05-18T05:41:17.235" v="9201" actId="20577"/>
        <pc:sldMkLst>
          <pc:docMk/>
          <pc:sldMk cId="4140170195" sldId="800"/>
        </pc:sldMkLst>
      </pc:sldChg>
      <pc:sldChg chg="add">
        <pc:chgData name="福原　颯(s24d164)" userId="5dad88b0-8d9f-4ea1-b2c6-c10a4d6d0a4a" providerId="ADAL" clId="{D3F053AD-CDBD-443C-BEE9-8B3E66BA2C4C}" dt="2025-05-18T05:45:38.514" v="9329"/>
        <pc:sldMkLst>
          <pc:docMk/>
          <pc:sldMk cId="744169427" sldId="801"/>
        </pc:sldMkLst>
      </pc:sldChg>
      <pc:sldChg chg="addSp delSp modSp add del mod">
        <pc:chgData name="福原　颯(s24d164)" userId="5dad88b0-8d9f-4ea1-b2c6-c10a4d6d0a4a" providerId="ADAL" clId="{D3F053AD-CDBD-443C-BEE9-8B3E66BA2C4C}" dt="2025-05-18T05:45:35.698" v="9328" actId="47"/>
        <pc:sldMkLst>
          <pc:docMk/>
          <pc:sldMk cId="1996684636" sldId="801"/>
        </pc:sldMkLst>
      </pc:sldChg>
      <pc:sldChg chg="addSp delSp modSp add mod">
        <pc:chgData name="福原　颯(s24d164)" userId="5dad88b0-8d9f-4ea1-b2c6-c10a4d6d0a4a" providerId="ADAL" clId="{D3F053AD-CDBD-443C-BEE9-8B3E66BA2C4C}" dt="2025-05-18T06:50:37.991" v="9416" actId="14100"/>
        <pc:sldMkLst>
          <pc:docMk/>
          <pc:sldMk cId="427760683" sldId="802"/>
        </pc:sldMkLst>
      </pc:sldChg>
      <pc:sldChg chg="modSp add mod">
        <pc:chgData name="福原　颯(s24d164)" userId="5dad88b0-8d9f-4ea1-b2c6-c10a4d6d0a4a" providerId="ADAL" clId="{D3F053AD-CDBD-443C-BEE9-8B3E66BA2C4C}" dt="2025-05-18T06:53:18.657" v="9516" actId="20577"/>
        <pc:sldMkLst>
          <pc:docMk/>
          <pc:sldMk cId="1043047303" sldId="803"/>
        </pc:sldMkLst>
      </pc:sldChg>
      <pc:sldChg chg="addSp modSp add mod">
        <pc:chgData name="福原　颯(s24d164)" userId="5dad88b0-8d9f-4ea1-b2c6-c10a4d6d0a4a" providerId="ADAL" clId="{D3F053AD-CDBD-443C-BEE9-8B3E66BA2C4C}" dt="2025-05-18T06:50:58.337" v="9422" actId="14100"/>
        <pc:sldMkLst>
          <pc:docMk/>
          <pc:sldMk cId="2010638594" sldId="804"/>
        </pc:sldMkLst>
      </pc:sldChg>
      <pc:sldChg chg="addSp modSp add mod">
        <pc:chgData name="福原　颯(s24d164)" userId="5dad88b0-8d9f-4ea1-b2c6-c10a4d6d0a4a" providerId="ADAL" clId="{D3F053AD-CDBD-443C-BEE9-8B3E66BA2C4C}" dt="2025-05-18T07:22:47.806" v="9788" actId="1076"/>
        <pc:sldMkLst>
          <pc:docMk/>
          <pc:sldMk cId="3223055461" sldId="805"/>
        </pc:sldMkLst>
      </pc:sldChg>
      <pc:sldChg chg="modSp add mod ord">
        <pc:chgData name="福原　颯(s24d164)" userId="5dad88b0-8d9f-4ea1-b2c6-c10a4d6d0a4a" providerId="ADAL" clId="{D3F053AD-CDBD-443C-BEE9-8B3E66BA2C4C}" dt="2025-05-18T07:53:20.980" v="10162"/>
        <pc:sldMkLst>
          <pc:docMk/>
          <pc:sldMk cId="359375935" sldId="806"/>
        </pc:sldMkLst>
      </pc:sldChg>
      <pc:sldChg chg="addSp delSp modSp add mod">
        <pc:chgData name="福原　颯(s24d164)" userId="5dad88b0-8d9f-4ea1-b2c6-c10a4d6d0a4a" providerId="ADAL" clId="{D3F053AD-CDBD-443C-BEE9-8B3E66BA2C4C}" dt="2025-05-18T07:37:48.611" v="10160" actId="1035"/>
        <pc:sldMkLst>
          <pc:docMk/>
          <pc:sldMk cId="2069240060" sldId="807"/>
        </pc:sldMkLst>
      </pc:sldChg>
      <pc:sldChg chg="delSp modSp add mod">
        <pc:chgData name="福原　颯(s24d164)" userId="5dad88b0-8d9f-4ea1-b2c6-c10a4d6d0a4a" providerId="ADAL" clId="{D3F053AD-CDBD-443C-BEE9-8B3E66BA2C4C}" dt="2025-05-18T07:55:09.359" v="10208" actId="20577"/>
        <pc:sldMkLst>
          <pc:docMk/>
          <pc:sldMk cId="3484124929" sldId="808"/>
        </pc:sldMkLst>
      </pc:sldChg>
      <pc:sldChg chg="modSp add mod">
        <pc:chgData name="福原　颯(s24d164)" userId="5dad88b0-8d9f-4ea1-b2c6-c10a4d6d0a4a" providerId="ADAL" clId="{D3F053AD-CDBD-443C-BEE9-8B3E66BA2C4C}" dt="2025-05-18T07:55:34.627" v="10220" actId="20577"/>
        <pc:sldMkLst>
          <pc:docMk/>
          <pc:sldMk cId="2773276949" sldId="809"/>
        </pc:sldMkLst>
      </pc:sldChg>
      <pc:sldChg chg="modSp add mod">
        <pc:chgData name="福原　颯(s24d164)" userId="5dad88b0-8d9f-4ea1-b2c6-c10a4d6d0a4a" providerId="ADAL" clId="{D3F053AD-CDBD-443C-BEE9-8B3E66BA2C4C}" dt="2025-05-18T07:55:51.163" v="10257" actId="20577"/>
        <pc:sldMkLst>
          <pc:docMk/>
          <pc:sldMk cId="837315838" sldId="810"/>
        </pc:sldMkLst>
      </pc:sldChg>
    </pc:docChg>
  </pc:docChgLst>
  <pc:docChgLst>
    <pc:chgData name="福原　颯(s24d164)" userId="5dad88b0-8d9f-4ea1-b2c6-c10a4d6d0a4a" providerId="ADAL" clId="{F1EF626C-D9CF-4555-8696-0C9A9D5F08A2}"/>
    <pc:docChg chg="undo custSel addSld modSld">
      <pc:chgData name="福原　颯(s24d164)" userId="5dad88b0-8d9f-4ea1-b2c6-c10a4d6d0a4a" providerId="ADAL" clId="{F1EF626C-D9CF-4555-8696-0C9A9D5F08A2}" dt="2024-09-19T01:03:42.780" v="173" actId="113"/>
      <pc:docMkLst>
        <pc:docMk/>
      </pc:docMkLst>
      <pc:sldChg chg="modSp mod">
        <pc:chgData name="福原　颯(s24d164)" userId="5dad88b0-8d9f-4ea1-b2c6-c10a4d6d0a4a" providerId="ADAL" clId="{F1EF626C-D9CF-4555-8696-0C9A9D5F08A2}" dt="2024-09-19T00:39:44.901" v="62" actId="20577"/>
        <pc:sldMkLst>
          <pc:docMk/>
          <pc:sldMk cId="3274072135" sldId="513"/>
        </pc:sldMkLst>
      </pc:sldChg>
      <pc:sldChg chg="modSp mod">
        <pc:chgData name="福原　颯(s24d164)" userId="5dad88b0-8d9f-4ea1-b2c6-c10a4d6d0a4a" providerId="ADAL" clId="{F1EF626C-D9CF-4555-8696-0C9A9D5F08A2}" dt="2024-09-19T01:03:09.450" v="166" actId="20577"/>
        <pc:sldMkLst>
          <pc:docMk/>
          <pc:sldMk cId="1777063703" sldId="531"/>
        </pc:sldMkLst>
      </pc:sldChg>
      <pc:sldChg chg="modSp mod">
        <pc:chgData name="福原　颯(s24d164)" userId="5dad88b0-8d9f-4ea1-b2c6-c10a4d6d0a4a" providerId="ADAL" clId="{F1EF626C-D9CF-4555-8696-0C9A9D5F08A2}" dt="2024-09-19T01:03:23.285" v="169"/>
        <pc:sldMkLst>
          <pc:docMk/>
          <pc:sldMk cId="787021457" sldId="535"/>
        </pc:sldMkLst>
      </pc:sldChg>
      <pc:sldChg chg="modSp mod">
        <pc:chgData name="福原　颯(s24d164)" userId="5dad88b0-8d9f-4ea1-b2c6-c10a4d6d0a4a" providerId="ADAL" clId="{F1EF626C-D9CF-4555-8696-0C9A9D5F08A2}" dt="2024-09-19T01:03:14.614" v="167"/>
        <pc:sldMkLst>
          <pc:docMk/>
          <pc:sldMk cId="657489115" sldId="536"/>
        </pc:sldMkLst>
      </pc:sldChg>
      <pc:sldChg chg="modSp mod">
        <pc:chgData name="福原　颯(s24d164)" userId="5dad88b0-8d9f-4ea1-b2c6-c10a4d6d0a4a" providerId="ADAL" clId="{F1EF626C-D9CF-4555-8696-0C9A9D5F08A2}" dt="2024-09-19T01:03:18.745" v="168"/>
        <pc:sldMkLst>
          <pc:docMk/>
          <pc:sldMk cId="2340234848" sldId="537"/>
        </pc:sldMkLst>
      </pc:sldChg>
      <pc:sldChg chg="modSp mod">
        <pc:chgData name="福原　颯(s24d164)" userId="5dad88b0-8d9f-4ea1-b2c6-c10a4d6d0a4a" providerId="ADAL" clId="{F1EF626C-D9CF-4555-8696-0C9A9D5F08A2}" dt="2024-09-19T01:03:30.496" v="171"/>
        <pc:sldMkLst>
          <pc:docMk/>
          <pc:sldMk cId="2779778668" sldId="540"/>
        </pc:sldMkLst>
      </pc:sldChg>
      <pc:sldChg chg="modSp mod">
        <pc:chgData name="福原　颯(s24d164)" userId="5dad88b0-8d9f-4ea1-b2c6-c10a4d6d0a4a" providerId="ADAL" clId="{F1EF626C-D9CF-4555-8696-0C9A9D5F08A2}" dt="2024-09-19T00:59:10.660" v="156" actId="20577"/>
        <pc:sldMkLst>
          <pc:docMk/>
          <pc:sldMk cId="338589204" sldId="552"/>
        </pc:sldMkLst>
      </pc:sldChg>
      <pc:sldChg chg="modSp mod">
        <pc:chgData name="福原　颯(s24d164)" userId="5dad88b0-8d9f-4ea1-b2c6-c10a4d6d0a4a" providerId="ADAL" clId="{F1EF626C-D9CF-4555-8696-0C9A9D5F08A2}" dt="2024-09-19T00:56:09.170" v="64" actId="14734"/>
        <pc:sldMkLst>
          <pc:docMk/>
          <pc:sldMk cId="561060879" sldId="553"/>
        </pc:sldMkLst>
      </pc:sldChg>
      <pc:sldChg chg="modSp mod">
        <pc:chgData name="福原　颯(s24d164)" userId="5dad88b0-8d9f-4ea1-b2c6-c10a4d6d0a4a" providerId="ADAL" clId="{F1EF626C-D9CF-4555-8696-0C9A9D5F08A2}" dt="2024-09-19T00:14:48.576" v="59" actId="20577"/>
        <pc:sldMkLst>
          <pc:docMk/>
          <pc:sldMk cId="3098468264" sldId="557"/>
        </pc:sldMkLst>
      </pc:sldChg>
      <pc:sldChg chg="addSp delSp modSp mod">
        <pc:chgData name="福原　颯(s24d164)" userId="5dad88b0-8d9f-4ea1-b2c6-c10a4d6d0a4a" providerId="ADAL" clId="{F1EF626C-D9CF-4555-8696-0C9A9D5F08A2}" dt="2024-09-19T00:56:45.850" v="72" actId="1076"/>
        <pc:sldMkLst>
          <pc:docMk/>
          <pc:sldMk cId="2608318930" sldId="565"/>
        </pc:sldMkLst>
      </pc:sldChg>
      <pc:sldChg chg="modSp mod">
        <pc:chgData name="福原　颯(s24d164)" userId="5dad88b0-8d9f-4ea1-b2c6-c10a4d6d0a4a" providerId="ADAL" clId="{F1EF626C-D9CF-4555-8696-0C9A9D5F08A2}" dt="2024-09-19T01:03:27.531" v="170"/>
        <pc:sldMkLst>
          <pc:docMk/>
          <pc:sldMk cId="1971853744" sldId="568"/>
        </pc:sldMkLst>
      </pc:sldChg>
      <pc:sldChg chg="addSp delSp modSp mod">
        <pc:chgData name="福原　颯(s24d164)" userId="5dad88b0-8d9f-4ea1-b2c6-c10a4d6d0a4a" providerId="ADAL" clId="{F1EF626C-D9CF-4555-8696-0C9A9D5F08A2}" dt="2024-09-19T00:57:51.370" v="81" actId="14100"/>
        <pc:sldMkLst>
          <pc:docMk/>
          <pc:sldMk cId="4205508689" sldId="572"/>
        </pc:sldMkLst>
      </pc:sldChg>
      <pc:sldChg chg="modSp add mod">
        <pc:chgData name="福原　颯(s24d164)" userId="5dad88b0-8d9f-4ea1-b2c6-c10a4d6d0a4a" providerId="ADAL" clId="{F1EF626C-D9CF-4555-8696-0C9A9D5F08A2}" dt="2024-09-19T01:03:42.780" v="173" actId="113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355EC059-47EA-4426-85E9-5506D5B5FA87}"/>
    <pc:docChg chg="undo custSel addSld delSld modSld">
      <pc:chgData name="福原　颯(s24d164)" userId="5dad88b0-8d9f-4ea1-b2c6-c10a4d6d0a4a" providerId="ADAL" clId="{355EC059-47EA-4426-85E9-5506D5B5FA87}" dt="2024-09-03T19:06:47.280" v="9327" actId="1076"/>
      <pc:docMkLst>
        <pc:docMk/>
      </pc:docMkLst>
      <pc:sldChg chg="modNotesTx">
        <pc:chgData name="福原　颯(s24d164)" userId="5dad88b0-8d9f-4ea1-b2c6-c10a4d6d0a4a" providerId="ADAL" clId="{355EC059-47EA-4426-85E9-5506D5B5FA87}" dt="2024-09-03T15:41:41.186" v="157" actId="20577"/>
        <pc:sldMkLst>
          <pc:docMk/>
          <pc:sldMk cId="1452277363" sldId="263"/>
        </pc:sldMkLst>
      </pc:sldChg>
      <pc:sldChg chg="addSp modSp mod modNotesTx">
        <pc:chgData name="福原　颯(s24d164)" userId="5dad88b0-8d9f-4ea1-b2c6-c10a4d6d0a4a" providerId="ADAL" clId="{355EC059-47EA-4426-85E9-5506D5B5FA87}" dt="2024-09-03T16:26:16.273" v="3459" actId="20577"/>
        <pc:sldMkLst>
          <pc:docMk/>
          <pc:sldMk cId="418382245" sldId="363"/>
        </pc:sldMkLst>
      </pc:sldChg>
      <pc:sldChg chg="addSp delSp modSp mod delAnim modAnim modNotesTx">
        <pc:chgData name="福原　颯(s24d164)" userId="5dad88b0-8d9f-4ea1-b2c6-c10a4d6d0a4a" providerId="ADAL" clId="{355EC059-47EA-4426-85E9-5506D5B5FA87}" dt="2024-09-03T16:10:38.742" v="2452" actId="20577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355EC059-47EA-4426-85E9-5506D5B5FA87}" dt="2024-09-03T18:11:20.795" v="8651" actId="20577"/>
        <pc:sldMkLst>
          <pc:docMk/>
          <pc:sldMk cId="3280360261" sldId="416"/>
        </pc:sldMkLst>
      </pc:sldChg>
      <pc:sldChg chg="modSp modAnim modNotesTx">
        <pc:chgData name="福原　颯(s24d164)" userId="5dad88b0-8d9f-4ea1-b2c6-c10a4d6d0a4a" providerId="ADAL" clId="{355EC059-47EA-4426-85E9-5506D5B5FA87}" dt="2024-09-03T15:51:14.368" v="1096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55EC059-47EA-4426-85E9-5506D5B5FA87}" dt="2024-09-03T16:42:10.708" v="4967" actId="20577"/>
        <pc:sldMkLst>
          <pc:docMk/>
          <pc:sldMk cId="2700123302" sldId="451"/>
        </pc:sldMkLst>
      </pc:sldChg>
      <pc:sldChg chg="modNotesTx">
        <pc:chgData name="福原　颯(s24d164)" userId="5dad88b0-8d9f-4ea1-b2c6-c10a4d6d0a4a" providerId="ADAL" clId="{355EC059-47EA-4426-85E9-5506D5B5FA87}" dt="2024-09-03T16:27:55.310" v="3672" actId="20577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55EC059-47EA-4426-85E9-5506D5B5FA87}" dt="2024-09-03T16:59:27.394" v="5302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55EC059-47EA-4426-85E9-5506D5B5FA87}" dt="2024-09-03T16:59:10.093" v="5232" actId="20577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355EC059-47EA-4426-85E9-5506D5B5FA87}" dt="2024-09-03T18:06:02.751" v="8620" actId="20577"/>
        <pc:sldMkLst>
          <pc:docMk/>
          <pc:sldMk cId="2356944368" sldId="457"/>
        </pc:sldMkLst>
      </pc:sldChg>
      <pc:sldChg chg="addSp modSp mod modNotesTx">
        <pc:chgData name="福原　颯(s24d164)" userId="5dad88b0-8d9f-4ea1-b2c6-c10a4d6d0a4a" providerId="ADAL" clId="{355EC059-47EA-4426-85E9-5506D5B5FA87}" dt="2024-09-03T16:40:25.948" v="4789" actId="14100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355EC059-47EA-4426-85E9-5506D5B5FA87}" dt="2024-09-03T17:35:41.834" v="6987" actId="20577"/>
        <pc:sldMkLst>
          <pc:docMk/>
          <pc:sldMk cId="845863417" sldId="461"/>
        </pc:sldMkLst>
      </pc:sldChg>
      <pc:sldChg chg="modSp mod modNotesTx">
        <pc:chgData name="福原　颯(s24d164)" userId="5dad88b0-8d9f-4ea1-b2c6-c10a4d6d0a4a" providerId="ADAL" clId="{355EC059-47EA-4426-85E9-5506D5B5FA87}" dt="2024-09-03T17:52:49.317" v="8101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55EC059-47EA-4426-85E9-5506D5B5FA87}" dt="2024-09-03T17:53:09.737" v="8122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55EC059-47EA-4426-85E9-5506D5B5FA87}" dt="2024-09-03T18:10:03.526" v="8647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55EC059-47EA-4426-85E9-5506D5B5FA87}" dt="2024-09-03T18:05:13.345" v="8619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55EC059-47EA-4426-85E9-5506D5B5FA87}" dt="2024-09-03T18:12:05.105" v="8738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55EC059-47EA-4426-85E9-5506D5B5FA87}" dt="2024-09-03T18:13:53.035" v="8857" actId="20577"/>
        <pc:sldMkLst>
          <pc:docMk/>
          <pc:sldMk cId="3397892319" sldId="475"/>
        </pc:sldMkLst>
      </pc:sldChg>
      <pc:sldChg chg="modSp mod modNotesTx">
        <pc:chgData name="福原　颯(s24d164)" userId="5dad88b0-8d9f-4ea1-b2c6-c10a4d6d0a4a" providerId="ADAL" clId="{355EC059-47EA-4426-85E9-5506D5B5FA87}" dt="2024-09-03T18:15:04.082" v="8999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55EC059-47EA-4426-85E9-5506D5B5FA87}" dt="2024-09-03T18:16:07.402" v="9143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55EC059-47EA-4426-85E9-5506D5B5FA87}" dt="2024-09-03T18:16:59.812" v="9304" actId="20577"/>
        <pc:sldMkLst>
          <pc:docMk/>
          <pc:sldMk cId="1698350966" sldId="481"/>
        </pc:sldMkLst>
      </pc:sldChg>
      <pc:sldChg chg="addSp delSp modSp mod">
        <pc:chgData name="福原　颯(s24d164)" userId="5dad88b0-8d9f-4ea1-b2c6-c10a4d6d0a4a" providerId="ADAL" clId="{355EC059-47EA-4426-85E9-5506D5B5FA87}" dt="2024-09-03T19:06:47.280" v="9327" actId="1076"/>
        <pc:sldMkLst>
          <pc:docMk/>
          <pc:sldMk cId="1293918754" sldId="489"/>
        </pc:sldMkLst>
      </pc:sldChg>
      <pc:sldChg chg="modSp del modNotesTx">
        <pc:chgData name="福原　颯(s24d164)" userId="5dad88b0-8d9f-4ea1-b2c6-c10a4d6d0a4a" providerId="ADAL" clId="{355EC059-47EA-4426-85E9-5506D5B5FA87}" dt="2024-09-03T17:23:47.112" v="6772" actId="4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55EC059-47EA-4426-85E9-5506D5B5FA87}" dt="2024-09-03T17:23:45.575" v="6771"/>
        <pc:sldMkLst>
          <pc:docMk/>
          <pc:sldMk cId="2605311112" sldId="504"/>
        </pc:sldMkLst>
      </pc:sldChg>
      <pc:sldChg chg="modSp mod modNotesTx">
        <pc:chgData name="福原　颯(s24d164)" userId="5dad88b0-8d9f-4ea1-b2c6-c10a4d6d0a4a" providerId="ADAL" clId="{355EC059-47EA-4426-85E9-5506D5B5FA87}" dt="2024-09-03T18:07:39.758" v="8633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55EC059-47EA-4426-85E9-5506D5B5FA87}" dt="2024-09-03T17:40:05.285" v="7334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55EC059-47EA-4426-85E9-5506D5B5FA87}" dt="2024-09-03T17:51:31.518" v="8035" actId="20577"/>
        <pc:sldMkLst>
          <pc:docMk/>
          <pc:sldMk cId="3063014634" sldId="507"/>
        </pc:sldMkLst>
      </pc:sldChg>
      <pc:sldChg chg="addSp modSp add mod modNotesTx">
        <pc:chgData name="福原　颯(s24d164)" userId="5dad88b0-8d9f-4ea1-b2c6-c10a4d6d0a4a" providerId="ADAL" clId="{355EC059-47EA-4426-85E9-5506D5B5FA87}" dt="2024-09-03T15:46:07.247" v="410" actId="20577"/>
        <pc:sldMkLst>
          <pc:docMk/>
          <pc:sldMk cId="3201525150" sldId="508"/>
        </pc:sldMkLst>
      </pc:sldChg>
      <pc:sldChg chg="addSp delSp modSp add mod modAnim modNotesTx">
        <pc:chgData name="福原　颯(s24d164)" userId="5dad88b0-8d9f-4ea1-b2c6-c10a4d6d0a4a" providerId="ADAL" clId="{355EC059-47EA-4426-85E9-5506D5B5FA87}" dt="2024-09-03T16:11:04.929" v="2472" actId="20577"/>
        <pc:sldMkLst>
          <pc:docMk/>
          <pc:sldMk cId="3241033273" sldId="509"/>
        </pc:sldMkLst>
      </pc:sldChg>
      <pc:sldChg chg="modSp add mod modNotesTx">
        <pc:chgData name="福原　颯(s24d164)" userId="5dad88b0-8d9f-4ea1-b2c6-c10a4d6d0a4a" providerId="ADAL" clId="{355EC059-47EA-4426-85E9-5506D5B5FA87}" dt="2024-09-03T16:12:03.178" v="2693" actId="20577"/>
        <pc:sldMkLst>
          <pc:docMk/>
          <pc:sldMk cId="2422897799" sldId="510"/>
        </pc:sldMkLst>
      </pc:sldChg>
      <pc:sldChg chg="add del">
        <pc:chgData name="福原　颯(s24d164)" userId="5dad88b0-8d9f-4ea1-b2c6-c10a4d6d0a4a" providerId="ADAL" clId="{355EC059-47EA-4426-85E9-5506D5B5FA87}" dt="2024-09-03T17:05:35.627" v="5750" actId="47"/>
        <pc:sldMkLst>
          <pc:docMk/>
          <pc:sldMk cId="892616532" sldId="511"/>
        </pc:sldMkLst>
      </pc:sldChg>
    </pc:docChg>
  </pc:docChgLst>
  <pc:docChgLst>
    <pc:chgData name="福原　颯(s24d164)" userId="5dad88b0-8d9f-4ea1-b2c6-c10a4d6d0a4a" providerId="ADAL" clId="{397F9C7E-B161-42B6-AB2D-46469231273F}"/>
    <pc:docChg chg="undo custSel addSld delSld modSld sldOrd">
      <pc:chgData name="福原　颯(s24d164)" userId="5dad88b0-8d9f-4ea1-b2c6-c10a4d6d0a4a" providerId="ADAL" clId="{397F9C7E-B161-42B6-AB2D-46469231273F}" dt="2024-09-02T13:36:15.939" v="3943" actId="47"/>
      <pc:docMkLst>
        <pc:docMk/>
      </pc:docMkLst>
      <pc:sldChg chg="modSp mod">
        <pc:chgData name="福原　颯(s24d164)" userId="5dad88b0-8d9f-4ea1-b2c6-c10a4d6d0a4a" providerId="ADAL" clId="{397F9C7E-B161-42B6-AB2D-46469231273F}" dt="2024-09-02T11:53:43.087" v="277" actId="20577"/>
        <pc:sldMkLst>
          <pc:docMk/>
          <pc:sldMk cId="232895314" sldId="455"/>
        </pc:sldMkLst>
      </pc:sldChg>
      <pc:sldChg chg="modSp mod">
        <pc:chgData name="福原　颯(s24d164)" userId="5dad88b0-8d9f-4ea1-b2c6-c10a4d6d0a4a" providerId="ADAL" clId="{397F9C7E-B161-42B6-AB2D-46469231273F}" dt="2024-09-02T12:02:14.343" v="486" actId="20577"/>
        <pc:sldMkLst>
          <pc:docMk/>
          <pc:sldMk cId="2356944368" sldId="457"/>
        </pc:sldMkLst>
      </pc:sldChg>
      <pc:sldChg chg="modSp add mod">
        <pc:chgData name="福原　颯(s24d164)" userId="5dad88b0-8d9f-4ea1-b2c6-c10a4d6d0a4a" providerId="ADAL" clId="{397F9C7E-B161-42B6-AB2D-46469231273F}" dt="2024-09-02T11:51:29.907" v="62" actId="20577"/>
        <pc:sldMkLst>
          <pc:docMk/>
          <pc:sldMk cId="2660268244" sldId="473"/>
        </pc:sldMkLst>
      </pc:sldChg>
      <pc:sldChg chg="modSp add mod">
        <pc:chgData name="福原　颯(s24d164)" userId="5dad88b0-8d9f-4ea1-b2c6-c10a4d6d0a4a" providerId="ADAL" clId="{397F9C7E-B161-42B6-AB2D-46469231273F}" dt="2024-09-02T11:52:11.489" v="84" actId="20577"/>
        <pc:sldMkLst>
          <pc:docMk/>
          <pc:sldMk cId="3666141805" sldId="474"/>
        </pc:sldMkLst>
      </pc:sldChg>
      <pc:sldChg chg="addSp delSp modSp add mod">
        <pc:chgData name="福原　颯(s24d164)" userId="5dad88b0-8d9f-4ea1-b2c6-c10a4d6d0a4a" providerId="ADAL" clId="{397F9C7E-B161-42B6-AB2D-46469231273F}" dt="2024-09-02T12:09:50.624" v="998" actId="403"/>
        <pc:sldMkLst>
          <pc:docMk/>
          <pc:sldMk cId="3397892319" sldId="475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1430831062" sldId="476"/>
        </pc:sldMkLst>
      </pc:sldChg>
      <pc:sldChg chg="add">
        <pc:chgData name="福原　颯(s24d164)" userId="5dad88b0-8d9f-4ea1-b2c6-c10a4d6d0a4a" providerId="ADAL" clId="{397F9C7E-B161-42B6-AB2D-46469231273F}" dt="2024-09-02T11:59:09.188" v="319" actId="2890"/>
        <pc:sldMkLst>
          <pc:docMk/>
          <pc:sldMk cId="4154413514" sldId="477"/>
        </pc:sldMkLst>
      </pc:sldChg>
      <pc:sldChg chg="addSp modSp add mod ord">
        <pc:chgData name="福原　颯(s24d164)" userId="5dad88b0-8d9f-4ea1-b2c6-c10a4d6d0a4a" providerId="ADAL" clId="{397F9C7E-B161-42B6-AB2D-46469231273F}" dt="2024-09-02T12:48:24.323" v="2398" actId="207"/>
        <pc:sldMkLst>
          <pc:docMk/>
          <pc:sldMk cId="4109290282" sldId="478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3561415440" sldId="479"/>
        </pc:sldMkLst>
      </pc:sldChg>
      <pc:sldChg chg="modSp add mod ord">
        <pc:chgData name="福原　颯(s24d164)" userId="5dad88b0-8d9f-4ea1-b2c6-c10a4d6d0a4a" providerId="ADAL" clId="{397F9C7E-B161-42B6-AB2D-46469231273F}" dt="2024-09-02T12:24:36.700" v="1449" actId="2710"/>
        <pc:sldMkLst>
          <pc:docMk/>
          <pc:sldMk cId="563991941" sldId="480"/>
        </pc:sldMkLst>
      </pc:sldChg>
      <pc:sldChg chg="addSp delSp modSp add mod">
        <pc:chgData name="福原　颯(s24d164)" userId="5dad88b0-8d9f-4ea1-b2c6-c10a4d6d0a4a" providerId="ADAL" clId="{397F9C7E-B161-42B6-AB2D-46469231273F}" dt="2024-09-02T12:34:12.088" v="1923" actId="20577"/>
        <pc:sldMkLst>
          <pc:docMk/>
          <pc:sldMk cId="1698350966" sldId="481"/>
        </pc:sldMkLst>
      </pc:sldChg>
      <pc:sldChg chg="modSp add mod">
        <pc:chgData name="福原　颯(s24d164)" userId="5dad88b0-8d9f-4ea1-b2c6-c10a4d6d0a4a" providerId="ADAL" clId="{397F9C7E-B161-42B6-AB2D-46469231273F}" dt="2024-09-02T12:48:57.658" v="2423" actId="20577"/>
        <pc:sldMkLst>
          <pc:docMk/>
          <pc:sldMk cId="3587152433" sldId="482"/>
        </pc:sldMkLst>
      </pc:sldChg>
      <pc:sldChg chg="addSp delSp modSp add mod">
        <pc:chgData name="福原　颯(s24d164)" userId="5dad88b0-8d9f-4ea1-b2c6-c10a4d6d0a4a" providerId="ADAL" clId="{397F9C7E-B161-42B6-AB2D-46469231273F}" dt="2024-09-02T13:12:17.887" v="2890" actId="20577"/>
        <pc:sldMkLst>
          <pc:docMk/>
          <pc:sldMk cId="4251583710" sldId="483"/>
        </pc:sldMkLst>
      </pc:sldChg>
      <pc:sldChg chg="modSp add mod ord">
        <pc:chgData name="福原　颯(s24d164)" userId="5dad88b0-8d9f-4ea1-b2c6-c10a4d6d0a4a" providerId="ADAL" clId="{397F9C7E-B161-42B6-AB2D-46469231273F}" dt="2024-09-02T13:19:04.959" v="3221"/>
        <pc:sldMkLst>
          <pc:docMk/>
          <pc:sldMk cId="2279615458" sldId="484"/>
        </pc:sldMkLst>
      </pc:sldChg>
      <pc:sldChg chg="addSp delSp modSp add mod">
        <pc:chgData name="福原　颯(s24d164)" userId="5dad88b0-8d9f-4ea1-b2c6-c10a4d6d0a4a" providerId="ADAL" clId="{397F9C7E-B161-42B6-AB2D-46469231273F}" dt="2024-09-02T13:24:23.643" v="3395" actId="21"/>
        <pc:sldMkLst>
          <pc:docMk/>
          <pc:sldMk cId="1662944057" sldId="485"/>
        </pc:sldMkLst>
      </pc:sldChg>
      <pc:sldChg chg="addSp delSp modSp add mod">
        <pc:chgData name="福原　颯(s24d164)" userId="5dad88b0-8d9f-4ea1-b2c6-c10a4d6d0a4a" providerId="ADAL" clId="{397F9C7E-B161-42B6-AB2D-46469231273F}" dt="2024-09-02T13:23:40.301" v="3383" actId="207"/>
        <pc:sldMkLst>
          <pc:docMk/>
          <pc:sldMk cId="928350818" sldId="486"/>
        </pc:sldMkLst>
      </pc:sldChg>
      <pc:sldChg chg="add">
        <pc:chgData name="福原　颯(s24d164)" userId="5dad88b0-8d9f-4ea1-b2c6-c10a4d6d0a4a" providerId="ADAL" clId="{397F9C7E-B161-42B6-AB2D-46469231273F}" dt="2024-09-02T13:19:27.489" v="3222"/>
        <pc:sldMkLst>
          <pc:docMk/>
          <pc:sldMk cId="195254820" sldId="487"/>
        </pc:sldMkLst>
      </pc:sldChg>
      <pc:sldChg chg="addSp delSp modSp add mod">
        <pc:chgData name="福原　颯(s24d164)" userId="5dad88b0-8d9f-4ea1-b2c6-c10a4d6d0a4a" providerId="ADAL" clId="{397F9C7E-B161-42B6-AB2D-46469231273F}" dt="2024-09-02T13:26:20.378" v="3494" actId="20577"/>
        <pc:sldMkLst>
          <pc:docMk/>
          <pc:sldMk cId="3007412481" sldId="488"/>
        </pc:sldMkLst>
      </pc:sldChg>
      <pc:sldChg chg="addSp delSp modSp add mod">
        <pc:chgData name="福原　颯(s24d164)" userId="5dad88b0-8d9f-4ea1-b2c6-c10a4d6d0a4a" providerId="ADAL" clId="{397F9C7E-B161-42B6-AB2D-46469231273F}" dt="2024-09-02T13:35:25.249" v="3941" actId="20577"/>
        <pc:sldMkLst>
          <pc:docMk/>
          <pc:sldMk cId="1293918754" sldId="489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1238039418" sldId="490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3211953700" sldId="491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2506245929" sldId="492"/>
        </pc:sldMkLst>
      </pc:sldChg>
    </pc:docChg>
  </pc:docChgLst>
  <pc:docChgLst>
    <pc:chgData name="福原　颯(s24d164)" userId="5dad88b0-8d9f-4ea1-b2c6-c10a4d6d0a4a" providerId="ADAL" clId="{C7B67ADF-288E-4B2D-91FB-1F0C97DAC154}"/>
    <pc:docChg chg="undo custSel addSld modSld">
      <pc:chgData name="福原　颯(s24d164)" userId="5dad88b0-8d9f-4ea1-b2c6-c10a4d6d0a4a" providerId="ADAL" clId="{C7B67ADF-288E-4B2D-91FB-1F0C97DAC154}" dt="2024-09-17T03:44:44.702" v="4606" actId="20577"/>
      <pc:docMkLst>
        <pc:docMk/>
      </pc:docMkLst>
      <pc:sldChg chg="modSp mod">
        <pc:chgData name="福原　颯(s24d164)" userId="5dad88b0-8d9f-4ea1-b2c6-c10a4d6d0a4a" providerId="ADAL" clId="{C7B67ADF-288E-4B2D-91FB-1F0C97DAC154}" dt="2024-09-17T02:02:32.052" v="451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C7B67ADF-288E-4B2D-91FB-1F0C97DAC154}" dt="2024-09-17T01:57:48.895" v="115" actId="20577"/>
        <pc:sldMkLst>
          <pc:docMk/>
          <pc:sldMk cId="3280360261" sldId="416"/>
        </pc:sldMkLst>
      </pc:sldChg>
      <pc:sldChg chg="addSp delSp modSp mod delAnim">
        <pc:chgData name="福原　颯(s24d164)" userId="5dad88b0-8d9f-4ea1-b2c6-c10a4d6d0a4a" providerId="ADAL" clId="{C7B67ADF-288E-4B2D-91FB-1F0C97DAC154}" dt="2024-09-17T02:11:56.498" v="821" actId="107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C7B67ADF-288E-4B2D-91FB-1F0C97DAC154}" dt="2024-09-17T02:02:45.280" v="452" actId="2890"/>
        <pc:sldMkLst>
          <pc:docMk/>
          <pc:sldMk cId="2296751089" sldId="511"/>
        </pc:sldMkLst>
      </pc:sldChg>
      <pc:sldChg chg="addSp delSp modSp add mod">
        <pc:chgData name="福原　颯(s24d164)" userId="5dad88b0-8d9f-4ea1-b2c6-c10a4d6d0a4a" providerId="ADAL" clId="{C7B67ADF-288E-4B2D-91FB-1F0C97DAC154}" dt="2024-09-17T02:39:06.107" v="1988" actId="20577"/>
        <pc:sldMkLst>
          <pc:docMk/>
          <pc:sldMk cId="2825117793" sldId="512"/>
        </pc:sldMkLst>
      </pc:sldChg>
      <pc:sldChg chg="addSp delSp modSp add mod">
        <pc:chgData name="福原　颯(s24d164)" userId="5dad88b0-8d9f-4ea1-b2c6-c10a4d6d0a4a" providerId="ADAL" clId="{C7B67ADF-288E-4B2D-91FB-1F0C97DAC154}" dt="2024-09-17T02:47:33.153" v="2058" actId="20577"/>
        <pc:sldMkLst>
          <pc:docMk/>
          <pc:sldMk cId="3274072135" sldId="513"/>
        </pc:sldMkLst>
      </pc:sldChg>
      <pc:sldChg chg="add">
        <pc:chgData name="福原　颯(s24d164)" userId="5dad88b0-8d9f-4ea1-b2c6-c10a4d6d0a4a" providerId="ADAL" clId="{C7B67ADF-288E-4B2D-91FB-1F0C97DAC154}" dt="2024-09-17T02:39:14.649" v="1989" actId="2890"/>
        <pc:sldMkLst>
          <pc:docMk/>
          <pc:sldMk cId="1763109654" sldId="514"/>
        </pc:sldMkLst>
      </pc:sldChg>
      <pc:sldChg chg="addSp delSp modSp add mod">
        <pc:chgData name="福原　颯(s24d164)" userId="5dad88b0-8d9f-4ea1-b2c6-c10a4d6d0a4a" providerId="ADAL" clId="{C7B67ADF-288E-4B2D-91FB-1F0C97DAC154}" dt="2024-09-17T03:36:22.572" v="3981" actId="20577"/>
        <pc:sldMkLst>
          <pc:docMk/>
          <pc:sldMk cId="490490762" sldId="515"/>
        </pc:sldMkLst>
      </pc:sldChg>
      <pc:sldChg chg="delSp modSp add mod">
        <pc:chgData name="福原　颯(s24d164)" userId="5dad88b0-8d9f-4ea1-b2c6-c10a4d6d0a4a" providerId="ADAL" clId="{C7B67ADF-288E-4B2D-91FB-1F0C97DAC154}" dt="2024-09-17T03:22:47.527" v="3669" actId="20577"/>
        <pc:sldMkLst>
          <pc:docMk/>
          <pc:sldMk cId="4060169230" sldId="516"/>
        </pc:sldMkLst>
      </pc:sldChg>
      <pc:sldChg chg="modSp add mod">
        <pc:chgData name="福原　颯(s24d164)" userId="5dad88b0-8d9f-4ea1-b2c6-c10a4d6d0a4a" providerId="ADAL" clId="{C7B67ADF-288E-4B2D-91FB-1F0C97DAC154}" dt="2024-09-17T03:44:44.702" v="4606" actId="20577"/>
        <pc:sldMkLst>
          <pc:docMk/>
          <pc:sldMk cId="707447553" sldId="517"/>
        </pc:sldMkLst>
      </pc:sldChg>
      <pc:sldChg chg="add">
        <pc:chgData name="福原　颯(s24d164)" userId="5dad88b0-8d9f-4ea1-b2c6-c10a4d6d0a4a" providerId="ADAL" clId="{C7B67ADF-288E-4B2D-91FB-1F0C97DAC154}" dt="2024-09-17T03:42:53.131" v="4481" actId="2890"/>
        <pc:sldMkLst>
          <pc:docMk/>
          <pc:sldMk cId="3235681266" sldId="518"/>
        </pc:sldMkLst>
      </pc:sldChg>
    </pc:docChg>
  </pc:docChgLst>
  <pc:docChgLst>
    <pc:chgData name="福原　颯(s24d164)" userId="5dad88b0-8d9f-4ea1-b2c6-c10a4d6d0a4a" providerId="ADAL" clId="{D1ACA527-0B31-4695-A5B8-6E385A74F40F}"/>
    <pc:docChg chg="undo custSel addSld delSld modSld sldOrd">
      <pc:chgData name="福原　颯(s24d164)" userId="5dad88b0-8d9f-4ea1-b2c6-c10a4d6d0a4a" providerId="ADAL" clId="{D1ACA527-0B31-4695-A5B8-6E385A74F40F}" dt="2024-09-02T10:55:43.220" v="5771" actId="478"/>
      <pc:docMkLst>
        <pc:docMk/>
      </pc:docMkLst>
      <pc:sldChg chg="modSp mod">
        <pc:chgData name="福原　颯(s24d164)" userId="5dad88b0-8d9f-4ea1-b2c6-c10a4d6d0a4a" providerId="ADAL" clId="{D1ACA527-0B31-4695-A5B8-6E385A74F40F}" dt="2024-09-02T07:21:43.459" v="197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D1ACA527-0B31-4695-A5B8-6E385A74F40F}" dt="2024-09-02T09:16:05.765" v="3428" actId="404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D1ACA527-0B31-4695-A5B8-6E385A74F40F}" dt="2024-09-02T08:14:22.303" v="2645" actId="2710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1ACA527-0B31-4695-A5B8-6E385A74F40F}" dt="2024-09-02T07:39:11.015" v="707" actId="20577"/>
        <pc:sldMkLst>
          <pc:docMk/>
          <pc:sldMk cId="3669437246" sldId="296"/>
        </pc:sldMkLst>
      </pc:sldChg>
      <pc:sldChg chg="addSp delSp modSp mod delAnim modShow">
        <pc:chgData name="福原　颯(s24d164)" userId="5dad88b0-8d9f-4ea1-b2c6-c10a4d6d0a4a" providerId="ADAL" clId="{D1ACA527-0B31-4695-A5B8-6E385A74F40F}" dt="2024-09-02T09:36:11.993" v="4531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1ACA527-0B31-4695-A5B8-6E385A74F40F}" dt="2024-09-02T09:22:39.182" v="3685" actId="403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D1ACA527-0B31-4695-A5B8-6E385A74F40F}" dt="2024-09-02T08:47:17.612" v="3345" actId="404"/>
        <pc:sldMkLst>
          <pc:docMk/>
          <pc:sldMk cId="3280360261" sldId="416"/>
        </pc:sldMkLst>
      </pc:sldChg>
      <pc:sldChg chg="addSp delSp modSp del mod delAnim">
        <pc:chgData name="福原　颯(s24d164)" userId="5dad88b0-8d9f-4ea1-b2c6-c10a4d6d0a4a" providerId="ADAL" clId="{D1ACA527-0B31-4695-A5B8-6E385A74F40F}" dt="2024-09-02T07:30:33.330" v="533" actId="47"/>
        <pc:sldMkLst>
          <pc:docMk/>
          <pc:sldMk cId="1819057369" sldId="440"/>
        </pc:sldMkLst>
      </pc:sldChg>
      <pc:sldChg chg="modSp add mod">
        <pc:chgData name="福原　颯(s24d164)" userId="5dad88b0-8d9f-4ea1-b2c6-c10a4d6d0a4a" providerId="ADAL" clId="{D1ACA527-0B31-4695-A5B8-6E385A74F40F}" dt="2024-09-02T09:22:32.742" v="3682" actId="403"/>
        <pc:sldMkLst>
          <pc:docMk/>
          <pc:sldMk cId="545113248" sldId="449"/>
        </pc:sldMkLst>
      </pc:sldChg>
      <pc:sldChg chg="delSp modSp add mod ord delAnim">
        <pc:chgData name="福原　颯(s24d164)" userId="5dad88b0-8d9f-4ea1-b2c6-c10a4d6d0a4a" providerId="ADAL" clId="{D1ACA527-0B31-4695-A5B8-6E385A74F40F}" dt="2024-09-02T09:33:25.266" v="4294" actId="20577"/>
        <pc:sldMkLst>
          <pc:docMk/>
          <pc:sldMk cId="1306570241" sldId="450"/>
        </pc:sldMkLst>
      </pc:sldChg>
      <pc:sldChg chg="addSp delSp modSp add mod ord">
        <pc:chgData name="福原　颯(s24d164)" userId="5dad88b0-8d9f-4ea1-b2c6-c10a4d6d0a4a" providerId="ADAL" clId="{D1ACA527-0B31-4695-A5B8-6E385A74F40F}" dt="2024-09-02T09:31:06.348" v="4244" actId="1076"/>
        <pc:sldMkLst>
          <pc:docMk/>
          <pc:sldMk cId="2700123302" sldId="451"/>
        </pc:sldMkLst>
      </pc:sldChg>
      <pc:sldChg chg="add del">
        <pc:chgData name="福原　颯(s24d164)" userId="5dad88b0-8d9f-4ea1-b2c6-c10a4d6d0a4a" providerId="ADAL" clId="{D1ACA527-0B31-4695-A5B8-6E385A74F40F}" dt="2024-09-02T08:48:22.666" v="3355" actId="47"/>
        <pc:sldMkLst>
          <pc:docMk/>
          <pc:sldMk cId="1594786073" sldId="452"/>
        </pc:sldMkLst>
      </pc:sldChg>
      <pc:sldChg chg="addSp delSp modSp add mod modShow">
        <pc:chgData name="福原　颯(s24d164)" userId="5dad88b0-8d9f-4ea1-b2c6-c10a4d6d0a4a" providerId="ADAL" clId="{D1ACA527-0B31-4695-A5B8-6E385A74F40F}" dt="2024-09-02T08:48:07.047" v="3354" actId="1076"/>
        <pc:sldMkLst>
          <pc:docMk/>
          <pc:sldMk cId="3866724337" sldId="453"/>
        </pc:sldMkLst>
      </pc:sldChg>
      <pc:sldChg chg="addSp delSp modSp add mod ord">
        <pc:chgData name="福原　颯(s24d164)" userId="5dad88b0-8d9f-4ea1-b2c6-c10a4d6d0a4a" providerId="ADAL" clId="{D1ACA527-0B31-4695-A5B8-6E385A74F40F}" dt="2024-09-02T09:16:00.405" v="3427" actId="1076"/>
        <pc:sldMkLst>
          <pc:docMk/>
          <pc:sldMk cId="423420648" sldId="454"/>
        </pc:sldMkLst>
      </pc:sldChg>
      <pc:sldChg chg="modSp add mod">
        <pc:chgData name="福原　颯(s24d164)" userId="5dad88b0-8d9f-4ea1-b2c6-c10a4d6d0a4a" providerId="ADAL" clId="{D1ACA527-0B31-4695-A5B8-6E385A74F40F}" dt="2024-09-02T09:34:54.423" v="4467" actId="20577"/>
        <pc:sldMkLst>
          <pc:docMk/>
          <pc:sldMk cId="232895314" sldId="455"/>
        </pc:sldMkLst>
      </pc:sldChg>
      <pc:sldChg chg="addSp delSp modSp add mod">
        <pc:chgData name="福原　颯(s24d164)" userId="5dad88b0-8d9f-4ea1-b2c6-c10a4d6d0a4a" providerId="ADAL" clId="{D1ACA527-0B31-4695-A5B8-6E385A74F40F}" dt="2024-09-02T09:59:43.348" v="5080" actId="14100"/>
        <pc:sldMkLst>
          <pc:docMk/>
          <pc:sldMk cId="609736001" sldId="456"/>
        </pc:sldMkLst>
      </pc:sldChg>
      <pc:sldChg chg="modSp add mod">
        <pc:chgData name="福原　颯(s24d164)" userId="5dad88b0-8d9f-4ea1-b2c6-c10a4d6d0a4a" providerId="ADAL" clId="{D1ACA527-0B31-4695-A5B8-6E385A74F40F}" dt="2024-09-02T09:52:38.372" v="4920" actId="207"/>
        <pc:sldMkLst>
          <pc:docMk/>
          <pc:sldMk cId="2356944368" sldId="457"/>
        </pc:sldMkLst>
      </pc:sldChg>
      <pc:sldChg chg="modSp add del mod">
        <pc:chgData name="福原　颯(s24d164)" userId="5dad88b0-8d9f-4ea1-b2c6-c10a4d6d0a4a" providerId="ADAL" clId="{D1ACA527-0B31-4695-A5B8-6E385A74F40F}" dt="2024-09-02T09:55:52.829" v="4961" actId="47"/>
        <pc:sldMkLst>
          <pc:docMk/>
          <pc:sldMk cId="3027847363" sldId="458"/>
        </pc:sldMkLst>
      </pc:sldChg>
      <pc:sldChg chg="addSp modSp add mod">
        <pc:chgData name="福原　颯(s24d164)" userId="5dad88b0-8d9f-4ea1-b2c6-c10a4d6d0a4a" providerId="ADAL" clId="{D1ACA527-0B31-4695-A5B8-6E385A74F40F}" dt="2024-09-02T09:40:51.655" v="4649" actId="255"/>
        <pc:sldMkLst>
          <pc:docMk/>
          <pc:sldMk cId="3189240835" sldId="459"/>
        </pc:sldMkLst>
      </pc:sldChg>
      <pc:sldChg chg="addSp delSp modSp add mod">
        <pc:chgData name="福原　颯(s24d164)" userId="5dad88b0-8d9f-4ea1-b2c6-c10a4d6d0a4a" providerId="ADAL" clId="{D1ACA527-0B31-4695-A5B8-6E385A74F40F}" dt="2024-09-02T10:02:40.869" v="5090" actId="1076"/>
        <pc:sldMkLst>
          <pc:docMk/>
          <pc:sldMk cId="551086192" sldId="460"/>
        </pc:sldMkLst>
      </pc:sldChg>
      <pc:sldChg chg="addSp delSp modSp add mod">
        <pc:chgData name="福原　颯(s24d164)" userId="5dad88b0-8d9f-4ea1-b2c6-c10a4d6d0a4a" providerId="ADAL" clId="{D1ACA527-0B31-4695-A5B8-6E385A74F40F}" dt="2024-09-02T10:32:49.397" v="5379"/>
        <pc:sldMkLst>
          <pc:docMk/>
          <pc:sldMk cId="845863417" sldId="461"/>
        </pc:sldMkLst>
      </pc:sldChg>
      <pc:sldChg chg="addSp delSp modSp add mod">
        <pc:chgData name="福原　颯(s24d164)" userId="5dad88b0-8d9f-4ea1-b2c6-c10a4d6d0a4a" providerId="ADAL" clId="{D1ACA527-0B31-4695-A5B8-6E385A74F40F}" dt="2024-09-02T10:42:00.107" v="5434" actId="1076"/>
        <pc:sldMkLst>
          <pc:docMk/>
          <pc:sldMk cId="2702183722" sldId="462"/>
        </pc:sldMkLst>
      </pc:sldChg>
      <pc:sldChg chg="modSp add mod">
        <pc:chgData name="福原　颯(s24d164)" userId="5dad88b0-8d9f-4ea1-b2c6-c10a4d6d0a4a" providerId="ADAL" clId="{D1ACA527-0B31-4695-A5B8-6E385A74F40F}" dt="2024-09-02T10:39:07.015" v="5405" actId="1076"/>
        <pc:sldMkLst>
          <pc:docMk/>
          <pc:sldMk cId="977197672" sldId="463"/>
        </pc:sldMkLst>
      </pc:sldChg>
      <pc:sldChg chg="addSp delSp modSp add mod">
        <pc:chgData name="福原　颯(s24d164)" userId="5dad88b0-8d9f-4ea1-b2c6-c10a4d6d0a4a" providerId="ADAL" clId="{D1ACA527-0B31-4695-A5B8-6E385A74F40F}" dt="2024-09-02T10:51:15.974" v="5653" actId="20577"/>
        <pc:sldMkLst>
          <pc:docMk/>
          <pc:sldMk cId="2914751642" sldId="464"/>
        </pc:sldMkLst>
      </pc:sldChg>
      <pc:sldChg chg="modSp add">
        <pc:chgData name="福原　颯(s24d164)" userId="5dad88b0-8d9f-4ea1-b2c6-c10a4d6d0a4a" providerId="ADAL" clId="{D1ACA527-0B31-4695-A5B8-6E385A74F40F}" dt="2024-09-02T10:45:09.813" v="5512" actId="404"/>
        <pc:sldMkLst>
          <pc:docMk/>
          <pc:sldMk cId="3840979748" sldId="465"/>
        </pc:sldMkLst>
      </pc:sldChg>
      <pc:sldChg chg="addSp delSp modSp add mod">
        <pc:chgData name="福原　颯(s24d164)" userId="5dad88b0-8d9f-4ea1-b2c6-c10a4d6d0a4a" providerId="ADAL" clId="{D1ACA527-0B31-4695-A5B8-6E385A74F40F}" dt="2024-09-02T10:55:43.220" v="5771" actId="478"/>
        <pc:sldMkLst>
          <pc:docMk/>
          <pc:sldMk cId="1576737104" sldId="466"/>
        </pc:sldMkLst>
      </pc:sldChg>
    </pc:docChg>
  </pc:docChgLst>
  <pc:docChgLst>
    <pc:chgData name="福原　颯(s24d164)" userId="5dad88b0-8d9f-4ea1-b2c6-c10a4d6d0a4a" providerId="ADAL" clId="{0DD680C3-D15B-4C92-AC1A-D83DB451B65A}"/>
    <pc:docChg chg="undo custSel addSld delSld modSld">
      <pc:chgData name="福原　颯(s24d164)" userId="5dad88b0-8d9f-4ea1-b2c6-c10a4d6d0a4a" providerId="ADAL" clId="{0DD680C3-D15B-4C92-AC1A-D83DB451B65A}" dt="2024-09-18T07:27:29.904" v="397"/>
      <pc:docMkLst>
        <pc:docMk/>
      </pc:docMkLst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486001388" sldId="34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22843415" sldId="367"/>
        </pc:sldMkLst>
      </pc:sldChg>
      <pc:sldChg chg="modNotesTx">
        <pc:chgData name="福原　颯(s24d164)" userId="5dad88b0-8d9f-4ea1-b2c6-c10a4d6d0a4a" providerId="ADAL" clId="{0DD680C3-D15B-4C92-AC1A-D83DB451B65A}" dt="2024-09-17T17:34:10.666" v="2" actId="6549"/>
        <pc:sldMkLst>
          <pc:docMk/>
          <pc:sldMk cId="545113248" sldId="44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00123302" sldId="45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866724337" sldId="4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3420648" sldId="45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2895314" sldId="4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56944368" sldId="45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13148916" sldId="46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60283428" sldId="46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064885365" sldId="47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5866264" sldId="47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60268244" sldId="47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66141805" sldId="47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397892319" sldId="47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09290282" sldId="47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98350966" sldId="48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87152433" sldId="48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51583710" sldId="48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62944057" sldId="48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28350818" sldId="48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07412481" sldId="48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38039418" sldId="49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06245929" sldId="49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55146950" sldId="49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33304578" sldId="49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57234417" sldId="49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9151991" sldId="49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9550894" sldId="49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43220752" sldId="49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44308075" sldId="49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05311112" sldId="50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10312100" sldId="50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99581275" sldId="50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63014634" sldId="507"/>
        </pc:sldMkLst>
      </pc:sldChg>
      <pc:sldChg chg="modNotesTx">
        <pc:chgData name="福原　颯(s24d164)" userId="5dad88b0-8d9f-4ea1-b2c6-c10a4d6d0a4a" providerId="ADAL" clId="{0DD680C3-D15B-4C92-AC1A-D83DB451B65A}" dt="2024-09-17T17:34:06.586" v="1" actId="6549"/>
        <pc:sldMkLst>
          <pc:docMk/>
          <pc:sldMk cId="3201525150" sldId="50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1033273" sldId="50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422897799" sldId="51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6751089" sldId="511"/>
        </pc:sldMkLst>
      </pc:sldChg>
      <pc:sldChg chg="modNotesTx">
        <pc:chgData name="福原　颯(s24d164)" userId="5dad88b0-8d9f-4ea1-b2c6-c10a4d6d0a4a" providerId="ADAL" clId="{0DD680C3-D15B-4C92-AC1A-D83DB451B65A}" dt="2024-09-17T17:34:12.396" v="3" actId="6549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0DD680C3-D15B-4C92-AC1A-D83DB451B65A}" dt="2024-09-17T17:34:14.696" v="4" actId="6549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63109654" sldId="514"/>
        </pc:sldMkLst>
      </pc:sldChg>
      <pc:sldChg chg="modNotesTx">
        <pc:chgData name="福原　颯(s24d164)" userId="5dad88b0-8d9f-4ea1-b2c6-c10a4d6d0a4a" providerId="ADAL" clId="{0DD680C3-D15B-4C92-AC1A-D83DB451B65A}" dt="2024-09-17T17:34:18.586" v="6" actId="6549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0DD680C3-D15B-4C92-AC1A-D83DB451B65A}" dt="2024-09-17T17:34:33.460" v="12" actId="6549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35681266" sldId="518"/>
        </pc:sldMkLst>
      </pc:sldChg>
      <pc:sldChg chg="modNotesTx">
        <pc:chgData name="福原　颯(s24d164)" userId="5dad88b0-8d9f-4ea1-b2c6-c10a4d6d0a4a" providerId="ADAL" clId="{0DD680C3-D15B-4C92-AC1A-D83DB451B65A}" dt="2024-09-17T17:34:16.786" v="5" actId="6549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0DD680C3-D15B-4C92-AC1A-D83DB451B65A}" dt="2024-09-17T17:34:21.216" v="7" actId="6549"/>
        <pc:sldMkLst>
          <pc:docMk/>
          <pc:sldMk cId="926834026" sldId="52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756637530" sldId="523"/>
        </pc:sldMkLst>
      </pc:sldChg>
      <pc:sldChg chg="modNotesTx">
        <pc:chgData name="福原　颯(s24d164)" userId="5dad88b0-8d9f-4ea1-b2c6-c10a4d6d0a4a" providerId="ADAL" clId="{0DD680C3-D15B-4C92-AC1A-D83DB451B65A}" dt="2024-09-17T17:34:22.937" v="8" actId="6549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0DD680C3-D15B-4C92-AC1A-D83DB451B65A}" dt="2024-09-17T17:34:26.156" v="9" actId="6549"/>
        <pc:sldMkLst>
          <pc:docMk/>
          <pc:sldMk cId="2437077959" sldId="526"/>
        </pc:sldMkLst>
      </pc:sldChg>
      <pc:sldChg chg="modNotesTx">
        <pc:chgData name="福原　颯(s24d164)" userId="5dad88b0-8d9f-4ea1-b2c6-c10a4d6d0a4a" providerId="ADAL" clId="{0DD680C3-D15B-4C92-AC1A-D83DB451B65A}" dt="2024-09-17T17:34:28.596" v="10" actId="6549"/>
        <pc:sldMkLst>
          <pc:docMk/>
          <pc:sldMk cId="3238925954" sldId="52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553454736" sldId="52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05125504" sldId="530"/>
        </pc:sldMkLst>
      </pc:sldChg>
      <pc:sldChg chg="modSp modNotesTx">
        <pc:chgData name="福原　颯(s24d164)" userId="5dad88b0-8d9f-4ea1-b2c6-c10a4d6d0a4a" providerId="ADAL" clId="{0DD680C3-D15B-4C92-AC1A-D83DB451B65A}" dt="2024-09-18T07:27:29.904" v="397"/>
        <pc:sldMkLst>
          <pc:docMk/>
          <pc:sldMk cId="1777063703" sldId="53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78374331" sldId="533"/>
        </pc:sldMkLst>
      </pc:sldChg>
      <pc:sldChg chg="modNotesTx">
        <pc:chgData name="福原　颯(s24d164)" userId="5dad88b0-8d9f-4ea1-b2c6-c10a4d6d0a4a" providerId="ADAL" clId="{0DD680C3-D15B-4C92-AC1A-D83DB451B65A}" dt="2024-09-17T17:34:54.966" v="21" actId="6549"/>
        <pc:sldMkLst>
          <pc:docMk/>
          <pc:sldMk cId="3281802686" sldId="534"/>
        </pc:sldMkLst>
      </pc:sldChg>
      <pc:sldChg chg="modNotesTx">
        <pc:chgData name="福原　颯(s24d164)" userId="5dad88b0-8d9f-4ea1-b2c6-c10a4d6d0a4a" providerId="ADAL" clId="{0DD680C3-D15B-4C92-AC1A-D83DB451B65A}" dt="2024-09-17T17:34:44.706" v="17" actId="6549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0DD680C3-D15B-4C92-AC1A-D83DB451B65A}" dt="2024-09-17T17:34:38.008" v="14" actId="6549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0DD680C3-D15B-4C92-AC1A-D83DB451B65A}" dt="2024-09-17T17:34:42.966" v="16" actId="6549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0DD680C3-D15B-4C92-AC1A-D83DB451B65A}" dt="2024-09-17T17:34:47.296" v="18" actId="6549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0DD680C3-D15B-4C92-AC1A-D83DB451B65A}" dt="2024-09-17T17:34:49.216" v="19" actId="6549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0DD680C3-D15B-4C92-AC1A-D83DB451B65A}" dt="2024-09-17T17:34:52.626" v="20" actId="6549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0DD680C3-D15B-4C92-AC1A-D83DB451B65A}" dt="2024-09-17T17:35:04.806" v="25" actId="6549"/>
        <pc:sldMkLst>
          <pc:docMk/>
          <pc:sldMk cId="2536414103" sldId="541"/>
        </pc:sldMkLst>
      </pc:sldChg>
      <pc:sldChg chg="modNotesTx">
        <pc:chgData name="福原　颯(s24d164)" userId="5dad88b0-8d9f-4ea1-b2c6-c10a4d6d0a4a" providerId="ADAL" clId="{0DD680C3-D15B-4C92-AC1A-D83DB451B65A}" dt="2024-09-17T17:34:56.926" v="22" actId="6549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0DD680C3-D15B-4C92-AC1A-D83DB451B65A}" dt="2024-09-17T17:34:59.281" v="23" actId="6549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0DD680C3-D15B-4C92-AC1A-D83DB451B65A}" dt="2024-09-17T17:35:01.609" v="24" actId="6549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0DD680C3-D15B-4C92-AC1A-D83DB451B65A}" dt="2024-09-17T17:35:12.329" v="27" actId="6549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0DD680C3-D15B-4C92-AC1A-D83DB451B65A}" dt="2024-09-17T17:35:10.756" v="26" actId="6549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0DD680C3-D15B-4C92-AC1A-D83DB451B65A}" dt="2024-09-17T17:34:31.636" v="11" actId="6549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0DD680C3-D15B-4C92-AC1A-D83DB451B65A}" dt="2024-09-17T17:35:15.026" v="28" actId="6549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0DD680C3-D15B-4C92-AC1A-D83DB451B65A}" dt="2024-09-17T17:35:17.616" v="29" actId="6549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0DD680C3-D15B-4C92-AC1A-D83DB451B65A}" dt="2024-09-17T17:35:19.466" v="30" actId="6549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55829080" sldId="5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06130816" sldId="556"/>
        </pc:sldMkLst>
      </pc:sldChg>
      <pc:sldChg chg="modSp mod">
        <pc:chgData name="福原　颯(s24d164)" userId="5dad88b0-8d9f-4ea1-b2c6-c10a4d6d0a4a" providerId="ADAL" clId="{0DD680C3-D15B-4C92-AC1A-D83DB451B65A}" dt="2024-09-17T17:46:09.287" v="395" actId="20577"/>
        <pc:sldMkLst>
          <pc:docMk/>
          <pc:sldMk cId="3098468264" sldId="557"/>
        </pc:sldMkLst>
      </pc:sldChg>
      <pc:sldChg chg="modNotesTx">
        <pc:chgData name="福原　颯(s24d164)" userId="5dad88b0-8d9f-4ea1-b2c6-c10a4d6d0a4a" providerId="ADAL" clId="{0DD680C3-D15B-4C92-AC1A-D83DB451B65A}" dt="2024-09-17T17:35:22.906" v="31" actId="6549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0DD680C3-D15B-4C92-AC1A-D83DB451B65A}" dt="2024-09-17T17:35:24.846" v="32" actId="6549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0030950" sldId="560"/>
        </pc:sldMkLst>
      </pc:sldChg>
      <pc:sldChg chg="modNotesTx">
        <pc:chgData name="福原　颯(s24d164)" userId="5dad88b0-8d9f-4ea1-b2c6-c10a4d6d0a4a" providerId="ADAL" clId="{0DD680C3-D15B-4C92-AC1A-D83DB451B65A}" dt="2024-09-17T17:35:42.121" v="34" actId="6549"/>
        <pc:sldMkLst>
          <pc:docMk/>
          <pc:sldMk cId="411907626" sldId="563"/>
        </pc:sldMkLst>
      </pc:sldChg>
      <pc:sldChg chg="modSp">
        <pc:chgData name="福原　颯(s24d164)" userId="5dad88b0-8d9f-4ea1-b2c6-c10a4d6d0a4a" providerId="ADAL" clId="{0DD680C3-D15B-4C92-AC1A-D83DB451B65A}" dt="2024-09-17T17:48:48.716" v="396" actId="20577"/>
        <pc:sldMkLst>
          <pc:docMk/>
          <pc:sldMk cId="2499128212" sldId="564"/>
        </pc:sldMkLst>
      </pc:sldChg>
      <pc:sldChg chg="modSp mod">
        <pc:chgData name="福原　颯(s24d164)" userId="5dad88b0-8d9f-4ea1-b2c6-c10a4d6d0a4a" providerId="ADAL" clId="{0DD680C3-D15B-4C92-AC1A-D83DB451B65A}" dt="2024-09-17T17:36:04.586" v="95" actId="20577"/>
        <pc:sldMkLst>
          <pc:docMk/>
          <pc:sldMk cId="2608318930" sldId="565"/>
        </pc:sldMkLst>
      </pc:sldChg>
      <pc:sldChg chg="modSp add mod">
        <pc:chgData name="福原　颯(s24d164)" userId="5dad88b0-8d9f-4ea1-b2c6-c10a4d6d0a4a" providerId="ADAL" clId="{0DD680C3-D15B-4C92-AC1A-D83DB451B65A}" dt="2024-09-17T17:36:25.106" v="104" actId="20577"/>
        <pc:sldMkLst>
          <pc:docMk/>
          <pc:sldMk cId="4080382974" sldId="566"/>
        </pc:sldMkLst>
      </pc:sldChg>
    </pc:docChg>
  </pc:docChgLst>
  <pc:docChgLst>
    <pc:chgData name="福原　颯(s24d164)" userId="5dad88b0-8d9f-4ea1-b2c6-c10a4d6d0a4a" providerId="ADAL" clId="{A9BD5DBC-F65B-425F-8BD0-14FD5821B94E}"/>
    <pc:docChg chg="delSld">
      <pc:chgData name="福原　颯(s24d164)" userId="5dad88b0-8d9f-4ea1-b2c6-c10a4d6d0a4a" providerId="ADAL" clId="{A9BD5DBC-F65B-425F-8BD0-14FD5821B94E}" dt="2025-02-28T09:33:52.954" v="0" actId="47"/>
      <pc:docMkLst>
        <pc:docMk/>
      </pc:docMkLst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825117793" sldId="512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46364064" sldId="514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752936275" sldId="51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58415691" sldId="51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69589288" sldId="52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680286438" sldId="52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35830788" sldId="52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79579777" sldId="52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562419327" sldId="54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5067149" sldId="547"/>
        </pc:sldMkLst>
      </pc:sldChg>
    </pc:docChg>
  </pc:docChgLst>
  <pc:docChgLst>
    <pc:chgData name="福原　颯(s24d164)" userId="5dad88b0-8d9f-4ea1-b2c6-c10a4d6d0a4a" providerId="ADAL" clId="{083BA301-1DC6-47BE-863D-ED78B06E78AB}"/>
    <pc:docChg chg="undo custSel addSld delSld modSld sldOrd modMainMaster modNotesMaster">
      <pc:chgData name="福原　颯(s24d164)" userId="5dad88b0-8d9f-4ea1-b2c6-c10a4d6d0a4a" providerId="ADAL" clId="{083BA301-1DC6-47BE-863D-ED78B06E78AB}" dt="2025-04-16T13:24:28.488" v="22968" actId="20577"/>
      <pc:docMkLst>
        <pc:docMk/>
      </pc:docMkLst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452277363" sldId="26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890680131" sldId="27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426550954" sldId="51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16769270" sldId="519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28881671" sldId="52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37048831" sldId="52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668594093" sldId="52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71877879" sldId="52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164677062" sldId="53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999478652" sldId="53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255930890" sldId="53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27594288" sldId="53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01194367" sldId="53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49721194" sldId="54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01412082" sldId="54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2824474" sldId="54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83255463" sldId="54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032138665" sldId="54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842031104" sldId="551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46362254" sldId="55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593412889" sldId="55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981769942" sldId="557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63007250" sldId="559"/>
        </pc:sldMkLst>
      </pc:sldChg>
      <pc:sldChg chg="addSp delSp modSp new mod ord">
        <pc:chgData name="福原　颯(s24d164)" userId="5dad88b0-8d9f-4ea1-b2c6-c10a4d6d0a4a" providerId="ADAL" clId="{083BA301-1DC6-47BE-863D-ED78B06E78AB}" dt="2025-04-14T06:48:35.855" v="356" actId="20577"/>
        <pc:sldMkLst>
          <pc:docMk/>
          <pc:sldMk cId="3101350149" sldId="560"/>
        </pc:sldMkLst>
      </pc:sldChg>
      <pc:sldChg chg="new">
        <pc:chgData name="福原　颯(s24d164)" userId="5dad88b0-8d9f-4ea1-b2c6-c10a4d6d0a4a" providerId="ADAL" clId="{083BA301-1DC6-47BE-863D-ED78B06E78AB}" dt="2025-04-14T05:47:49.182" v="295" actId="680"/>
        <pc:sldMkLst>
          <pc:docMk/>
          <pc:sldMk cId="338280919" sldId="561"/>
        </pc:sldMkLst>
      </pc:sldChg>
      <pc:sldChg chg="modSp new mod ord">
        <pc:chgData name="福原　颯(s24d164)" userId="5dad88b0-8d9f-4ea1-b2c6-c10a4d6d0a4a" providerId="ADAL" clId="{083BA301-1DC6-47BE-863D-ED78B06E78AB}" dt="2025-04-14T06:41:05.405" v="316" actId="20577"/>
        <pc:sldMkLst>
          <pc:docMk/>
          <pc:sldMk cId="4002567523" sldId="562"/>
        </pc:sldMkLst>
      </pc:sldChg>
      <pc:sldChg chg="new del">
        <pc:chgData name="福原　颯(s24d164)" userId="5dad88b0-8d9f-4ea1-b2c6-c10a4d6d0a4a" providerId="ADAL" clId="{083BA301-1DC6-47BE-863D-ED78B06E78AB}" dt="2025-04-14T05:48:59.349" v="301" actId="47"/>
        <pc:sldMkLst>
          <pc:docMk/>
          <pc:sldMk cId="4052151318" sldId="563"/>
        </pc:sldMkLst>
      </pc:sldChg>
      <pc:sldChg chg="modSp new mod">
        <pc:chgData name="福原　颯(s24d164)" userId="5dad88b0-8d9f-4ea1-b2c6-c10a4d6d0a4a" providerId="ADAL" clId="{083BA301-1DC6-47BE-863D-ED78B06E78AB}" dt="2025-04-14T12:22:29.404" v="2386" actId="5793"/>
        <pc:sldMkLst>
          <pc:docMk/>
          <pc:sldMk cId="4113360082" sldId="563"/>
        </pc:sldMkLst>
      </pc:sldChg>
      <pc:sldChg chg="addSp delSp modSp add mod ord">
        <pc:chgData name="福原　颯(s24d164)" userId="5dad88b0-8d9f-4ea1-b2c6-c10a4d6d0a4a" providerId="ADAL" clId="{083BA301-1DC6-47BE-863D-ED78B06E78AB}" dt="2025-04-14T09:13:32.493" v="1379" actId="1076"/>
        <pc:sldMkLst>
          <pc:docMk/>
          <pc:sldMk cId="70252964" sldId="564"/>
        </pc:sldMkLst>
      </pc:sldChg>
      <pc:sldChg chg="modSp add mod">
        <pc:chgData name="福原　颯(s24d164)" userId="5dad88b0-8d9f-4ea1-b2c6-c10a4d6d0a4a" providerId="ADAL" clId="{083BA301-1DC6-47BE-863D-ED78B06E78AB}" dt="2025-04-14T06:50:53.355" v="449" actId="20577"/>
        <pc:sldMkLst>
          <pc:docMk/>
          <pc:sldMk cId="606541456" sldId="565"/>
        </pc:sldMkLst>
      </pc:sldChg>
      <pc:sldChg chg="modSp add mod">
        <pc:chgData name="福原　颯(s24d164)" userId="5dad88b0-8d9f-4ea1-b2c6-c10a4d6d0a4a" providerId="ADAL" clId="{083BA301-1DC6-47BE-863D-ED78B06E78AB}" dt="2025-04-14T06:52:05.843" v="559" actId="20577"/>
        <pc:sldMkLst>
          <pc:docMk/>
          <pc:sldMk cId="2361246623" sldId="566"/>
        </pc:sldMkLst>
      </pc:sldChg>
      <pc:sldChg chg="modSp add mod">
        <pc:chgData name="福原　颯(s24d164)" userId="5dad88b0-8d9f-4ea1-b2c6-c10a4d6d0a4a" providerId="ADAL" clId="{083BA301-1DC6-47BE-863D-ED78B06E78AB}" dt="2025-04-14T06:53:59.657" v="585" actId="20577"/>
        <pc:sldMkLst>
          <pc:docMk/>
          <pc:sldMk cId="4245538123" sldId="567"/>
        </pc:sldMkLst>
      </pc:sldChg>
      <pc:sldChg chg="modSp add mod">
        <pc:chgData name="福原　颯(s24d164)" userId="5dad88b0-8d9f-4ea1-b2c6-c10a4d6d0a4a" providerId="ADAL" clId="{083BA301-1DC6-47BE-863D-ED78B06E78AB}" dt="2025-04-14T06:54:16.036" v="592" actId="20577"/>
        <pc:sldMkLst>
          <pc:docMk/>
          <pc:sldMk cId="309975953" sldId="568"/>
        </pc:sldMkLst>
      </pc:sldChg>
      <pc:sldChg chg="modSp add mod">
        <pc:chgData name="福原　颯(s24d164)" userId="5dad88b0-8d9f-4ea1-b2c6-c10a4d6d0a4a" providerId="ADAL" clId="{083BA301-1DC6-47BE-863D-ED78B06E78AB}" dt="2025-04-14T06:55:51.508" v="658" actId="20577"/>
        <pc:sldMkLst>
          <pc:docMk/>
          <pc:sldMk cId="3642564091" sldId="569"/>
        </pc:sldMkLst>
      </pc:sldChg>
      <pc:sldChg chg="modSp add mod">
        <pc:chgData name="福原　颯(s24d164)" userId="5dad88b0-8d9f-4ea1-b2c6-c10a4d6d0a4a" providerId="ADAL" clId="{083BA301-1DC6-47BE-863D-ED78B06E78AB}" dt="2025-04-14T06:55:02.635" v="630" actId="20577"/>
        <pc:sldMkLst>
          <pc:docMk/>
          <pc:sldMk cId="1493433391" sldId="570"/>
        </pc:sldMkLst>
      </pc:sldChg>
      <pc:sldChg chg="add">
        <pc:chgData name="福原　颯(s24d164)" userId="5dad88b0-8d9f-4ea1-b2c6-c10a4d6d0a4a" providerId="ADAL" clId="{083BA301-1DC6-47BE-863D-ED78B06E78AB}" dt="2025-04-14T06:57:04.489" v="659"/>
        <pc:sldMkLst>
          <pc:docMk/>
          <pc:sldMk cId="85789646" sldId="571"/>
        </pc:sldMkLst>
      </pc:sldChg>
      <pc:sldChg chg="modSp add mod">
        <pc:chgData name="福原　颯(s24d164)" userId="5dad88b0-8d9f-4ea1-b2c6-c10a4d6d0a4a" providerId="ADAL" clId="{083BA301-1DC6-47BE-863D-ED78B06E78AB}" dt="2025-04-14T06:57:29.087" v="712" actId="20577"/>
        <pc:sldMkLst>
          <pc:docMk/>
          <pc:sldMk cId="3720103756" sldId="572"/>
        </pc:sldMkLst>
      </pc:sldChg>
      <pc:sldChg chg="modSp add mod">
        <pc:chgData name="福原　颯(s24d164)" userId="5dad88b0-8d9f-4ea1-b2c6-c10a4d6d0a4a" providerId="ADAL" clId="{083BA301-1DC6-47BE-863D-ED78B06E78AB}" dt="2025-04-14T06:57:47.294" v="747" actId="20577"/>
        <pc:sldMkLst>
          <pc:docMk/>
          <pc:sldMk cId="2829114527" sldId="573"/>
        </pc:sldMkLst>
      </pc:sldChg>
      <pc:sldChg chg="modSp add mod">
        <pc:chgData name="福原　颯(s24d164)" userId="5dad88b0-8d9f-4ea1-b2c6-c10a4d6d0a4a" providerId="ADAL" clId="{083BA301-1DC6-47BE-863D-ED78B06E78AB}" dt="2025-04-14T06:57:54.283" v="750" actId="20577"/>
        <pc:sldMkLst>
          <pc:docMk/>
          <pc:sldMk cId="1540128523" sldId="574"/>
        </pc:sldMkLst>
      </pc:sldChg>
      <pc:sldChg chg="modSp add mod">
        <pc:chgData name="福原　颯(s24d164)" userId="5dad88b0-8d9f-4ea1-b2c6-c10a4d6d0a4a" providerId="ADAL" clId="{083BA301-1DC6-47BE-863D-ED78B06E78AB}" dt="2025-04-14T09:15:04.003" v="1383" actId="20577"/>
        <pc:sldMkLst>
          <pc:docMk/>
          <pc:sldMk cId="2952434325" sldId="575"/>
        </pc:sldMkLst>
      </pc:sldChg>
      <pc:sldChg chg="modSp add mod">
        <pc:chgData name="福原　颯(s24d164)" userId="5dad88b0-8d9f-4ea1-b2c6-c10a4d6d0a4a" providerId="ADAL" clId="{083BA301-1DC6-47BE-863D-ED78B06E78AB}" dt="2025-04-14T09:17:45.123" v="1449" actId="20577"/>
        <pc:sldMkLst>
          <pc:docMk/>
          <pc:sldMk cId="1333854303" sldId="576"/>
        </pc:sldMkLst>
      </pc:sldChg>
      <pc:sldChg chg="addSp modSp add mod">
        <pc:chgData name="福原　颯(s24d164)" userId="5dad88b0-8d9f-4ea1-b2c6-c10a4d6d0a4a" providerId="ADAL" clId="{083BA301-1DC6-47BE-863D-ED78B06E78AB}" dt="2025-04-14T09:22:11.630" v="1454" actId="11529"/>
        <pc:sldMkLst>
          <pc:docMk/>
          <pc:sldMk cId="3361981834" sldId="577"/>
        </pc:sldMkLst>
      </pc:sldChg>
      <pc:sldChg chg="modSp add mod">
        <pc:chgData name="福原　颯(s24d164)" userId="5dad88b0-8d9f-4ea1-b2c6-c10a4d6d0a4a" providerId="ADAL" clId="{083BA301-1DC6-47BE-863D-ED78B06E78AB}" dt="2025-04-14T13:02:21.722" v="2852" actId="20577"/>
        <pc:sldMkLst>
          <pc:docMk/>
          <pc:sldMk cId="2478096095" sldId="578"/>
        </pc:sldMkLst>
      </pc:sldChg>
      <pc:sldChg chg="modSp add mod">
        <pc:chgData name="福原　颯(s24d164)" userId="5dad88b0-8d9f-4ea1-b2c6-c10a4d6d0a4a" providerId="ADAL" clId="{083BA301-1DC6-47BE-863D-ED78B06E78AB}" dt="2025-04-14T13:04:29.524" v="2862" actId="27636"/>
        <pc:sldMkLst>
          <pc:docMk/>
          <pc:sldMk cId="1048482102" sldId="579"/>
        </pc:sldMkLst>
      </pc:sldChg>
      <pc:sldChg chg="modSp add mod">
        <pc:chgData name="福原　颯(s24d164)" userId="5dad88b0-8d9f-4ea1-b2c6-c10a4d6d0a4a" providerId="ADAL" clId="{083BA301-1DC6-47BE-863D-ED78B06E78AB}" dt="2025-04-14T13:05:38.343" v="2868" actId="20577"/>
        <pc:sldMkLst>
          <pc:docMk/>
          <pc:sldMk cId="1684236110" sldId="580"/>
        </pc:sldMkLst>
      </pc:sldChg>
      <pc:sldChg chg="modSp add mod">
        <pc:chgData name="福原　颯(s24d164)" userId="5dad88b0-8d9f-4ea1-b2c6-c10a4d6d0a4a" providerId="ADAL" clId="{083BA301-1DC6-47BE-863D-ED78B06E78AB}" dt="2025-04-14T13:17:59.818" v="3367" actId="20577"/>
        <pc:sldMkLst>
          <pc:docMk/>
          <pc:sldMk cId="993336348" sldId="581"/>
        </pc:sldMkLst>
      </pc:sldChg>
      <pc:sldChg chg="modSp add mod">
        <pc:chgData name="福原　颯(s24d164)" userId="5dad88b0-8d9f-4ea1-b2c6-c10a4d6d0a4a" providerId="ADAL" clId="{083BA301-1DC6-47BE-863D-ED78B06E78AB}" dt="2025-04-14T14:19:02.711" v="5523" actId="20577"/>
        <pc:sldMkLst>
          <pc:docMk/>
          <pc:sldMk cId="2192325963" sldId="582"/>
        </pc:sldMkLst>
      </pc:sldChg>
      <pc:sldChg chg="modSp add mod">
        <pc:chgData name="福原　颯(s24d164)" userId="5dad88b0-8d9f-4ea1-b2c6-c10a4d6d0a4a" providerId="ADAL" clId="{083BA301-1DC6-47BE-863D-ED78B06E78AB}" dt="2025-04-15T01:39:27.106" v="6162" actId="20577"/>
        <pc:sldMkLst>
          <pc:docMk/>
          <pc:sldMk cId="2607922016" sldId="583"/>
        </pc:sldMkLst>
      </pc:sldChg>
      <pc:sldChg chg="modSp add mod">
        <pc:chgData name="福原　颯(s24d164)" userId="5dad88b0-8d9f-4ea1-b2c6-c10a4d6d0a4a" providerId="ADAL" clId="{083BA301-1DC6-47BE-863D-ED78B06E78AB}" dt="2025-04-15T01:39:41.986" v="6166" actId="20577"/>
        <pc:sldMkLst>
          <pc:docMk/>
          <pc:sldMk cId="1617469576" sldId="584"/>
        </pc:sldMkLst>
      </pc:sldChg>
      <pc:sldChg chg="modSp add mod">
        <pc:chgData name="福原　颯(s24d164)" userId="5dad88b0-8d9f-4ea1-b2c6-c10a4d6d0a4a" providerId="ADAL" clId="{083BA301-1DC6-47BE-863D-ED78B06E78AB}" dt="2025-04-15T01:56:23.505" v="6501" actId="5793"/>
        <pc:sldMkLst>
          <pc:docMk/>
          <pc:sldMk cId="2370606621" sldId="585"/>
        </pc:sldMkLst>
      </pc:sldChg>
      <pc:sldChg chg="modSp add mod">
        <pc:chgData name="福原　颯(s24d164)" userId="5dad88b0-8d9f-4ea1-b2c6-c10a4d6d0a4a" providerId="ADAL" clId="{083BA301-1DC6-47BE-863D-ED78B06E78AB}" dt="2025-04-15T02:27:19.256" v="7350" actId="20577"/>
        <pc:sldMkLst>
          <pc:docMk/>
          <pc:sldMk cId="3280717886" sldId="586"/>
        </pc:sldMkLst>
      </pc:sldChg>
      <pc:sldChg chg="addSp modSp add mod">
        <pc:chgData name="福原　颯(s24d164)" userId="5dad88b0-8d9f-4ea1-b2c6-c10a4d6d0a4a" providerId="ADAL" clId="{083BA301-1DC6-47BE-863D-ED78B06E78AB}" dt="2025-04-15T03:12:44.545" v="8067" actId="20577"/>
        <pc:sldMkLst>
          <pc:docMk/>
          <pc:sldMk cId="2227815507" sldId="587"/>
        </pc:sldMkLst>
      </pc:sldChg>
      <pc:sldChg chg="addSp delSp modSp add mod">
        <pc:chgData name="福原　颯(s24d164)" userId="5dad88b0-8d9f-4ea1-b2c6-c10a4d6d0a4a" providerId="ADAL" clId="{083BA301-1DC6-47BE-863D-ED78B06E78AB}" dt="2025-04-15T03:35:43.076" v="8689" actId="15"/>
        <pc:sldMkLst>
          <pc:docMk/>
          <pc:sldMk cId="2406200027" sldId="588"/>
        </pc:sldMkLst>
      </pc:sldChg>
      <pc:sldChg chg="delSp modSp add mod">
        <pc:chgData name="福原　颯(s24d164)" userId="5dad88b0-8d9f-4ea1-b2c6-c10a4d6d0a4a" providerId="ADAL" clId="{083BA301-1DC6-47BE-863D-ED78B06E78AB}" dt="2025-04-15T12:28:26.579" v="14803" actId="20577"/>
        <pc:sldMkLst>
          <pc:docMk/>
          <pc:sldMk cId="729516588" sldId="589"/>
        </pc:sldMkLst>
      </pc:sldChg>
      <pc:sldChg chg="addSp modSp add mod">
        <pc:chgData name="福原　颯(s24d164)" userId="5dad88b0-8d9f-4ea1-b2c6-c10a4d6d0a4a" providerId="ADAL" clId="{083BA301-1DC6-47BE-863D-ED78B06E78AB}" dt="2025-04-15T04:12:29.288" v="9476" actId="1036"/>
        <pc:sldMkLst>
          <pc:docMk/>
          <pc:sldMk cId="2593897383" sldId="590"/>
        </pc:sldMkLst>
      </pc:sldChg>
      <pc:sldChg chg="addSp modSp add mod">
        <pc:chgData name="福原　颯(s24d164)" userId="5dad88b0-8d9f-4ea1-b2c6-c10a4d6d0a4a" providerId="ADAL" clId="{083BA301-1DC6-47BE-863D-ED78B06E78AB}" dt="2025-04-15T06:17:04.025" v="11093" actId="20577"/>
        <pc:sldMkLst>
          <pc:docMk/>
          <pc:sldMk cId="1216974437" sldId="591"/>
        </pc:sldMkLst>
      </pc:sldChg>
      <pc:sldChg chg="addSp delSp modSp add mod">
        <pc:chgData name="福原　颯(s24d164)" userId="5dad88b0-8d9f-4ea1-b2c6-c10a4d6d0a4a" providerId="ADAL" clId="{083BA301-1DC6-47BE-863D-ED78B06E78AB}" dt="2025-04-15T07:53:33.685" v="12700" actId="20577"/>
        <pc:sldMkLst>
          <pc:docMk/>
          <pc:sldMk cId="1506124534" sldId="592"/>
        </pc:sldMkLst>
      </pc:sldChg>
      <pc:sldChg chg="modSp add mod">
        <pc:chgData name="福原　颯(s24d164)" userId="5dad88b0-8d9f-4ea1-b2c6-c10a4d6d0a4a" providerId="ADAL" clId="{083BA301-1DC6-47BE-863D-ED78B06E78AB}" dt="2025-04-15T06:19:51.356" v="11145" actId="20577"/>
        <pc:sldMkLst>
          <pc:docMk/>
          <pc:sldMk cId="1191046611" sldId="593"/>
        </pc:sldMkLst>
      </pc:sldChg>
      <pc:sldChg chg="addSp modSp add mod">
        <pc:chgData name="福原　颯(s24d164)" userId="5dad88b0-8d9f-4ea1-b2c6-c10a4d6d0a4a" providerId="ADAL" clId="{083BA301-1DC6-47BE-863D-ED78B06E78AB}" dt="2025-04-15T07:06:21.071" v="11942" actId="20577"/>
        <pc:sldMkLst>
          <pc:docMk/>
          <pc:sldMk cId="151395974" sldId="594"/>
        </pc:sldMkLst>
      </pc:sldChg>
      <pc:sldChg chg="modSp add mod">
        <pc:chgData name="福原　颯(s24d164)" userId="5dad88b0-8d9f-4ea1-b2c6-c10a4d6d0a4a" providerId="ADAL" clId="{083BA301-1DC6-47BE-863D-ED78B06E78AB}" dt="2025-04-15T06:43:26.766" v="11721" actId="255"/>
        <pc:sldMkLst>
          <pc:docMk/>
          <pc:sldMk cId="353020606" sldId="595"/>
        </pc:sldMkLst>
      </pc:sldChg>
      <pc:sldChg chg="modSp add mod">
        <pc:chgData name="福原　颯(s24d164)" userId="5dad88b0-8d9f-4ea1-b2c6-c10a4d6d0a4a" providerId="ADAL" clId="{083BA301-1DC6-47BE-863D-ED78B06E78AB}" dt="2025-04-15T06:47:55.765" v="11907" actId="255"/>
        <pc:sldMkLst>
          <pc:docMk/>
          <pc:sldMk cId="3002867224" sldId="596"/>
        </pc:sldMkLst>
      </pc:sldChg>
      <pc:sldChg chg="modSp add mod">
        <pc:chgData name="福原　颯(s24d164)" userId="5dad88b0-8d9f-4ea1-b2c6-c10a4d6d0a4a" providerId="ADAL" clId="{083BA301-1DC6-47BE-863D-ED78B06E78AB}" dt="2025-04-15T07:03:41.444" v="11926" actId="20577"/>
        <pc:sldMkLst>
          <pc:docMk/>
          <pc:sldMk cId="1095465517" sldId="597"/>
        </pc:sldMkLst>
      </pc:sldChg>
      <pc:sldChg chg="modSp add mod">
        <pc:chgData name="福原　颯(s24d164)" userId="5dad88b0-8d9f-4ea1-b2c6-c10a4d6d0a4a" providerId="ADAL" clId="{083BA301-1DC6-47BE-863D-ED78B06E78AB}" dt="2025-04-15T07:13:45.624" v="12094" actId="20577"/>
        <pc:sldMkLst>
          <pc:docMk/>
          <pc:sldMk cId="3374749673" sldId="598"/>
        </pc:sldMkLst>
      </pc:sldChg>
      <pc:sldChg chg="addSp modSp add mod">
        <pc:chgData name="福原　颯(s24d164)" userId="5dad88b0-8d9f-4ea1-b2c6-c10a4d6d0a4a" providerId="ADAL" clId="{083BA301-1DC6-47BE-863D-ED78B06E78AB}" dt="2025-04-15T08:22:35.118" v="13292" actId="14100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083BA301-1DC6-47BE-863D-ED78B06E78AB}" dt="2025-04-15T07:31:04.656" v="12186"/>
        <pc:sldMkLst>
          <pc:docMk/>
          <pc:sldMk cId="4149903889" sldId="600"/>
        </pc:sldMkLst>
      </pc:sldChg>
      <pc:sldChg chg="modSp add mod">
        <pc:chgData name="福原　颯(s24d164)" userId="5dad88b0-8d9f-4ea1-b2c6-c10a4d6d0a4a" providerId="ADAL" clId="{083BA301-1DC6-47BE-863D-ED78B06E78AB}" dt="2025-04-15T08:08:19.108" v="13245" actId="20577"/>
        <pc:sldMkLst>
          <pc:docMk/>
          <pc:sldMk cId="107944673" sldId="601"/>
        </pc:sldMkLst>
      </pc:sldChg>
      <pc:sldChg chg="addSp delSp modSp add mod">
        <pc:chgData name="福原　颯(s24d164)" userId="5dad88b0-8d9f-4ea1-b2c6-c10a4d6d0a4a" providerId="ADAL" clId="{083BA301-1DC6-47BE-863D-ED78B06E78AB}" dt="2025-04-15T08:23:38.200" v="13338" actId="20577"/>
        <pc:sldMkLst>
          <pc:docMk/>
          <pc:sldMk cId="865510053" sldId="602"/>
        </pc:sldMkLst>
      </pc:sldChg>
      <pc:sldChg chg="modSp add mod">
        <pc:chgData name="福原　颯(s24d164)" userId="5dad88b0-8d9f-4ea1-b2c6-c10a4d6d0a4a" providerId="ADAL" clId="{083BA301-1DC6-47BE-863D-ED78B06E78AB}" dt="2025-04-15T12:29:15.506" v="14814" actId="20577"/>
        <pc:sldMkLst>
          <pc:docMk/>
          <pc:sldMk cId="1533983429" sldId="603"/>
        </pc:sldMkLst>
      </pc:sldChg>
      <pc:sldChg chg="modSp add mod">
        <pc:chgData name="福原　颯(s24d164)" userId="5dad88b0-8d9f-4ea1-b2c6-c10a4d6d0a4a" providerId="ADAL" clId="{083BA301-1DC6-47BE-863D-ED78B06E78AB}" dt="2025-04-15T08:32:09.667" v="13511" actId="20577"/>
        <pc:sldMkLst>
          <pc:docMk/>
          <pc:sldMk cId="146573435" sldId="604"/>
        </pc:sldMkLst>
      </pc:sldChg>
      <pc:sldChg chg="add del">
        <pc:chgData name="福原　颯(s24d164)" userId="5dad88b0-8d9f-4ea1-b2c6-c10a4d6d0a4a" providerId="ADAL" clId="{083BA301-1DC6-47BE-863D-ED78B06E78AB}" dt="2025-04-15T08:24:20.157" v="13340" actId="47"/>
        <pc:sldMkLst>
          <pc:docMk/>
          <pc:sldMk cId="843065534" sldId="604"/>
        </pc:sldMkLst>
      </pc:sldChg>
      <pc:sldChg chg="modSp add mod">
        <pc:chgData name="福原　颯(s24d164)" userId="5dad88b0-8d9f-4ea1-b2c6-c10a4d6d0a4a" providerId="ADAL" clId="{083BA301-1DC6-47BE-863D-ED78B06E78AB}" dt="2025-04-15T09:17:37.878" v="14470" actId="27636"/>
        <pc:sldMkLst>
          <pc:docMk/>
          <pc:sldMk cId="3938146536" sldId="605"/>
        </pc:sldMkLst>
      </pc:sldChg>
      <pc:sldChg chg="modSp add mod">
        <pc:chgData name="福原　颯(s24d164)" userId="5dad88b0-8d9f-4ea1-b2c6-c10a4d6d0a4a" providerId="ADAL" clId="{083BA301-1DC6-47BE-863D-ED78B06E78AB}" dt="2025-04-15T10:12:47.561" v="14564" actId="20577"/>
        <pc:sldMkLst>
          <pc:docMk/>
          <pc:sldMk cId="1749273837" sldId="606"/>
        </pc:sldMkLst>
      </pc:sldChg>
      <pc:sldChg chg="modSp add mod">
        <pc:chgData name="福原　颯(s24d164)" userId="5dad88b0-8d9f-4ea1-b2c6-c10a4d6d0a4a" providerId="ADAL" clId="{083BA301-1DC6-47BE-863D-ED78B06E78AB}" dt="2025-04-15T10:13:57.697" v="14628" actId="20577"/>
        <pc:sldMkLst>
          <pc:docMk/>
          <pc:sldMk cId="4154251625" sldId="607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81354932" sldId="608"/>
        </pc:sldMkLst>
      </pc:sldChg>
      <pc:sldChg chg="addSp delSp modSp add mod">
        <pc:chgData name="福原　颯(s24d164)" userId="5dad88b0-8d9f-4ea1-b2c6-c10a4d6d0a4a" providerId="ADAL" clId="{083BA301-1DC6-47BE-863D-ED78B06E78AB}" dt="2025-04-16T07:56:48.320" v="17004" actId="113"/>
        <pc:sldMkLst>
          <pc:docMk/>
          <pc:sldMk cId="4093994165" sldId="609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16087398" sldId="610"/>
        </pc:sldMkLst>
      </pc:sldChg>
      <pc:sldChg chg="modSp add mod">
        <pc:chgData name="福原　颯(s24d164)" userId="5dad88b0-8d9f-4ea1-b2c6-c10a4d6d0a4a" providerId="ADAL" clId="{083BA301-1DC6-47BE-863D-ED78B06E78AB}" dt="2025-04-16T03:29:27.258" v="14897" actId="20577"/>
        <pc:sldMkLst>
          <pc:docMk/>
          <pc:sldMk cId="1704855141" sldId="611"/>
        </pc:sldMkLst>
      </pc:sldChg>
      <pc:sldChg chg="addSp modSp add del mod">
        <pc:chgData name="福原　颯(s24d164)" userId="5dad88b0-8d9f-4ea1-b2c6-c10a4d6d0a4a" providerId="ADAL" clId="{083BA301-1DC6-47BE-863D-ED78B06E78AB}" dt="2025-04-16T08:26:00.823" v="17309" actId="47"/>
        <pc:sldMkLst>
          <pc:docMk/>
          <pc:sldMk cId="2255916786" sldId="612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4186030189" sldId="613"/>
        </pc:sldMkLst>
      </pc:sldChg>
      <pc:sldChg chg="addSp delSp modSp add mod">
        <pc:chgData name="福原　颯(s24d164)" userId="5dad88b0-8d9f-4ea1-b2c6-c10a4d6d0a4a" providerId="ADAL" clId="{083BA301-1DC6-47BE-863D-ED78B06E78AB}" dt="2025-04-16T08:45:23.487" v="17721" actId="20577"/>
        <pc:sldMkLst>
          <pc:docMk/>
          <pc:sldMk cId="3825515227" sldId="614"/>
        </pc:sldMkLst>
      </pc:sldChg>
      <pc:sldChg chg="modSp add mod">
        <pc:chgData name="福原　颯(s24d164)" userId="5dad88b0-8d9f-4ea1-b2c6-c10a4d6d0a4a" providerId="ADAL" clId="{083BA301-1DC6-47BE-863D-ED78B06E78AB}" dt="2025-04-16T05:48:40.519" v="15622" actId="20577"/>
        <pc:sldMkLst>
          <pc:docMk/>
          <pc:sldMk cId="4183981866" sldId="615"/>
        </pc:sldMkLst>
      </pc:sldChg>
      <pc:sldChg chg="modSp add mod">
        <pc:chgData name="福原　颯(s24d164)" userId="5dad88b0-8d9f-4ea1-b2c6-c10a4d6d0a4a" providerId="ADAL" clId="{083BA301-1DC6-47BE-863D-ED78B06E78AB}" dt="2025-04-16T05:49:42.383" v="15683" actId="313"/>
        <pc:sldMkLst>
          <pc:docMk/>
          <pc:sldMk cId="4042136543" sldId="616"/>
        </pc:sldMkLst>
      </pc:sldChg>
      <pc:sldChg chg="modSp add mod">
        <pc:chgData name="福原　颯(s24d164)" userId="5dad88b0-8d9f-4ea1-b2c6-c10a4d6d0a4a" providerId="ADAL" clId="{083BA301-1DC6-47BE-863D-ED78B06E78AB}" dt="2025-04-16T05:51:09.384" v="15759" actId="20577"/>
        <pc:sldMkLst>
          <pc:docMk/>
          <pc:sldMk cId="1149619720" sldId="617"/>
        </pc:sldMkLst>
      </pc:sldChg>
      <pc:sldChg chg="add">
        <pc:chgData name="福原　颯(s24d164)" userId="5dad88b0-8d9f-4ea1-b2c6-c10a4d6d0a4a" providerId="ADAL" clId="{083BA301-1DC6-47BE-863D-ED78B06E78AB}" dt="2025-04-16T05:50:35.224" v="15707"/>
        <pc:sldMkLst>
          <pc:docMk/>
          <pc:sldMk cId="3621636531" sldId="618"/>
        </pc:sldMkLst>
      </pc:sldChg>
      <pc:sldChg chg="modSp add mod">
        <pc:chgData name="福原　颯(s24d164)" userId="5dad88b0-8d9f-4ea1-b2c6-c10a4d6d0a4a" providerId="ADAL" clId="{083BA301-1DC6-47BE-863D-ED78B06E78AB}" dt="2025-04-16T05:52:05.028" v="15814" actId="20577"/>
        <pc:sldMkLst>
          <pc:docMk/>
          <pc:sldMk cId="4141011174" sldId="619"/>
        </pc:sldMkLst>
      </pc:sldChg>
      <pc:sldChg chg="modSp add mod">
        <pc:chgData name="福原　颯(s24d164)" userId="5dad88b0-8d9f-4ea1-b2c6-c10a4d6d0a4a" providerId="ADAL" clId="{083BA301-1DC6-47BE-863D-ED78B06E78AB}" dt="2025-04-16T05:52:22.260" v="15816"/>
        <pc:sldMkLst>
          <pc:docMk/>
          <pc:sldMk cId="146450860" sldId="620"/>
        </pc:sldMkLst>
      </pc:sldChg>
      <pc:sldChg chg="modSp add mod">
        <pc:chgData name="福原　颯(s24d164)" userId="5dad88b0-8d9f-4ea1-b2c6-c10a4d6d0a4a" providerId="ADAL" clId="{083BA301-1DC6-47BE-863D-ED78B06E78AB}" dt="2025-04-16T08:01:05.861" v="17132"/>
        <pc:sldMkLst>
          <pc:docMk/>
          <pc:sldMk cId="775098446" sldId="621"/>
        </pc:sldMkLst>
      </pc:sldChg>
      <pc:sldChg chg="addSp delSp modSp add mod">
        <pc:chgData name="福原　颯(s24d164)" userId="5dad88b0-8d9f-4ea1-b2c6-c10a4d6d0a4a" providerId="ADAL" clId="{083BA301-1DC6-47BE-863D-ED78B06E78AB}" dt="2025-04-16T10:26:30.930" v="19210"/>
        <pc:sldMkLst>
          <pc:docMk/>
          <pc:sldMk cId="2070648182" sldId="622"/>
        </pc:sldMkLst>
      </pc:sldChg>
      <pc:sldChg chg="add">
        <pc:chgData name="福原　颯(s24d164)" userId="5dad88b0-8d9f-4ea1-b2c6-c10a4d6d0a4a" providerId="ADAL" clId="{083BA301-1DC6-47BE-863D-ED78B06E78AB}" dt="2025-04-16T08:39:04.094" v="17512"/>
        <pc:sldMkLst>
          <pc:docMk/>
          <pc:sldMk cId="3231147593" sldId="623"/>
        </pc:sldMkLst>
      </pc:sldChg>
      <pc:sldChg chg="add del">
        <pc:chgData name="福原　颯(s24d164)" userId="5dad88b0-8d9f-4ea1-b2c6-c10a4d6d0a4a" providerId="ADAL" clId="{083BA301-1DC6-47BE-863D-ED78B06E78AB}" dt="2025-04-16T08:39:00.714" v="17511" actId="47"/>
        <pc:sldMkLst>
          <pc:docMk/>
          <pc:sldMk cId="4108462391" sldId="623"/>
        </pc:sldMkLst>
      </pc:sldChg>
      <pc:sldChg chg="add">
        <pc:chgData name="福原　颯(s24d164)" userId="5dad88b0-8d9f-4ea1-b2c6-c10a4d6d0a4a" providerId="ADAL" clId="{083BA301-1DC6-47BE-863D-ED78B06E78AB}" dt="2025-04-16T08:43:16.664" v="17673"/>
        <pc:sldMkLst>
          <pc:docMk/>
          <pc:sldMk cId="2459519326" sldId="624"/>
        </pc:sldMkLst>
      </pc:sldChg>
      <pc:sldChg chg="addSp modSp add mod">
        <pc:chgData name="福原　颯(s24d164)" userId="5dad88b0-8d9f-4ea1-b2c6-c10a4d6d0a4a" providerId="ADAL" clId="{083BA301-1DC6-47BE-863D-ED78B06E78AB}" dt="2025-04-16T11:28:42.081" v="20010" actId="20577"/>
        <pc:sldMkLst>
          <pc:docMk/>
          <pc:sldMk cId="2113505715" sldId="625"/>
        </pc:sldMkLst>
      </pc:sldChg>
      <pc:sldChg chg="modSp add mod ord">
        <pc:chgData name="福原　颯(s24d164)" userId="5dad88b0-8d9f-4ea1-b2c6-c10a4d6d0a4a" providerId="ADAL" clId="{083BA301-1DC6-47BE-863D-ED78B06E78AB}" dt="2025-04-16T10:25:54.240" v="19205" actId="1076"/>
        <pc:sldMkLst>
          <pc:docMk/>
          <pc:sldMk cId="1794116040" sldId="626"/>
        </pc:sldMkLst>
      </pc:sldChg>
      <pc:sldChg chg="modSp add mod">
        <pc:chgData name="福原　颯(s24d164)" userId="5dad88b0-8d9f-4ea1-b2c6-c10a4d6d0a4a" providerId="ADAL" clId="{083BA301-1DC6-47BE-863D-ED78B06E78AB}" dt="2025-04-16T10:01:32.962" v="18595" actId="20577"/>
        <pc:sldMkLst>
          <pc:docMk/>
          <pc:sldMk cId="940532307" sldId="627"/>
        </pc:sldMkLst>
      </pc:sldChg>
      <pc:sldChg chg="add del">
        <pc:chgData name="福原　颯(s24d164)" userId="5dad88b0-8d9f-4ea1-b2c6-c10a4d6d0a4a" providerId="ADAL" clId="{083BA301-1DC6-47BE-863D-ED78B06E78AB}" dt="2025-04-16T10:10:53.748" v="18698" actId="47"/>
        <pc:sldMkLst>
          <pc:docMk/>
          <pc:sldMk cId="556647801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0:28:32.040" v="19246" actId="20577"/>
        <pc:sldMkLst>
          <pc:docMk/>
          <pc:sldMk cId="3513932518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1:17:44.211" v="19947" actId="20577"/>
        <pc:sldMkLst>
          <pc:docMk/>
          <pc:sldMk cId="1292886925" sldId="629"/>
        </pc:sldMkLst>
      </pc:sldChg>
      <pc:sldChg chg="add">
        <pc:chgData name="福原　颯(s24d164)" userId="5dad88b0-8d9f-4ea1-b2c6-c10a4d6d0a4a" providerId="ADAL" clId="{083BA301-1DC6-47BE-863D-ED78B06E78AB}" dt="2025-04-16T11:20:55.905" v="19948"/>
        <pc:sldMkLst>
          <pc:docMk/>
          <pc:sldMk cId="980521351" sldId="630"/>
        </pc:sldMkLst>
      </pc:sldChg>
      <pc:sldChg chg="addSp delSp modSp add mod ord">
        <pc:chgData name="福原　颯(s24d164)" userId="5dad88b0-8d9f-4ea1-b2c6-c10a4d6d0a4a" providerId="ADAL" clId="{083BA301-1DC6-47BE-863D-ED78B06E78AB}" dt="2025-04-16T13:22:22.345" v="22903"/>
        <pc:sldMkLst>
          <pc:docMk/>
          <pc:sldMk cId="1886713956" sldId="631"/>
        </pc:sldMkLst>
      </pc:sldChg>
      <pc:sldChg chg="modSp add mod">
        <pc:chgData name="福原　颯(s24d164)" userId="5dad88b0-8d9f-4ea1-b2c6-c10a4d6d0a4a" providerId="ADAL" clId="{083BA301-1DC6-47BE-863D-ED78B06E78AB}" dt="2025-04-16T11:30:20.362" v="20079" actId="20577"/>
        <pc:sldMkLst>
          <pc:docMk/>
          <pc:sldMk cId="1714971349" sldId="632"/>
        </pc:sldMkLst>
      </pc:sldChg>
      <pc:sldChg chg="addSp delSp modSp add mod ord modNotesTx">
        <pc:chgData name="福原　颯(s24d164)" userId="5dad88b0-8d9f-4ea1-b2c6-c10a4d6d0a4a" providerId="ADAL" clId="{083BA301-1DC6-47BE-863D-ED78B06E78AB}" dt="2025-04-16T12:54:12.323" v="21546" actId="20577"/>
        <pc:sldMkLst>
          <pc:docMk/>
          <pc:sldMk cId="62508289" sldId="633"/>
        </pc:sldMkLst>
      </pc:sldChg>
      <pc:sldChg chg="add">
        <pc:chgData name="福原　颯(s24d164)" userId="5dad88b0-8d9f-4ea1-b2c6-c10a4d6d0a4a" providerId="ADAL" clId="{083BA301-1DC6-47BE-863D-ED78B06E78AB}" dt="2025-04-16T12:21:21.657" v="20939"/>
        <pc:sldMkLst>
          <pc:docMk/>
          <pc:sldMk cId="739621699" sldId="634"/>
        </pc:sldMkLst>
      </pc:sldChg>
      <pc:sldChg chg="modSp add mod ord">
        <pc:chgData name="福原　颯(s24d164)" userId="5dad88b0-8d9f-4ea1-b2c6-c10a4d6d0a4a" providerId="ADAL" clId="{083BA301-1DC6-47BE-863D-ED78B06E78AB}" dt="2025-04-16T12:56:28.127" v="21553" actId="20577"/>
        <pc:sldMkLst>
          <pc:docMk/>
          <pc:sldMk cId="1452543089" sldId="635"/>
        </pc:sldMkLst>
      </pc:sldChg>
      <pc:sldChg chg="addSp modSp add mod">
        <pc:chgData name="福原　颯(s24d164)" userId="5dad88b0-8d9f-4ea1-b2c6-c10a4d6d0a4a" providerId="ADAL" clId="{083BA301-1DC6-47BE-863D-ED78B06E78AB}" dt="2025-04-16T13:24:28.488" v="22968" actId="20577"/>
        <pc:sldMkLst>
          <pc:docMk/>
          <pc:sldMk cId="1729582020" sldId="636"/>
        </pc:sldMkLst>
      </pc:sldChg>
      <pc:sldChg chg="addSp delSp modSp add del mod">
        <pc:chgData name="福原　颯(s24d164)" userId="5dad88b0-8d9f-4ea1-b2c6-c10a4d6d0a4a" providerId="ADAL" clId="{083BA301-1DC6-47BE-863D-ED78B06E78AB}" dt="2025-04-16T12:37:49.998" v="21383" actId="47"/>
        <pc:sldMkLst>
          <pc:docMk/>
          <pc:sldMk cId="2603641482" sldId="636"/>
        </pc:sldMkLst>
      </pc:sldChg>
      <pc:sldMasterChg chg="modSldLayout">
        <pc:chgData name="福原　颯(s24d164)" userId="5dad88b0-8d9f-4ea1-b2c6-c10a4d6d0a4a" providerId="ADAL" clId="{083BA301-1DC6-47BE-863D-ED78B06E78AB}" dt="2025-04-14T05:48:21.095" v="299" actId="2711"/>
        <pc:sldMasterMkLst>
          <pc:docMk/>
          <pc:sldMasterMk cId="2438988794" sldId="2147483648"/>
        </pc:sldMasterMkLst>
        <pc:sldLayoutChg chg="modSp mod">
          <pc:chgData name="福原　颯(s24d164)" userId="5dad88b0-8d9f-4ea1-b2c6-c10a4d6d0a4a" providerId="ADAL" clId="{083BA301-1DC6-47BE-863D-ED78B06E78AB}" dt="2025-04-14T05:48:21.095" v="299" actId="2711"/>
          <pc:sldLayoutMkLst>
            <pc:docMk/>
            <pc:sldMasterMk cId="2438988794" sldId="2147483648"/>
            <pc:sldLayoutMk cId="800692912" sldId="214748364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869433839" sldId="214748365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010927925" sldId="214748365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525268173" sldId="214748365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712520496" sldId="2147483653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713894751" sldId="214748365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276357777" sldId="2147483655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47390238" sldId="214748365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877190698" sldId="214748365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40542855" sldId="214748365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249047149" sldId="214748365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198774854" sldId="214748366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963127255" sldId="214748366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285140042" sldId="214748366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34732818" sldId="2147483675"/>
          </pc:sldLayoutMkLst>
        </pc:sldLayoutChg>
      </pc:sldMasterChg>
      <pc:sldMasterChg chg="modSp modSldLayout">
        <pc:chgData name="福原　颯(s24d164)" userId="5dad88b0-8d9f-4ea1-b2c6-c10a4d6d0a4a" providerId="ADAL" clId="{083BA301-1DC6-47BE-863D-ED78B06E78AB}" dt="2025-04-14T05:37:53.084" v="0"/>
        <pc:sldMasterMkLst>
          <pc:docMk/>
          <pc:sldMasterMk cId="4212996964" sldId="2147483663"/>
        </pc:sldMasterMkLst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466224676" sldId="214748366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470565039" sldId="214748366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263899375" sldId="214748366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01550049" sldId="214748366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48133596" sldId="214748367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2791744919" sldId="214748367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66062877" sldId="2147483674"/>
          </pc:sldLayoutMkLst>
        </pc:sldLayoutChg>
      </pc:sldMasterChg>
    </pc:docChg>
  </pc:docChgLst>
  <pc:docChgLst>
    <pc:chgData name="福原　颯(s24d164)" userId="5dad88b0-8d9f-4ea1-b2c6-c10a4d6d0a4a" providerId="ADAL" clId="{9FB2C86C-4694-49FE-B54C-BF5BC473AD43}"/>
    <pc:docChg chg="undo custSel addSld delSld modSld sldOrd">
      <pc:chgData name="福原　颯(s24d164)" userId="5dad88b0-8d9f-4ea1-b2c6-c10a4d6d0a4a" providerId="ADAL" clId="{9FB2C86C-4694-49FE-B54C-BF5BC473AD43}" dt="2024-09-02T14:21:31.996" v="1825" actId="20577"/>
      <pc:docMkLst>
        <pc:docMk/>
      </pc:docMkLst>
      <pc:sldChg chg="addSp delSp modSp add mod ord">
        <pc:chgData name="福原　颯(s24d164)" userId="5dad88b0-8d9f-4ea1-b2c6-c10a4d6d0a4a" providerId="ADAL" clId="{9FB2C86C-4694-49FE-B54C-BF5BC473AD43}" dt="2024-09-02T13:39:53.998" v="74" actId="1076"/>
        <pc:sldMkLst>
          <pc:docMk/>
          <pc:sldMk cId="1486001388" sldId="348"/>
        </pc:sldMkLst>
      </pc:sldChg>
      <pc:sldChg chg="modSp mod">
        <pc:chgData name="福原　颯(s24d164)" userId="5dad88b0-8d9f-4ea1-b2c6-c10a4d6d0a4a" providerId="ADAL" clId="{9FB2C86C-4694-49FE-B54C-BF5BC473AD43}" dt="2024-09-02T13:40:23.033" v="100" actId="2057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2279615458" sldId="484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195254820" sldId="487"/>
        </pc:sldMkLst>
      </pc:sldChg>
      <pc:sldChg chg="modSp mod">
        <pc:chgData name="福原　颯(s24d164)" userId="5dad88b0-8d9f-4ea1-b2c6-c10a4d6d0a4a" providerId="ADAL" clId="{9FB2C86C-4694-49FE-B54C-BF5BC473AD43}" dt="2024-09-02T13:41:13.999" v="113" actId="20577"/>
        <pc:sldMkLst>
          <pc:docMk/>
          <pc:sldMk cId="3211953700" sldId="491"/>
        </pc:sldMkLst>
      </pc:sldChg>
      <pc:sldChg chg="modSp mod">
        <pc:chgData name="福原　颯(s24d164)" userId="5dad88b0-8d9f-4ea1-b2c6-c10a4d6d0a4a" providerId="ADAL" clId="{9FB2C86C-4694-49FE-B54C-BF5BC473AD43}" dt="2024-09-02T13:48:56.390" v="372" actId="20577"/>
        <pc:sldMkLst>
          <pc:docMk/>
          <pc:sldMk cId="2506245929" sldId="492"/>
        </pc:sldMkLst>
      </pc:sldChg>
      <pc:sldChg chg="modSp add mod">
        <pc:chgData name="福原　颯(s24d164)" userId="5dad88b0-8d9f-4ea1-b2c6-c10a4d6d0a4a" providerId="ADAL" clId="{9FB2C86C-4694-49FE-B54C-BF5BC473AD43}" dt="2024-09-02T13:57:14.001" v="629" actId="798"/>
        <pc:sldMkLst>
          <pc:docMk/>
          <pc:sldMk cId="1955146950" sldId="493"/>
        </pc:sldMkLst>
      </pc:sldChg>
      <pc:sldChg chg="add">
        <pc:chgData name="福原　颯(s24d164)" userId="5dad88b0-8d9f-4ea1-b2c6-c10a4d6d0a4a" providerId="ADAL" clId="{9FB2C86C-4694-49FE-B54C-BF5BC473AD43}" dt="2024-09-02T13:47:30.552" v="358"/>
        <pc:sldMkLst>
          <pc:docMk/>
          <pc:sldMk cId="2533304578" sldId="494"/>
        </pc:sldMkLst>
      </pc:sldChg>
      <pc:sldChg chg="addSp delSp modSp add mod">
        <pc:chgData name="福原　颯(s24d164)" userId="5dad88b0-8d9f-4ea1-b2c6-c10a4d6d0a4a" providerId="ADAL" clId="{9FB2C86C-4694-49FE-B54C-BF5BC473AD43}" dt="2024-09-02T14:00:00.801" v="798" actId="1076"/>
        <pc:sldMkLst>
          <pc:docMk/>
          <pc:sldMk cId="957234417" sldId="495"/>
        </pc:sldMkLst>
      </pc:sldChg>
      <pc:sldChg chg="addSp delSp modSp add mod">
        <pc:chgData name="福原　颯(s24d164)" userId="5dad88b0-8d9f-4ea1-b2c6-c10a4d6d0a4a" providerId="ADAL" clId="{9FB2C86C-4694-49FE-B54C-BF5BC473AD43}" dt="2024-09-02T14:07:34.544" v="1133" actId="20577"/>
        <pc:sldMkLst>
          <pc:docMk/>
          <pc:sldMk cId="209151991" sldId="496"/>
        </pc:sldMkLst>
      </pc:sldChg>
      <pc:sldChg chg="delSp modSp add mod">
        <pc:chgData name="福原　颯(s24d164)" userId="5dad88b0-8d9f-4ea1-b2c6-c10a4d6d0a4a" providerId="ADAL" clId="{9FB2C86C-4694-49FE-B54C-BF5BC473AD43}" dt="2024-09-02T14:21:31.996" v="1825" actId="20577"/>
        <pc:sldMkLst>
          <pc:docMk/>
          <pc:sldMk cId="349550894" sldId="497"/>
        </pc:sldMkLst>
      </pc:sldChg>
      <pc:sldChg chg="add">
        <pc:chgData name="福原　颯(s24d164)" userId="5dad88b0-8d9f-4ea1-b2c6-c10a4d6d0a4a" providerId="ADAL" clId="{9FB2C86C-4694-49FE-B54C-BF5BC473AD43}" dt="2024-09-02T14:01:49.938" v="840"/>
        <pc:sldMkLst>
          <pc:docMk/>
          <pc:sldMk cId="2543220752" sldId="498"/>
        </pc:sldMkLst>
      </pc:sldChg>
      <pc:sldChg chg="modSp add mod">
        <pc:chgData name="福原　颯(s24d164)" userId="5dad88b0-8d9f-4ea1-b2c6-c10a4d6d0a4a" providerId="ADAL" clId="{9FB2C86C-4694-49FE-B54C-BF5BC473AD43}" dt="2024-09-02T14:10:06.417" v="1144" actId="20577"/>
        <pc:sldMkLst>
          <pc:docMk/>
          <pc:sldMk cId="3644308075" sldId="499"/>
        </pc:sldMkLst>
      </pc:sldChg>
    </pc:docChg>
  </pc:docChgLst>
  <pc:docChgLst>
    <pc:chgData name="福原　颯(s24d164)" userId="5dad88b0-8d9f-4ea1-b2c6-c10a4d6d0a4a" providerId="ADAL" clId="{894C7D92-E7B2-400E-B384-24BB9CA6E11B}"/>
    <pc:docChg chg="undo custSel addSld delSld modSld sldOrd">
      <pc:chgData name="福原　颯(s24d164)" userId="5dad88b0-8d9f-4ea1-b2c6-c10a4d6d0a4a" providerId="ADAL" clId="{894C7D92-E7B2-400E-B384-24BB9CA6E11B}" dt="2025-03-13T08:14:29.657" v="7411" actId="20577"/>
      <pc:docMkLst>
        <pc:docMk/>
      </pc:docMkLst>
      <pc:sldChg chg="modSp mod">
        <pc:chgData name="福原　颯(s24d164)" userId="5dad88b0-8d9f-4ea1-b2c6-c10a4d6d0a4a" providerId="ADAL" clId="{894C7D92-E7B2-400E-B384-24BB9CA6E11B}" dt="2025-03-13T04:10:40.424" v="4133" actId="20577"/>
        <pc:sldMkLst>
          <pc:docMk/>
          <pc:sldMk cId="3280360261" sldId="416"/>
        </pc:sldMkLst>
      </pc:sldChg>
      <pc:sldChg chg="modSp mod modNotesTx">
        <pc:chgData name="福原　颯(s24d164)" userId="5dad88b0-8d9f-4ea1-b2c6-c10a4d6d0a4a" providerId="ADAL" clId="{894C7D92-E7B2-400E-B384-24BB9CA6E11B}" dt="2025-03-13T07:56:38.314" v="7072" actId="20577"/>
        <pc:sldMkLst>
          <pc:docMk/>
          <pc:sldMk cId="2426550954" sldId="515"/>
        </pc:sldMkLst>
      </pc:sldChg>
      <pc:sldChg chg="del mod modShow">
        <pc:chgData name="福原　颯(s24d164)" userId="5dad88b0-8d9f-4ea1-b2c6-c10a4d6d0a4a" providerId="ADAL" clId="{894C7D92-E7B2-400E-B384-24BB9CA6E11B}" dt="2025-03-13T03:35:59.601" v="3133" actId="2696"/>
        <pc:sldMkLst>
          <pc:docMk/>
          <pc:sldMk cId="1503990763" sldId="519"/>
        </pc:sldMkLst>
      </pc:sldChg>
      <pc:sldChg chg="add">
        <pc:chgData name="福原　颯(s24d164)" userId="5dad88b0-8d9f-4ea1-b2c6-c10a4d6d0a4a" providerId="ADAL" clId="{894C7D92-E7B2-400E-B384-24BB9CA6E11B}" dt="2025-03-13T03:36:04.049" v="3134"/>
        <pc:sldMkLst>
          <pc:docMk/>
          <pc:sldMk cId="2816769270" sldId="519"/>
        </pc:sldMkLst>
      </pc:sldChg>
      <pc:sldChg chg="modSp mod modNotesTx">
        <pc:chgData name="福原　颯(s24d164)" userId="5dad88b0-8d9f-4ea1-b2c6-c10a4d6d0a4a" providerId="ADAL" clId="{894C7D92-E7B2-400E-B384-24BB9CA6E11B}" dt="2025-03-13T07:24:25.609" v="5430" actId="20577"/>
        <pc:sldMkLst>
          <pc:docMk/>
          <pc:sldMk cId="328881671" sldId="522"/>
        </pc:sldMkLst>
      </pc:sldChg>
      <pc:sldChg chg="modSp mod modNotesTx">
        <pc:chgData name="福原　颯(s24d164)" userId="5dad88b0-8d9f-4ea1-b2c6-c10a4d6d0a4a" providerId="ADAL" clId="{894C7D92-E7B2-400E-B384-24BB9CA6E11B}" dt="2025-03-13T08:00:04.813" v="7204" actId="20577"/>
        <pc:sldMkLst>
          <pc:docMk/>
          <pc:sldMk cId="3637048831" sldId="524"/>
        </pc:sldMkLst>
      </pc:sldChg>
      <pc:sldChg chg="del mod modShow">
        <pc:chgData name="福原　颯(s24d164)" userId="5dad88b0-8d9f-4ea1-b2c6-c10a4d6d0a4a" providerId="ADAL" clId="{894C7D92-E7B2-400E-B384-24BB9CA6E11B}" dt="2025-03-13T03:36:42.157" v="3151" actId="2696"/>
        <pc:sldMkLst>
          <pc:docMk/>
          <pc:sldMk cId="1959423922" sldId="525"/>
        </pc:sldMkLst>
      </pc:sldChg>
      <pc:sldChg chg="add">
        <pc:chgData name="福原　颯(s24d164)" userId="5dad88b0-8d9f-4ea1-b2c6-c10a4d6d0a4a" providerId="ADAL" clId="{894C7D92-E7B2-400E-B384-24BB9CA6E11B}" dt="2025-03-13T03:36:46.011" v="3152"/>
        <pc:sldMkLst>
          <pc:docMk/>
          <pc:sldMk cId="2668594093" sldId="525"/>
        </pc:sldMkLst>
      </pc:sldChg>
      <pc:sldChg chg="modSp mod modNotesTx">
        <pc:chgData name="福原　颯(s24d164)" userId="5dad88b0-8d9f-4ea1-b2c6-c10a4d6d0a4a" providerId="ADAL" clId="{894C7D92-E7B2-400E-B384-24BB9CA6E11B}" dt="2025-03-13T08:13:29.215" v="7349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894C7D92-E7B2-400E-B384-24BB9CA6E11B}" dt="2025-03-13T08:14:29.657" v="7411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894C7D92-E7B2-400E-B384-24BB9CA6E11B}" dt="2025-03-13T03:37:47.217" v="3196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894C7D92-E7B2-400E-B384-24BB9CA6E11B}" dt="2025-03-13T04:01:49.075" v="3882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894C7D92-E7B2-400E-B384-24BB9CA6E11B}" dt="2025-03-13T03:37:59.029" v="3197" actId="47"/>
        <pc:sldMkLst>
          <pc:docMk/>
          <pc:sldMk cId="3951185521" sldId="539"/>
        </pc:sldMkLst>
      </pc:sldChg>
      <pc:sldChg chg="modSp mod">
        <pc:chgData name="福原　颯(s24d164)" userId="5dad88b0-8d9f-4ea1-b2c6-c10a4d6d0a4a" providerId="ADAL" clId="{894C7D92-E7B2-400E-B384-24BB9CA6E11B}" dt="2025-03-13T03:38:20.029" v="3201" actId="20577"/>
        <pc:sldMkLst>
          <pc:docMk/>
          <pc:sldMk cId="449721194" sldId="542"/>
        </pc:sldMkLst>
      </pc:sldChg>
      <pc:sldChg chg="modSp mod">
        <pc:chgData name="福原　颯(s24d164)" userId="5dad88b0-8d9f-4ea1-b2c6-c10a4d6d0a4a" providerId="ADAL" clId="{894C7D92-E7B2-400E-B384-24BB9CA6E11B}" dt="2025-03-13T06:46:45.402" v="4171" actId="20577"/>
        <pc:sldMkLst>
          <pc:docMk/>
          <pc:sldMk cId="3683255463" sldId="546"/>
        </pc:sldMkLst>
      </pc:sldChg>
      <pc:sldChg chg="modSp mod modNotesTx">
        <pc:chgData name="福原　颯(s24d164)" userId="5dad88b0-8d9f-4ea1-b2c6-c10a4d6d0a4a" providerId="ADAL" clId="{894C7D92-E7B2-400E-B384-24BB9CA6E11B}" dt="2025-03-13T07:58:46.907" v="7076" actId="20577"/>
        <pc:sldMkLst>
          <pc:docMk/>
          <pc:sldMk cId="1032138665" sldId="54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495163764" sldId="549"/>
        </pc:sldMkLst>
      </pc:sldChg>
      <pc:sldChg chg="add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3383659995" sldId="549"/>
        </pc:sldMkLst>
      </pc:sldChg>
      <pc:sldChg chg="modSp add del mod">
        <pc:chgData name="福原　颯(s24d164)" userId="5dad88b0-8d9f-4ea1-b2c6-c10a4d6d0a4a" providerId="ADAL" clId="{894C7D92-E7B2-400E-B384-24BB9CA6E11B}" dt="2025-03-12T13:57:04.058" v="1064" actId="47"/>
        <pc:sldMkLst>
          <pc:docMk/>
          <pc:sldMk cId="2873785140" sldId="550"/>
        </pc:sldMkLst>
      </pc:sldChg>
      <pc:sldChg chg="addSp delSp modSp add mod ord">
        <pc:chgData name="福原　颯(s24d164)" userId="5dad88b0-8d9f-4ea1-b2c6-c10a4d6d0a4a" providerId="ADAL" clId="{894C7D92-E7B2-400E-B384-24BB9CA6E11B}" dt="2025-03-13T07:10:47.921" v="4254" actId="20577"/>
        <pc:sldMkLst>
          <pc:docMk/>
          <pc:sldMk cId="842031104" sldId="551"/>
        </pc:sldMkLst>
      </pc:sldChg>
      <pc:sldChg chg="addSp delSp modSp add mod">
        <pc:chgData name="福原　颯(s24d164)" userId="5dad88b0-8d9f-4ea1-b2c6-c10a4d6d0a4a" providerId="ADAL" clId="{894C7D92-E7B2-400E-B384-24BB9CA6E11B}" dt="2025-03-13T04:04:39.192" v="4068" actId="20577"/>
        <pc:sldMkLst>
          <pc:docMk/>
          <pc:sldMk cId="2846362254" sldId="552"/>
        </pc:sldMkLst>
      </pc:sldChg>
      <pc:sldChg chg="addSp delSp modSp add mod ord">
        <pc:chgData name="福原　颯(s24d164)" userId="5dad88b0-8d9f-4ea1-b2c6-c10a4d6d0a4a" providerId="ADAL" clId="{894C7D92-E7B2-400E-B384-24BB9CA6E11B}" dt="2025-03-13T04:04:47.217" v="4092" actId="20577"/>
        <pc:sldMkLst>
          <pc:docMk/>
          <pc:sldMk cId="1593412889" sldId="553"/>
        </pc:sldMkLst>
      </pc:sldChg>
      <pc:sldChg chg="add del">
        <pc:chgData name="福原　颯(s24d164)" userId="5dad88b0-8d9f-4ea1-b2c6-c10a4d6d0a4a" providerId="ADAL" clId="{894C7D92-E7B2-400E-B384-24BB9CA6E11B}" dt="2025-03-13T02:58:12.963" v="2143" actId="47"/>
        <pc:sldMkLst>
          <pc:docMk/>
          <pc:sldMk cId="3910160894" sldId="554"/>
        </pc:sldMkLst>
      </pc:sldChg>
      <pc:sldChg chg="modSp add del mod">
        <pc:chgData name="福原　颯(s24d164)" userId="5dad88b0-8d9f-4ea1-b2c6-c10a4d6d0a4a" providerId="ADAL" clId="{894C7D92-E7B2-400E-B384-24BB9CA6E11B}" dt="2025-03-13T02:48:09.469" v="2009" actId="47"/>
        <pc:sldMkLst>
          <pc:docMk/>
          <pc:sldMk cId="1720217008" sldId="555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755476479" sldId="556"/>
        </pc:sldMkLst>
      </pc:sldChg>
      <pc:sldChg chg="addSp del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4204153139" sldId="556"/>
        </pc:sldMkLst>
      </pc:sldChg>
      <pc:sldChg chg="addSp delSp modSp add mod">
        <pc:chgData name="福原　颯(s24d164)" userId="5dad88b0-8d9f-4ea1-b2c6-c10a4d6d0a4a" providerId="ADAL" clId="{894C7D92-E7B2-400E-B384-24BB9CA6E11B}" dt="2025-03-13T03:53:05.150" v="3582" actId="20577"/>
        <pc:sldMkLst>
          <pc:docMk/>
          <pc:sldMk cId="1981769942" sldId="557"/>
        </pc:sldMkLst>
      </pc:sldChg>
      <pc:sldChg chg="new">
        <pc:chgData name="福原　颯(s24d164)" userId="5dad88b0-8d9f-4ea1-b2c6-c10a4d6d0a4a" providerId="ADAL" clId="{894C7D92-E7B2-400E-B384-24BB9CA6E11B}" dt="2025-03-13T03:36:58.129" v="3154" actId="680"/>
        <pc:sldMkLst>
          <pc:docMk/>
          <pc:sldMk cId="775874043" sldId="55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884666646" sldId="558"/>
        </pc:sldMkLst>
      </pc:sldChg>
      <pc:sldChg chg="add del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768403470" sldId="558"/>
        </pc:sldMkLst>
      </pc:sldChg>
      <pc:sldChg chg="modSp add mod">
        <pc:chgData name="福原　颯(s24d164)" userId="5dad88b0-8d9f-4ea1-b2c6-c10a4d6d0a4a" providerId="ADAL" clId="{894C7D92-E7B2-400E-B384-24BB9CA6E11B}" dt="2025-03-13T06:47:40.017" v="4249" actId="20577"/>
        <pc:sldMkLst>
          <pc:docMk/>
          <pc:sldMk cId="1763007250" sldId="559"/>
        </pc:sldMkLst>
      </pc:sldChg>
      <pc:sldChg chg="modSp add del mod">
        <pc:chgData name="福原　颯(s24d164)" userId="5dad88b0-8d9f-4ea1-b2c6-c10a4d6d0a4a" providerId="ADAL" clId="{894C7D92-E7B2-400E-B384-24BB9CA6E11B}" dt="2025-03-13T04:07:08.352" v="4121" actId="47"/>
        <pc:sldMkLst>
          <pc:docMk/>
          <pc:sldMk cId="2032650232" sldId="559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600553733" sldId="559"/>
        </pc:sldMkLst>
      </pc:sldChg>
      <pc:sldChg chg="addSp delSp modSp new del mod ord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960067451" sldId="5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5B6407E-86E5-C2DC-357B-507431E7A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D48F11-649E-9F0A-448E-4539E1F71B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BA659-5A89-42B0-BB36-3861DCBFC759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037084-948D-9743-8CE0-FC71782F46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46C057-3579-F19F-0E0E-13E333D8A4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DDBDF-004E-495E-8F80-36A08887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22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F8171-4B9E-4481-8369-5BF5E70D49C0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9206-345E-447A-A827-35C154C7A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42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8B60-6051-A1A6-3A89-4FEC7C65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A34B1D-F752-5229-F9A7-CD6C8D17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1B47C-F96A-FBDE-0E13-D19782EAF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8BF389-54BF-1398-3244-BF6D4BBE2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35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A8A6-6EB1-6646-4989-5A323AE7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7DBA7-F920-AF79-D62A-F4B9A237D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75AE2D-AACC-7581-D340-44902F0A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First, I define the location of each dealer.</a:t>
            </a:r>
            <a:br>
              <a:rPr lang="en-US" altLang="ja-JP" dirty="0"/>
            </a:br>
            <a:r>
              <a:rPr lang="en-US" altLang="ja-JP" dirty="0"/>
              <a:t>Next, I introduce a new function that reproduces seasonal demand patterns.</a:t>
            </a:r>
            <a:br>
              <a:rPr lang="en-US" altLang="ja-JP" dirty="0"/>
            </a:br>
            <a:r>
              <a:rPr lang="en-US" altLang="ja-JP" dirty="0"/>
              <a:t>Finally, I predict the simulated demand using the </a:t>
            </a:r>
            <a:r>
              <a:rPr lang="en-US" altLang="ja-JP" dirty="0" err="1"/>
              <a:t>XGBoost</a:t>
            </a:r>
            <a:r>
              <a:rPr lang="en-US" altLang="ja-JP" dirty="0"/>
              <a:t> model.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95B53F-9D64-C7D5-F9B5-E54F7A94F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604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8688-929C-9F5F-5489-A6574D9A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1FC6B8-65CC-A833-3E7B-13E56BBB5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75CEF0-7EB9-3680-8B11-59ADD424A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how to model seasonality.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discussed in the previous meeting,</a:t>
            </a:r>
          </a:p>
          <a:p>
            <a:r>
              <a:rPr kumimoji="1" lang="en-US" altLang="ja-JP" dirty="0"/>
              <a:t>we multiply h(t) by the seasonal coefficient corresponding to each day or month.</a:t>
            </a:r>
          </a:p>
          <a:p>
            <a:r>
              <a:rPr kumimoji="1" lang="en-US" altLang="ja-JP" dirty="0"/>
              <a:t>And use the sum of RBF for the coefficient.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B7D5C1-8041-BB63-2AEA-D54791D41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17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CAC1-9284-507E-E88F-81325F5E3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2F5AE3-38E4-C49B-3FB8-93E94B1CE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AB2EB6D-CC0F-B029-6B56-621AD0E4C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By using this coefficients, we can model various types of seasonal patterns,</a:t>
            </a:r>
            <a:br>
              <a:rPr kumimoji="1" lang="en-US" altLang="ja-JP" dirty="0"/>
            </a:br>
            <a:r>
              <a:rPr kumimoji="1" lang="en-US" altLang="ja-JP" dirty="0"/>
              <a:t>for example, </a:t>
            </a:r>
            <a:r>
              <a:rPr lang="en-US" altLang="ja-JP" dirty="0"/>
              <a:t>both-season, summer-only, winter-only, and no-season patterns.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Then, I simulated one year of demand </a:t>
            </a:r>
          </a:p>
          <a:p>
            <a:r>
              <a:rPr lang="en-US" altLang="ja-JP" dirty="0"/>
              <a:t>using these seasonality model for the two locations </a:t>
            </a:r>
          </a:p>
          <a:p>
            <a:r>
              <a:rPr lang="en-US" altLang="ja-JP" dirty="0"/>
              <a:t>and several types of failure models.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Specifically, I used </a:t>
            </a:r>
          </a:p>
          <a:p>
            <a:r>
              <a:rPr kumimoji="1" lang="en-US" altLang="ja-JP" dirty="0"/>
              <a:t>Weibull model, Exponential model, log-logistic model and </a:t>
            </a:r>
            <a:r>
              <a:rPr kumimoji="1" lang="en-US" altLang="ja-JP" dirty="0" err="1"/>
              <a:t>gompertz</a:t>
            </a:r>
            <a:r>
              <a:rPr kumimoji="1" lang="en-US" altLang="ja-JP" dirty="0"/>
              <a:t> model.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7E287B-6E22-F546-357E-FF55DF46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50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2F1E-C147-E53B-F4D0-49818C3B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EC778BD-E25C-F8E9-DA70-9789E3EA0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8CD10F9-C285-C6B2-85C6-489E11769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simulated demand of both-seasons part in each dealer location.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The vertical axis indicates the number of demands per month.</a:t>
            </a:r>
          </a:p>
          <a:p>
            <a:r>
              <a:rPr kumimoji="1" lang="en-US" altLang="ja-JP" dirty="0"/>
              <a:t>Blue, red, green and orange curves indicate </a:t>
            </a:r>
          </a:p>
          <a:p>
            <a:r>
              <a:rPr kumimoji="1" lang="en-US" altLang="ja-JP" dirty="0"/>
              <a:t>demand by exponential, Weibull, log-logistic and </a:t>
            </a:r>
            <a:r>
              <a:rPr kumimoji="1" lang="en-US" altLang="ja-JP" dirty="0" err="1"/>
              <a:t>gompertz</a:t>
            </a:r>
            <a:r>
              <a:rPr kumimoji="1" lang="en-US" altLang="ja-JP" dirty="0"/>
              <a:t> models.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As you can see, All curves show clear seasonal change.</a:t>
            </a:r>
          </a:p>
          <a:p>
            <a:r>
              <a:rPr kumimoji="1" lang="en-US" altLang="ja-JP" dirty="0"/>
              <a:t>And the degree and shape of seasonality differ across models.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Why? This is because,</a:t>
            </a:r>
          </a:p>
          <a:p>
            <a:r>
              <a:rPr kumimoji="1" lang="en-US" altLang="ja-JP" dirty="0"/>
              <a:t>- It depends on distinct hazard rate behavior of each failure model.</a:t>
            </a:r>
          </a:p>
          <a:p>
            <a:r>
              <a:rPr kumimoji="1" lang="en-US" altLang="ja-JP" dirty="0"/>
              <a:t>-&gt; </a:t>
            </a:r>
            <a:r>
              <a:rPr lang="en-US" altLang="ja-JP" b="1" dirty="0"/>
              <a:t>Log-logistic</a:t>
            </a:r>
            <a:r>
              <a:rPr lang="en-US" altLang="ja-JP" dirty="0"/>
              <a:t> and </a:t>
            </a:r>
            <a:r>
              <a:rPr lang="en-US" altLang="ja-JP" b="1" dirty="0"/>
              <a:t>Gompertz models</a:t>
            </a:r>
            <a:r>
              <a:rPr lang="en-US" altLang="ja-JP" dirty="0"/>
              <a:t> show slower growth in failure probability.</a:t>
            </a:r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459780-C765-735E-1414-5E121D46E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130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E46F-9023-AA79-C730-12C42011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663D408-634D-130D-B3A2-5919A3E20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4A408BA-D742-3DD8-511D-9E09B9DC4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These graph shows demand curves of summer-season part.</a:t>
            </a:r>
          </a:p>
          <a:p>
            <a:r>
              <a:rPr kumimoji="1" lang="en-US" altLang="ja-JP" dirty="0"/>
              <a:t>All curves show clear seasonal change.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97222-B66B-64CE-A7D8-8727E70CD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342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8B1E-6542-5966-AEB6-81F01B20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7AF124-FAE5-4941-6377-8D7648975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E57163E-9833-2FA3-B7FE-94A3A4B75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These graph shows demand curves of winter-season part.</a:t>
            </a:r>
          </a:p>
          <a:p>
            <a:r>
              <a:rPr kumimoji="1" lang="en-US" altLang="ja-JP" dirty="0"/>
              <a:t>All curves show clear seasonal change.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1EA650-5271-9B9E-DC07-10F275524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795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51E6-08C3-893B-BADB-EC8F6EE6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9265519-DB3F-F769-D8ED-B4DC56A5F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EDD36A3-4E2A-207A-3911-7E19856AA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These graph shows demand curves of no-season part.</a:t>
            </a:r>
          </a:p>
          <a:p>
            <a:r>
              <a:rPr kumimoji="1" lang="en-US" altLang="ja-JP" dirty="0"/>
              <a:t>All curves don’t have significant peaks.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For now, I could have confirmed that </a:t>
            </a:r>
          </a:p>
          <a:p>
            <a:r>
              <a:rPr lang="en-US" altLang="ja-JP" dirty="0"/>
              <a:t>each failure model displays seasonal patterns in the demand, using RBF model.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0897B4-FEBF-2405-23B1-FCB1078AB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246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B8FA0-ED29-D15B-9989-DCF67631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5EBBD0-8FB8-D735-1FFD-48C99BAEE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ノート プレースホルダー 2">
                <a:extLst>
                  <a:ext uri="{FF2B5EF4-FFF2-40B4-BE49-F238E27FC236}">
                    <a16:creationId xmlns:a16="http://schemas.microsoft.com/office/drawing/2014/main" id="{0DEFB78D-0EDD-3CE4-183F-C26CDACDAA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And I performed demand prediction for the previous simulated data by </a:t>
                </a:r>
                <a:r>
                  <a:rPr kumimoji="1" lang="en-US" altLang="ja-JP" dirty="0" err="1"/>
                  <a:t>XGBoost</a:t>
                </a:r>
                <a:r>
                  <a:rPr kumimoji="1"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Specifically, </a:t>
                </a:r>
              </a:p>
              <a:p>
                <a:r>
                  <a:rPr kumimoji="1" lang="en-US" altLang="ja-JP" dirty="0"/>
                  <a:t>I </a:t>
                </a:r>
                <a:r>
                  <a:rPr kumimoji="1"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rained model using 2 years demand data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multiple parts showing distinct seasonality across all dealers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And predicts demands for the following year,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each part at each dealer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Namely, </a:t>
                </a:r>
                <a:r>
                  <a:rPr lang="en-US" altLang="ja-JP" dirty="0"/>
                  <a:t>The </a:t>
                </a:r>
                <a:r>
                  <a:rPr lang="en-US" altLang="ja-JP" b="1" dirty="0"/>
                  <a:t>target variable</a:t>
                </a:r>
                <a:r>
                  <a:rPr lang="en-US" altLang="ja-JP" dirty="0"/>
                  <a:t> is the </a:t>
                </a:r>
                <a:r>
                  <a:rPr lang="en-US" altLang="ja-JP" i="1" dirty="0"/>
                  <a:t>daily number of demands</a:t>
                </a:r>
                <a:r>
                  <a:rPr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As the feature datasets, I used 2 types.</a:t>
                </a:r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 first is the </a:t>
                </a:r>
                <a:r>
                  <a:rPr lang="en-US" altLang="ja-JP" b="1" dirty="0"/>
                  <a:t>Basic feature set</a:t>
                </a:r>
                <a:r>
                  <a:rPr lang="en-US" altLang="ja-JP" dirty="0"/>
                  <a:t>, which includes</a:t>
                </a:r>
                <a:br>
                  <a:rPr lang="en-US" altLang="ja-JP" dirty="0"/>
                </a:br>
                <a:r>
                  <a:rPr lang="en-US" altLang="ja-JP" dirty="0"/>
                  <a:t>the day of the year, month, part ID, and dealer ID.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The second is the </a:t>
                </a:r>
                <a:r>
                  <a:rPr kumimoji="1" lang="en-US" altLang="ja-JP" b="1" dirty="0"/>
                  <a:t>Basic plus Historical feature set</a:t>
                </a:r>
                <a:r>
                  <a:rPr kumimoji="1" lang="en-US" altLang="ja-JP" dirty="0"/>
                  <a:t>,</a:t>
                </a:r>
              </a:p>
              <a:p>
                <a:r>
                  <a:rPr lang="en-US" altLang="ja-JP" dirty="0"/>
                  <a:t>which additionally includes historical data calculated over the past </a:t>
                </a:r>
                <a14:m>
                  <m:oMath xmlns:m="http://schemas.openxmlformats.org/officeDocument/2006/math">
                    <m:r>
                      <a:rPr kumimoji="1" lang="ja-JP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en-US" altLang="ja-JP" dirty="0"/>
                  <a:t>days —</a:t>
                </a:r>
                <a:br>
                  <a:rPr lang="en-US" altLang="ja-JP" dirty="0"/>
                </a:br>
                <a:r>
                  <a:rPr lang="en-US" altLang="ja-JP" dirty="0"/>
                  <a:t>such as mean, standard deviation, and median of demand —</a:t>
                </a:r>
                <a:br>
                  <a:rPr lang="en-US" altLang="ja-JP" dirty="0"/>
                </a:br>
                <a:r>
                  <a:rPr lang="en-US" altLang="ja-JP" dirty="0"/>
                  <a:t>as well as zero-cumulative and lag-based features.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Then, I trained two types of models using these two different feature sets.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3" name="ノート プレースホルダー 2">
                <a:extLst>
                  <a:ext uri="{FF2B5EF4-FFF2-40B4-BE49-F238E27FC236}">
                    <a16:creationId xmlns:a16="http://schemas.microsoft.com/office/drawing/2014/main" id="{0DEFB78D-0EDD-3CE4-183F-C26CDACDAA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And I performed demand prediction for the previous simulated data by </a:t>
                </a:r>
                <a:r>
                  <a:rPr kumimoji="1" lang="en-US" altLang="ja-JP" dirty="0" err="1"/>
                  <a:t>XGBoost</a:t>
                </a:r>
                <a:r>
                  <a:rPr kumimoji="1"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Specifically, </a:t>
                </a:r>
              </a:p>
              <a:p>
                <a:r>
                  <a:rPr kumimoji="1" lang="en-US" altLang="ja-JP" dirty="0"/>
                  <a:t>I </a:t>
                </a:r>
                <a:r>
                  <a:rPr kumimoji="1"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rained model using 2 years demand data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multiple parts showing distinct seasonality across all dealers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And predicts demands for the following year,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each part at each dealer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Namely, </a:t>
                </a:r>
                <a:r>
                  <a:rPr lang="en-US" altLang="ja-JP" dirty="0"/>
                  <a:t>The </a:t>
                </a:r>
                <a:r>
                  <a:rPr lang="en-US" altLang="ja-JP" b="1" dirty="0"/>
                  <a:t>target variable</a:t>
                </a:r>
                <a:r>
                  <a:rPr lang="en-US" altLang="ja-JP" dirty="0"/>
                  <a:t> is the </a:t>
                </a:r>
                <a:r>
                  <a:rPr lang="en-US" altLang="ja-JP" i="1" dirty="0"/>
                  <a:t>daily number of demands</a:t>
                </a:r>
                <a:r>
                  <a:rPr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As the feature datasets, I used 2 types.</a:t>
                </a:r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 first is the </a:t>
                </a:r>
                <a:r>
                  <a:rPr lang="en-US" altLang="ja-JP" b="1" dirty="0"/>
                  <a:t>Basic feature set</a:t>
                </a:r>
                <a:r>
                  <a:rPr lang="en-US" altLang="ja-JP" dirty="0"/>
                  <a:t>, which includes</a:t>
                </a:r>
                <a:br>
                  <a:rPr lang="en-US" altLang="ja-JP" dirty="0"/>
                </a:br>
                <a:r>
                  <a:rPr lang="en-US" altLang="ja-JP" dirty="0"/>
                  <a:t>the day of the year, month, part ID, and dealer ID.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The second is the </a:t>
                </a:r>
                <a:r>
                  <a:rPr kumimoji="1" lang="en-US" altLang="ja-JP" b="1" dirty="0"/>
                  <a:t>Basic plus Historical feature set</a:t>
                </a:r>
                <a:r>
                  <a:rPr kumimoji="1" lang="en-US" altLang="ja-JP" dirty="0"/>
                  <a:t>,</a:t>
                </a:r>
              </a:p>
              <a:p>
                <a:r>
                  <a:rPr lang="en-US" altLang="ja-JP" dirty="0"/>
                  <a:t>which additionally includes historical data calculated over the past </a:t>
                </a:r>
                <a:r>
                  <a:rPr kumimoji="1" lang="ja-JP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ja-JP" dirty="0"/>
                  <a:t>days —</a:t>
                </a:r>
                <a:br>
                  <a:rPr lang="en-US" altLang="ja-JP" dirty="0"/>
                </a:br>
                <a:r>
                  <a:rPr lang="en-US" altLang="ja-JP" dirty="0"/>
                  <a:t>such as mean, standard deviation, and median of demand —</a:t>
                </a:r>
                <a:br>
                  <a:rPr lang="en-US" altLang="ja-JP" dirty="0"/>
                </a:br>
                <a:r>
                  <a:rPr lang="en-US" altLang="ja-JP" dirty="0"/>
                  <a:t>as well as zero-cumulative and lag-based features.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Then, I trained two types of models using these two different feature sets.</a:t>
                </a:r>
                <a:endParaRPr kumimoji="1" lang="en-US" altLang="ja-JP" dirty="0"/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0E6A73-B24B-BF92-073F-F2346D57D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118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41A5E-A070-DF77-2143-763AC45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AD49C2E-023C-CF31-1D58-850B0EE85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0AE728D-7488-C64F-E1BA-BDA471EDB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prediction results for parts with both-season seasonality in each dealer.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Blue curve shows the simulated demand.</a:t>
            </a:r>
          </a:p>
          <a:p>
            <a:r>
              <a:rPr kumimoji="1" lang="en-US" altLang="ja-JP" dirty="0"/>
              <a:t>Orange curve shows predicted demand by the model using the basic features.</a:t>
            </a:r>
          </a:p>
          <a:p>
            <a:r>
              <a:rPr kumimoji="1" lang="en-US" altLang="ja-JP" dirty="0"/>
              <a:t>Green curve shows prediction by the model using the basic + historical features.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you can see, both models successfully captured seasonal trend.</a:t>
            </a:r>
          </a:p>
          <a:p>
            <a:r>
              <a:rPr kumimoji="1" lang="en-US" altLang="ja-JP" dirty="0"/>
              <a:t>And, compared to the basic-feature model, </a:t>
            </a:r>
          </a:p>
          <a:p>
            <a:r>
              <a:rPr kumimoji="1" lang="en-US" altLang="ja-JP" dirty="0"/>
              <a:t>the model with historical features shows daily variations.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241C3B-C16B-CB1E-B5B8-D083170EC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196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0F0C-6A21-08A4-A1F5-E78791A7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511855D-2DBC-83B3-626F-931E82C0D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838848-E567-0F1A-5B05-9FC1D20F5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summer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Similarly, both models successfully captured the seasonal trend.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9D295E-2F5D-9051-B46E-3AAF9AEB7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3FBE-D960-3034-8342-186FDF97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46D7657-8EA6-26C8-0B9A-63FEDFC1F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A7F1BF3-58D5-C773-2827-0D8CA4145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winter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Similarly, both models successfully captured the seasonal trend.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99E84E-F825-62E8-5485-A5607D348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195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06E1-FBD8-7E10-C286-76709DC0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E13CD6E-1112-58D4-B675-1892ECBE6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EB8CE28-50DF-89CD-52AD-C04001CC8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no-season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both models produce almost constant predictions throughout the yea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72708A-6073-3835-97D2-E4178B86E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971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D32C-70E7-35A8-B454-53599DFB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0BEEF81-E585-B865-5DB1-8362C43A1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3D4DBA5-B13C-3B3F-723E-0ABEDBABA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6131BE-4037-B83E-A694-5BE629BFF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6334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7B898-DA7D-731E-ACA0-2B7F97B4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4EB808-E5B5-80F1-8075-6E919AB8A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D1DE8AB-DE59-49F4-1B70-20BA496B3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4D08D1-E2C2-F946-922E-C0CA0003D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5597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C7EA-8B38-804E-2860-4CF317AD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B7A234-D603-619E-E15F-163A76A33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54B45E4-A10F-79AA-D7D4-8A4B7A968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prediction results for parts with both-season seasonality in each dealer.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Blue curve shows the simulated demand.</a:t>
            </a:r>
          </a:p>
          <a:p>
            <a:r>
              <a:rPr kumimoji="1" lang="en-US" altLang="ja-JP" dirty="0"/>
              <a:t>Orange curve shows predicted demand by the model using the basic features.</a:t>
            </a:r>
          </a:p>
          <a:p>
            <a:r>
              <a:rPr kumimoji="1" lang="en-US" altLang="ja-JP" dirty="0"/>
              <a:t>Green curve shows prediction by the model using the basic + historical features.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you can see, both models successfully captured seasonal trend.</a:t>
            </a:r>
          </a:p>
          <a:p>
            <a:r>
              <a:rPr kumimoji="1" lang="en-US" altLang="ja-JP" dirty="0"/>
              <a:t>And, compared to the basic-feature model, </a:t>
            </a:r>
          </a:p>
          <a:p>
            <a:r>
              <a:rPr kumimoji="1" lang="en-US" altLang="ja-JP" dirty="0"/>
              <a:t>the model with historical features shows daily variations.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005E33-AFB0-83AA-7458-B924C559D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7147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2010-10CF-6946-019B-B50B6B86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B17235E-E033-AC91-EA4F-7FECE7E9B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776C7D8-F246-3DAC-3EB0-1DC07B881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summer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Similarly, both models successfully captured the seasonal trend.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A4B48D-C499-E072-2F22-3CB2EB7B4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593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C7F2-CD60-0A24-8CE1-0EBD383C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881CDF2-388F-B6E8-9EF7-12D245C67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902B9B1-D578-D91E-6A8B-22275C00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winter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Similarly, both models successfully captured the seasonal trend.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551B360-0912-C65C-F498-A01E8471D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791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7481-B6ED-7CD4-EEA3-9A3E5127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313D267-3A7F-59E6-9EF7-A82A7362B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C9609F4-8247-E043-9118-83E079F82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for parts with no-season seasonality in each dealer.</a:t>
            </a:r>
          </a:p>
          <a:p>
            <a:endParaRPr kumimoji="1" lang="en-US" altLang="ja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both models produce almost constant predictions throughout the yea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73FBC5-3875-4408-3616-87A882437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58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8A2C-F3AE-60A5-EC8C-BD2A67BA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A78A6E-D447-38C9-75C0-6E4132286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940F2AF-3C8E-2CEF-9BBD-38323937F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8ABFB5-2A21-A31B-3413-181CD091E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7232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1BC15-085D-F7F2-A0C3-DF6A2283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288CA5-FB27-1D85-07A7-B31D177D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DC193ED-265B-9347-7326-CCEB8B78F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C152C5-CAFD-8BC2-FD4F-D8805694B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732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987B2-58A9-8012-BE6A-D978D663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6006E94-2A84-E3BD-9BB2-A873E3D5D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ノート プレースホルダー 2">
                <a:extLst>
                  <a:ext uri="{FF2B5EF4-FFF2-40B4-BE49-F238E27FC236}">
                    <a16:creationId xmlns:a16="http://schemas.microsoft.com/office/drawing/2014/main" id="{48F1D23A-505C-C33E-87DB-A4CD0A6D47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Next about the integration of simulators.</a:t>
                </a:r>
              </a:p>
              <a:p>
                <a:r>
                  <a:rPr kumimoji="1" lang="en-US" altLang="ja-JP" dirty="0"/>
                  <a:t>I integrated demand simulator, forecasting model and cost simulator.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The process flow is like this:</a:t>
                </a:r>
              </a:p>
              <a:p>
                <a:r>
                  <a:rPr kumimoji="1" lang="en-US" altLang="ja-JP" dirty="0"/>
                  <a:t>1: Demand simulator</a:t>
                </a:r>
              </a:p>
              <a:p>
                <a:pPr marL="171450" indent="-171450">
                  <a:buFontTx/>
                  <a:buChar char="-"/>
                </a:pPr>
                <a:r>
                  <a:rPr kumimoji="1" lang="en-US" altLang="ja-JP" dirty="0"/>
                  <a:t>Generates synthetic demand data for truck spare parts.</a:t>
                </a:r>
              </a:p>
              <a:p>
                <a:pPr marL="171450" indent="-171450">
                  <a:buFontTx/>
                  <a:buChar char="-"/>
                </a:pPr>
                <a:r>
                  <a:rPr kumimoji="1" lang="en-US" altLang="ja-JP" dirty="0"/>
                  <a:t>Provides these data to the forecasting model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2: Forecasting model</a:t>
                </a:r>
              </a:p>
              <a:p>
                <a:pPr marL="171450" indent="-171450">
                  <a:buFontTx/>
                  <a:buChar char="-"/>
                </a:pPr>
                <a:r>
                  <a:rPr kumimoji="1" lang="en-US" altLang="ja-JP" dirty="0"/>
                  <a:t>Predicts future demand</a:t>
                </a:r>
              </a:p>
              <a:p>
                <a:pPr marL="171450" indent="-171450">
                  <a:buFontTx/>
                  <a:buChar char="-"/>
                </a:pPr>
                <a:r>
                  <a:rPr kumimoji="1" lang="en-US" altLang="ja-JP" dirty="0"/>
                  <a:t>passes the forecasted and actual (ground-truth) demand data to Cost simulator</a:t>
                </a:r>
              </a:p>
              <a:p>
                <a:pPr marL="0" indent="0">
                  <a:buFontTx/>
                  <a:buNone/>
                </a:pPr>
                <a:endParaRPr kumimoji="1" lang="en-US" altLang="ja-JP" dirty="0"/>
              </a:p>
              <a:p>
                <a:pPr marL="0" indent="0">
                  <a:buFontTx/>
                  <a:buNone/>
                </a:pPr>
                <a:r>
                  <a:rPr kumimoji="1" lang="en-US" altLang="ja-JP" dirty="0"/>
                  <a:t>3: Cost simulator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Simulates inventory management based on actual and forecasted demand.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Calculates KPIs.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tabLst/>
                  <a:defRPr/>
                </a:pPr>
                <a:endPara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From the next, I will explain the validation of this overall simulator.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Specifically, I will talk about the detailed settings of each component.</a:t>
                </a:r>
              </a:p>
              <a:p>
                <a:pPr marL="0" indent="0">
                  <a:buFontTx/>
                  <a:buNone/>
                </a:pPr>
                <a:endParaRPr kumimoji="1" lang="en-US" altLang="ja-JP" dirty="0"/>
              </a:p>
            </p:txBody>
          </p:sp>
        </mc:Choice>
        <mc:Fallback xmlns="">
          <p:sp>
            <p:nvSpPr>
              <p:cNvPr id="3" name="ノート プレースホルダー 2">
                <a:extLst>
                  <a:ext uri="{FF2B5EF4-FFF2-40B4-BE49-F238E27FC236}">
                    <a16:creationId xmlns:a16="http://schemas.microsoft.com/office/drawing/2014/main" id="{0DEFB78D-0EDD-3CE4-183F-C26CDACDAA7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And I performed demand prediction for the previous simulated data by </a:t>
                </a:r>
                <a:r>
                  <a:rPr kumimoji="1" lang="en-US" altLang="ja-JP" dirty="0" err="1"/>
                  <a:t>XGBoost</a:t>
                </a:r>
                <a:r>
                  <a:rPr kumimoji="1"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Specifically, </a:t>
                </a:r>
              </a:p>
              <a:p>
                <a:r>
                  <a:rPr kumimoji="1" lang="en-US" altLang="ja-JP" dirty="0"/>
                  <a:t>I </a:t>
                </a:r>
                <a:r>
                  <a:rPr kumimoji="1"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t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rained model using 2 years demand data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multiple parts showing distinct seasonality across all dealers</a:t>
                </a:r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ja-JP" sz="21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And predicts demands for the following year, </a:t>
                </a:r>
                <a:r>
                  <a:rPr lang="en-US" altLang="ja-JP" sz="2100" u="sng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for each part at each dealer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Namely, </a:t>
                </a:r>
                <a:r>
                  <a:rPr lang="en-US" altLang="ja-JP" dirty="0"/>
                  <a:t>The </a:t>
                </a:r>
                <a:r>
                  <a:rPr lang="en-US" altLang="ja-JP" b="1" dirty="0"/>
                  <a:t>target variable</a:t>
                </a:r>
                <a:r>
                  <a:rPr lang="en-US" altLang="ja-JP" dirty="0"/>
                  <a:t> is the </a:t>
                </a:r>
                <a:r>
                  <a:rPr lang="en-US" altLang="ja-JP" i="1" dirty="0"/>
                  <a:t>daily number of demands</a:t>
                </a:r>
                <a:r>
                  <a:rPr lang="en-US" altLang="ja-JP" dirty="0"/>
                  <a:t>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As the feature datasets, I used 2 types.</a:t>
                </a:r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 first is the </a:t>
                </a:r>
                <a:r>
                  <a:rPr lang="en-US" altLang="ja-JP" b="1" dirty="0"/>
                  <a:t>Basic feature set</a:t>
                </a:r>
                <a:r>
                  <a:rPr lang="en-US" altLang="ja-JP" dirty="0"/>
                  <a:t>, which includes</a:t>
                </a:r>
                <a:br>
                  <a:rPr lang="en-US" altLang="ja-JP" dirty="0"/>
                </a:br>
                <a:r>
                  <a:rPr lang="en-US" altLang="ja-JP" dirty="0"/>
                  <a:t>the day of the year, month, part ID, and dealer ID.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dirty="0"/>
                  <a:t>The second is the </a:t>
                </a:r>
                <a:r>
                  <a:rPr kumimoji="1" lang="en-US" altLang="ja-JP" b="1" dirty="0"/>
                  <a:t>Basic plus Historical feature set</a:t>
                </a:r>
                <a:r>
                  <a:rPr kumimoji="1" lang="en-US" altLang="ja-JP" dirty="0"/>
                  <a:t>,</a:t>
                </a:r>
              </a:p>
              <a:p>
                <a:r>
                  <a:rPr lang="en-US" altLang="ja-JP" dirty="0"/>
                  <a:t>which additionally includes historical data calculated over the past </a:t>
                </a:r>
                <a:r>
                  <a:rPr kumimoji="1" lang="ja-JP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en-US" altLang="ja-JP" dirty="0"/>
                  <a:t>days —</a:t>
                </a:r>
                <a:br>
                  <a:rPr lang="en-US" altLang="ja-JP" dirty="0"/>
                </a:br>
                <a:r>
                  <a:rPr lang="en-US" altLang="ja-JP" dirty="0"/>
                  <a:t>such as mean, standard deviation, and median of demand —</a:t>
                </a:r>
                <a:br>
                  <a:rPr lang="en-US" altLang="ja-JP" dirty="0"/>
                </a:br>
                <a:r>
                  <a:rPr lang="en-US" altLang="ja-JP" dirty="0"/>
                  <a:t>as well as zero-cumulative and lag-based features.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Then, I trained two types of models using these two different feature sets.</a:t>
                </a:r>
                <a:endParaRPr kumimoji="1" lang="en-US" altLang="ja-JP" dirty="0"/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D1C8FD-D20F-3444-F2F9-CCC11852E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814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9DA4-4357-081D-4296-84B021F4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017461-6DD0-AB7C-DBEA-A9A693472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57D5DCE-1E51-FDB9-1CB8-E5C0FE565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First, about the demand simulator.</a:t>
            </a:r>
            <a:br>
              <a:rPr kumimoji="1" lang="en-US" altLang="ja-JP" dirty="0"/>
            </a:br>
            <a:endParaRPr kumimoji="1" lang="en-US" altLang="ja-JP" dirty="0"/>
          </a:p>
          <a:p>
            <a:r>
              <a:rPr kumimoji="1" lang="en-US" altLang="ja-JP" dirty="0"/>
              <a:t>In the validation,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It </a:t>
            </a:r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enerates </a:t>
            </a:r>
            <a:r>
              <a: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years of demand data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part type held by each dealer, based on failure models. 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I define 10 dealers.</a:t>
            </a:r>
          </a:p>
          <a:p>
            <a:r>
              <a:rPr kumimoji="1" lang="en-US" altLang="ja-JP" dirty="0"/>
              <a:t>Attach 50 trucks to each dealer.</a:t>
            </a:r>
          </a:p>
          <a:p>
            <a:r>
              <a:rPr kumimoji="1" lang="en-US" altLang="ja-JP" dirty="0"/>
              <a:t>Attach 100 types of parts to each part</a:t>
            </a:r>
            <a:br>
              <a:rPr kumimoji="1" lang="en-US" altLang="ja-JP" dirty="0"/>
            </a:br>
            <a:r>
              <a:rPr kumimoji="1" lang="en-US" altLang="ja-JP" dirty="0"/>
              <a:t>And each part has a failure model, </a:t>
            </a:r>
          </a:p>
          <a:p>
            <a:r>
              <a:rPr kumimoji="1" lang="en-US" altLang="ja-JP" dirty="0"/>
              <a:t>which is selected from 4 different models and commonly shared among parts of same types.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FA1B84-A521-AF07-C75B-17C1A2B8C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41644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7E17-5D63-2A82-5950-86F837B7C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AD0B6F-AB87-D444-913C-643175EB7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76AF4A-044A-A80A-38AC-B494A1591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Next about forecasting model.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I trained model 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2 years of demand data, for all parts across all dealers.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redicted demands for the following year of each part in each dealer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As models, I used </a:t>
            </a:r>
          </a:p>
          <a:p>
            <a:pPr marL="171450" indent="-171450">
              <a:buFontTx/>
              <a:buChar char="-"/>
            </a:pPr>
            <a:r>
              <a:rPr kumimoji="1" lang="en-US" altLang="ja-JP" dirty="0"/>
              <a:t>3 machine learning models: </a:t>
            </a:r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Forest, SVR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2 types of</a:t>
            </a:r>
            <a:r>
              <a:rPr kumimoji="1" lang="en-US" altLang="ja-JP" dirty="0"/>
              <a:t> feature datasets which I mentioned at the previous meeting.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kumimoji="1" lang="en-US" altLang="ja-JP" dirty="0"/>
              <a:t>1:</a:t>
            </a:r>
            <a:r>
              <a:rPr lang="en-US" altLang="ja-JP" dirty="0"/>
              <a:t> </a:t>
            </a:r>
            <a:r>
              <a:rPr lang="en-US" altLang="ja-JP" b="1" dirty="0"/>
              <a:t>Basic feature set (time)</a:t>
            </a:r>
            <a:r>
              <a:rPr lang="en-US" altLang="ja-JP" dirty="0"/>
              <a:t> </a:t>
            </a:r>
            <a:endParaRPr kumimoji="1" lang="en-US" altLang="ja-JP" dirty="0"/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kumimoji="1" lang="en-US" altLang="ja-JP" dirty="0"/>
              <a:t>2: </a:t>
            </a:r>
            <a:r>
              <a:rPr kumimoji="1" lang="en-US" altLang="ja-JP" b="1" dirty="0"/>
              <a:t>Basic plus Historical feature set (statistical data such as the mean of demands in the past days)</a:t>
            </a:r>
          </a:p>
          <a:p>
            <a:pPr marL="0" indent="0">
              <a:buFont typeface="Wingdings" panose="05000000000000000000" pitchFamily="2" charset="2"/>
              <a:buNone/>
            </a:pPr>
            <a:endParaRPr kumimoji="1" lang="en-US" altLang="ja-JP" b="1" dirty="0"/>
          </a:p>
          <a:p>
            <a:pPr marL="171450" indent="-171450">
              <a:buFontTx/>
              <a:buChar char="-"/>
            </a:pPr>
            <a:r>
              <a:rPr kumimoji="1" lang="en-US" altLang="ja-JP" b="0" dirty="0"/>
              <a:t>I used ARIMA</a:t>
            </a:r>
          </a:p>
          <a:p>
            <a:pPr marL="0" indent="0">
              <a:buFontTx/>
              <a:buNone/>
            </a:pPr>
            <a:endParaRPr kumimoji="1" lang="en-US" altLang="ja-JP" b="0" dirty="0"/>
          </a:p>
          <a:p>
            <a:pPr marL="171450" indent="-171450">
              <a:buFontTx/>
              <a:buChar char="-"/>
            </a:pPr>
            <a:r>
              <a:rPr kumimoji="1" lang="en-US" altLang="ja-JP" b="0" dirty="0"/>
              <a:t>I used noise data as pseudo forecasting data.</a:t>
            </a:r>
          </a:p>
          <a:p>
            <a:pPr marL="171450" indent="-171450">
              <a:buFontTx/>
              <a:buChar char="-"/>
            </a:pPr>
            <a:r>
              <a:rPr kumimoji="1" lang="en-US" altLang="ja-JP" b="0" dirty="0"/>
              <a:t>&gt; Its generated by adding gaussian noise to the actual demand.</a:t>
            </a:r>
          </a:p>
          <a:p>
            <a:pPr marL="171450" indent="-171450">
              <a:buFontTx/>
              <a:buChar char="-"/>
            </a:pPr>
            <a:r>
              <a:rPr kumimoji="1" lang="en-US" altLang="ja-JP" b="0" dirty="0"/>
              <a:t>&gt; I made three types of noise data with distinct standard deviations.</a:t>
            </a:r>
          </a:p>
          <a:p>
            <a:pPr marL="0" indent="0">
              <a:buFontTx/>
              <a:buNone/>
            </a:pPr>
            <a:endParaRPr kumimoji="1" lang="en-US" altLang="ja-JP" b="0" dirty="0"/>
          </a:p>
          <a:p>
            <a:pPr marL="0" indent="0">
              <a:buFontTx/>
              <a:buNone/>
            </a:pPr>
            <a:r>
              <a:rPr kumimoji="1" lang="en-US" altLang="ja-JP" b="0" dirty="0"/>
              <a:t>I evaluated prediction accuracy by using MAE and RSME.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ja-JP" b="0" dirty="0"/>
              <a:t>I use the mean value of each metric </a:t>
            </a: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parts across all dealers.</a:t>
            </a:r>
            <a:endParaRPr kumimoji="1" lang="en-US" altLang="ja-JP" b="0" dirty="0"/>
          </a:p>
          <a:p>
            <a:pPr marL="171450" indent="-171450">
              <a:buFontTx/>
              <a:buChar char="-"/>
            </a:pPr>
            <a:r>
              <a:rPr kumimoji="1" lang="en-US" altLang="ja-JP" b="0" dirty="0"/>
              <a:t>Because there are a lot of prediction results and 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B1917E-1F9C-0A70-BDC7-63B74B4BA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4377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87B3-EEEF-B847-C284-E4CFD164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ECAF907-BF3C-1009-A7FC-5123C67B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DFA2B-21F6-D78D-89C3-22178CA7D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Finally, about cost simulator.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It performs inventory management such as shipment, inventory checking, and replenishment, according to actual (simulated) and forecasted demand over one year.</a:t>
            </a:r>
          </a:p>
          <a:p>
            <a:r>
              <a:rPr kumimoji="1" lang="en-US" altLang="ja-JP" dirty="0"/>
              <a:t>Finally, it calculates KPIs:</a:t>
            </a:r>
          </a:p>
          <a:p>
            <a:r>
              <a:rPr kumimoji="1" lang="en-US" altLang="ja-JP" dirty="0"/>
              <a:t>Total Cost - the total cost of inventory management for all parts</a:t>
            </a:r>
          </a:p>
          <a:p>
            <a:r>
              <a:rPr kumimoji="1" lang="en-US" altLang="ja-JP" dirty="0"/>
              <a:t>Service Level - the mean of the immediate service levels for all parts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All parameters are set to common value among all parts.</a:t>
            </a:r>
          </a:p>
          <a:p>
            <a:r>
              <a:rPr kumimoji="1" lang="en-US" altLang="ja-JP" dirty="0"/>
              <a:t>I followed the documents about the cost simulator.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I will proceed to the validation result of this overall simulator.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6B789B-7A29-AA71-CAB3-AF9306BA9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909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5958-A6CE-6F8E-B851-ECFE83C9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3F098E9-EA18-4E9E-3FAD-CE71008B1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C1B4E4F-FD21-692B-436F-C6C0264F2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prediction results MAE in each forecasting model and noise data.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B55E9E-A124-7363-71D5-33C7EB1C9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8575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A1DB-0387-B163-AA4D-0D36AF01D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830BA52-4AEB-225A-869C-EACBBA1BC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F654002-1BA1-F606-76AA-E34A91108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As you can see,</a:t>
            </a:r>
          </a:p>
          <a:p>
            <a:endParaRPr kumimoji="1" lang="en-US" altLang="ja-JP" dirty="0"/>
          </a:p>
          <a:p>
            <a:r>
              <a:rPr kumimoji="1" lang="en-US" altLang="ja-JP" dirty="0" err="1"/>
              <a:t>XGBoost</a:t>
            </a:r>
            <a:r>
              <a:rPr kumimoji="1" lang="en-US" altLang="ja-JP" dirty="0"/>
              <a:t> with basic feature achieved the best accuracy.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Following that, SVR and </a:t>
            </a:r>
            <a:r>
              <a:rPr kumimoji="1" lang="en-US" altLang="ja-JP" dirty="0" err="1"/>
              <a:t>XGBoost</a:t>
            </a:r>
            <a:r>
              <a:rPr kumimoji="1" lang="en-US" altLang="ja-JP" dirty="0"/>
              <a:t> with historical feature show better accuracy.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About noise data, </a:t>
            </a:r>
          </a:p>
          <a:p>
            <a:r>
              <a:rPr kumimoji="1" lang="en-US" altLang="ja-JP" dirty="0"/>
              <a:t>The accuracy get worse as the standard deviation increase.</a:t>
            </a:r>
          </a:p>
          <a:p>
            <a:r>
              <a:rPr kumimoji="1" lang="en-US" altLang="ja-JP" dirty="0"/>
              <a:t>Especially, MAE increases by a corresponding multiple as the noise level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1DCF23-405F-1D10-1591-16201E070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201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06AD-1556-762F-2332-26E46240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578EA4-433A-3134-74BE-687B7F698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5982F63-82F4-4645-7E35-B0AA4A2C2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prediction results RSME in each forecasting model and noise data.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78B154-6D9F-E09D-39D7-1B01BB2A5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343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529AC-1683-AE44-4E81-A3981552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B583C9-9764-6488-3428-00FCAF71D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985DF99-EF0B-5196-AEC3-6DE1AA85E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As you can see,</a:t>
            </a:r>
          </a:p>
          <a:p>
            <a:endParaRPr kumimoji="1" lang="en-US" altLang="ja-JP" dirty="0"/>
          </a:p>
          <a:p>
            <a:r>
              <a:rPr kumimoji="1" lang="en-US" altLang="ja-JP" dirty="0" err="1"/>
              <a:t>XGBoost</a:t>
            </a:r>
            <a:r>
              <a:rPr kumimoji="1" lang="en-US" altLang="ja-JP" dirty="0"/>
              <a:t> with basic feature achieved the best accuracy.</a:t>
            </a:r>
          </a:p>
          <a:p>
            <a:r>
              <a:rPr kumimoji="1" lang="en-US" altLang="ja-JP" dirty="0"/>
              <a:t>Following that, SVR and </a:t>
            </a:r>
            <a:r>
              <a:rPr kumimoji="1" lang="en-US" altLang="ja-JP" dirty="0" err="1"/>
              <a:t>XGBoost</a:t>
            </a:r>
            <a:r>
              <a:rPr kumimoji="1" lang="en-US" altLang="ja-JP" dirty="0"/>
              <a:t> with historical feature show better accuracy.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About noise data, </a:t>
            </a:r>
          </a:p>
          <a:p>
            <a:r>
              <a:rPr kumimoji="1" lang="en-US" altLang="ja-JP" dirty="0"/>
              <a:t>The accuracy get worse as the standard deviation increase.</a:t>
            </a:r>
          </a:p>
          <a:p>
            <a:r>
              <a:rPr kumimoji="1" lang="en-US" altLang="ja-JP" dirty="0"/>
              <a:t>Especially, MAE increases by a corresponding multiple as the noise level.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A7FD9-DDB1-183C-CFDE-59BFB182A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710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C499-2BB6-323A-A18D-C96EF4C0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60A882E-FF50-D28C-8401-C4DAA50F9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EC09CD-103B-7754-9ECE-603E9CFD6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KPIs calculated by cost simulator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using </a:t>
            </a:r>
            <a:r>
              <a:rPr kumimoji="1" lang="en-US" altLang="ja-JP" dirty="0" err="1"/>
              <a:t>forecated</a:t>
            </a:r>
            <a:r>
              <a:rPr kumimoji="1" lang="en-US" altLang="ja-JP" dirty="0"/>
              <a:t> demand made by each and noise data.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4A8F28-E4EC-EBB0-197F-14C4E1C96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7713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C506-498E-7543-D305-7C2EF394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795A2F-EBB8-EFDC-66BC-889E71B96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8110DB-1D1F-DFE4-E042-7E997A9B6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As you can see, in terms of Total cost,</a:t>
            </a:r>
          </a:p>
          <a:p>
            <a:endParaRPr kumimoji="1" lang="en-US" altLang="ja-JP" dirty="0"/>
          </a:p>
          <a:p>
            <a:r>
              <a:rPr lang="en-US" altLang="ja-JP" dirty="0"/>
              <a:t>the model with the best prediction accuracy — </a:t>
            </a:r>
            <a:r>
              <a:rPr lang="en-US" altLang="ja-JP" b="1" dirty="0" err="1"/>
              <a:t>XGBoost</a:t>
            </a:r>
            <a:r>
              <a:rPr lang="en-US" altLang="ja-JP" b="1" dirty="0"/>
              <a:t> (basic features)</a:t>
            </a:r>
            <a:r>
              <a:rPr lang="en-US" altLang="ja-JP" dirty="0"/>
              <a:t> — is placed third.</a:t>
            </a:r>
            <a:br>
              <a:rPr lang="en-US" altLang="ja-JP" dirty="0"/>
            </a:br>
            <a:r>
              <a:rPr lang="en-US" altLang="ja-JP" dirty="0"/>
              <a:t>Instead,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XGBoost</a:t>
            </a:r>
            <a:r>
              <a:rPr kumimoji="1" lang="en-US" altLang="ja-JP" dirty="0"/>
              <a:t> and SVR with historical feature show are placed first and second.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About noise data,</a:t>
            </a:r>
          </a:p>
          <a:p>
            <a:r>
              <a:rPr kumimoji="1" lang="en-US" altLang="ja-JP" dirty="0"/>
              <a:t>The accuracy get larger as the standard deviation increase.</a:t>
            </a:r>
          </a:p>
          <a:p>
            <a:r>
              <a:rPr kumimoji="1" lang="en-US" altLang="ja-JP" dirty="0"/>
              <a:t>But, it didn’t significantly increase like MAE.</a:t>
            </a: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6FB401-8AC3-FD74-789B-A4D96DEB5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466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44FE-31AE-9BE7-8888-8178C0788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C1AEABA-C058-ADC7-E603-96147C9E4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28E50BD-149B-E041-B341-BED79F92B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This slide shows the service level calculated by cost simulator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using </a:t>
            </a:r>
            <a:r>
              <a:rPr kumimoji="1" lang="en-US" altLang="ja-JP" dirty="0" err="1"/>
              <a:t>forecated</a:t>
            </a:r>
            <a:r>
              <a:rPr kumimoji="1" lang="en-US" altLang="ja-JP" dirty="0"/>
              <a:t> demand made by each and noise data.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79154D-8DBC-E447-81E2-DABE9D524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0719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C79F-C614-93A1-2DF1-A4973D98F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B224AA-4CFC-EC91-086B-F05046B49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6C0879-A587-C31C-C01D-EA4344D53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As you can see, the ranking is same as the total cost.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About noise data,</a:t>
            </a:r>
          </a:p>
          <a:p>
            <a:r>
              <a:rPr kumimoji="1" lang="en-US" altLang="ja-JP" dirty="0"/>
              <a:t>The service level didn’t change if the standard deviation increase.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1D06EF-B7DC-50AD-967A-CCAC06B6D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5995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0C29-8FA6-0D44-B7A1-21C35633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ECCC85F-9E95-37AE-DAA2-56074B92B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B38378A-6700-156A-8E2C-766C3FAC1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correlation coefficient between prediction accuracy metrics and </a:t>
            </a:r>
            <a:r>
              <a:rPr kumimoji="1" lang="en-US" altLang="ja-JP" dirty="0" err="1"/>
              <a:t>kpis</a:t>
            </a:r>
            <a:r>
              <a:rPr kumimoji="1" lang="en-US" altLang="ja-JP" dirty="0"/>
              <a:t> in each model.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In all comparisons, no strong relationship is observed</a:t>
            </a:r>
            <a:r>
              <a:rPr kumimoji="1" lang="ja-JP" altLang="en-US" dirty="0"/>
              <a:t>．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2DF44D-6BA0-D1E9-0F3C-4B333618E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5172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2DDF-E072-CD90-8C41-7B348F961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5D6508-F9F6-B9A9-987B-B8A4A6847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723C6C-A146-C257-409E-916023732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This slide shows the scatter plot of Total Cost versus MAE and RMSE for the </a:t>
            </a:r>
            <a:r>
              <a:rPr kumimoji="1" lang="en-US" altLang="ja-JP" dirty="0" err="1"/>
              <a:t>XGBoost</a:t>
            </a:r>
            <a:r>
              <a:rPr kumimoji="1" lang="en-US" altLang="ja-JP" dirty="0"/>
              <a:t> model.</a:t>
            </a:r>
          </a:p>
          <a:p>
            <a:r>
              <a:rPr kumimoji="1" lang="en-US" altLang="ja-JP" dirty="0"/>
              <a:t>The red line shows the linear regression result between 2 metrics.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There is no linear relationships.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82C91F-D816-2992-7300-04D244B61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171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2437-CDF9-40F2-2029-54052AA3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786467F-7B02-2FED-956A-F3030F84A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EA80DDE-0207-6EB5-FE70-41EC8CB4E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DCFA1C-FE8D-20D9-2995-DCA1953AC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3187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AA386-B013-266F-5ACE-FF858E8D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955C3D-D219-382B-FEB7-889E868FC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8C5FB44-4C8B-B53C-C2A0-D1EDF2D36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C8E92C-69F4-4261-A3CC-6146DEA97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42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CBAFC2-EB3E-C052-BB32-88398563B7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7C9096-0227-25F4-D34D-B7B8DE6315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776814"/>
            <a:ext cx="9144000" cy="130437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r>
              <a:rPr kumimoji="1" lang="en-US" altLang="ja-JP"/>
              <a:t>RESEARCH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F52D3B-1F9A-C865-4442-EE7A061423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72000"/>
            <a:ext cx="9144000" cy="443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algn="l"/>
            <a:r>
              <a:rPr lang="en-US" altLang="ja-JP" sz="1800">
                <a:solidFill>
                  <a:schemeClr val="bg1"/>
                </a:solidFill>
              </a:rPr>
              <a:t>Author Name</a:t>
            </a:r>
            <a:endParaRPr lang="id-ID" altLang="ja-JP" sz="1800">
              <a:solidFill>
                <a:schemeClr val="bg1"/>
              </a:solidFill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69554D90-62F2-C3E9-12DC-76EDD14CC3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314950"/>
            <a:ext cx="9144000" cy="642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algn="l"/>
            <a:r>
              <a:rPr lang="en-US" altLang="ja-JP" b="1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Affiliation</a:t>
            </a:r>
            <a:r>
              <a:rPr lang="en-US" altLang="ja-JP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 | Correspondent email</a:t>
            </a:r>
            <a:endParaRPr lang="id-ID" altLang="ja-JP">
              <a:solidFill>
                <a:schemeClr val="bg1"/>
              </a:solidFill>
              <a:latin typeface="Montserrat" panose="00000500000000000000" pitchFamily="2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8B09F072-7C2D-B164-70C8-1963A89A4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8345" y="506412"/>
            <a:ext cx="1870211" cy="393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Conference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6929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04" y="3661788"/>
            <a:ext cx="10515600" cy="1817957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2025/11/11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3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604" y="4050276"/>
            <a:ext cx="10515600" cy="829779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4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B1301EB-CC6F-5C88-6447-2A206C9AEE6B}"/>
              </a:ext>
            </a:extLst>
          </p:cNvPr>
          <p:cNvSpPr/>
          <p:nvPr userDrawn="1"/>
        </p:nvSpPr>
        <p:spPr>
          <a:xfrm>
            <a:off x="529603" y="1049270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F572625-B55F-8CDD-1349-156F54346EC8}"/>
              </a:ext>
            </a:extLst>
          </p:cNvPr>
          <p:cNvSpPr/>
          <p:nvPr userDrawn="1"/>
        </p:nvSpPr>
        <p:spPr>
          <a:xfrm>
            <a:off x="11186640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C4F777A-30E6-EC0C-6B53-6A4D67E74934}"/>
              </a:ext>
            </a:extLst>
          </p:cNvPr>
          <p:cNvSpPr/>
          <p:nvPr userDrawn="1"/>
        </p:nvSpPr>
        <p:spPr>
          <a:xfrm>
            <a:off x="11400725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D75F7D9A-999A-AE31-0962-74365296DA0F}"/>
              </a:ext>
            </a:extLst>
          </p:cNvPr>
          <p:cNvSpPr/>
          <p:nvPr userDrawn="1"/>
        </p:nvSpPr>
        <p:spPr>
          <a:xfrm>
            <a:off x="11592957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6312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D6207E7-F527-AAE7-A161-9DB4E40F2F00}"/>
              </a:ext>
            </a:extLst>
          </p:cNvPr>
          <p:cNvSpPr/>
          <p:nvPr userDrawn="1"/>
        </p:nvSpPr>
        <p:spPr>
          <a:xfrm>
            <a:off x="529603" y="1156838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AAC6305-347C-313D-54CF-D68A12C80AB5}"/>
              </a:ext>
            </a:extLst>
          </p:cNvPr>
          <p:cNvSpPr/>
          <p:nvPr userDrawn="1"/>
        </p:nvSpPr>
        <p:spPr>
          <a:xfrm>
            <a:off x="11186640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17C8A37-09A6-7AFE-A5D2-12B290CCADB7}"/>
              </a:ext>
            </a:extLst>
          </p:cNvPr>
          <p:cNvSpPr/>
          <p:nvPr userDrawn="1"/>
        </p:nvSpPr>
        <p:spPr>
          <a:xfrm>
            <a:off x="11400725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988594-C0A3-36AE-EC20-3911A3C1023E}"/>
              </a:ext>
            </a:extLst>
          </p:cNvPr>
          <p:cNvSpPr/>
          <p:nvPr userDrawn="1"/>
        </p:nvSpPr>
        <p:spPr>
          <a:xfrm>
            <a:off x="11592957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19877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2025/11/11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3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1B803-EAAA-616E-A88D-397155F6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6750B6-BC2E-F58E-A1D9-578593F6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42CF8C-1FDF-E485-180E-76605F3C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B40C9-79B3-D111-7DD7-4A938FF0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AAA16-4BEF-D61F-E0CE-B198F02E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9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739EE-CE7A-671D-BD00-A5B68D8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BD62B4-95CF-45D2-9988-E3C646624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108B43-A0F1-7807-D068-9A2FBB9F7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1EE3F1-EBC0-846A-522E-80D6C675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0A3EE-2E66-97E4-0C1E-033BB0A3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89B455-F91D-5D2E-768A-216E635D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26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CFD2C-D27B-0AEC-1B51-2D134D2D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52ED49-25CC-97CD-185E-00208488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FA391F-B0E2-5BED-BB49-D76C1AFC2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7C9535-CD64-0B6F-CE51-B0F52694C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2EF63C-F85E-BAA8-7CCA-54263B58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21B86A-A1A3-754E-9531-82D623CE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2FEA4D-4A48-4621-D811-6E9653C9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7AF491-5F2C-36BC-956B-C1197F71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2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7BCC01-56D0-CB9C-2278-F957C027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6EBF5A-A85D-36AF-665F-534E3407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303B74-336F-16CA-A02D-3676CFC2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A2AE06-3615-1BD4-3E3B-253D3D2F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89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0FFED1-538D-D5B1-668C-40CF2B47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515B8-3A5C-316F-2DAC-14F18603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C83D4C-2B00-D5D4-B4AD-D079377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357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CF231-DF0E-01BA-5ACC-F3A60CA6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D2478D-02CD-C42B-0C0E-03666EA04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08A0B6-D32B-A42E-A074-FAB038683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ADB05B-A32C-A3BA-BB4A-7C036E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D2E3D8-287C-F429-92CC-6045360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51008-DDE3-8964-E009-FE010F61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90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2D002C-44B3-7529-6190-30F0F9CE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4622BC-1EFB-7EFC-B382-02490A1CF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1B8902-AFAB-ADEB-F16A-7EA8F1D2D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4A230-92C8-EC50-E627-B972C19A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31F46-89E1-D8AB-63C1-036D1AD7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336321-BE44-1FF2-A4E9-5E5973D2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190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24C32-3496-CF11-DCA5-F5B1E16B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CAD80B-9CA7-4344-7485-5D01D3D2A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12C839-8DE9-B616-5F35-C6865567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1D2D3-8959-11E4-F25A-20009DBA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452B3-1B93-ADB5-20BC-A185B6CB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4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F669DF-C792-A195-A858-AA515CE9B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93FBC2-BEAB-C2CA-51FF-909144F42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6FEED-939B-5341-627C-872AF45B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0320D1-E0F7-CCF4-082A-C7DB3B7F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56B413-FF94-F654-1C55-DDB70CCE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04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7D4D1-7FF7-3579-E9EB-42C5CAEF2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4BD57C-612E-C4DB-62A7-79A54720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17AD3-D4DC-BECD-A81E-ACA5E21E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1D3EBE-D601-0F89-63E4-33E3A303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7885DD-4F18-7E75-D385-080F12AE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224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D0746-94A5-7449-ACE7-7CC37A7A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528B88-1333-173B-CF40-29B53CF19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DF9A34-77CD-A63A-7881-2D1E6DE1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81A0AA-7F3C-F474-FC3F-7096C9B5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BAEB56-DF14-2D32-8557-AC8C2C9C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891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E038E-479B-315A-EFA0-085023C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EA15BB-CBED-5EEA-A4C0-7D371861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AF4881-DA56-6B51-0862-27653E10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811406-BBF6-377F-6E0A-1FEBC837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397AD-B339-AB6D-69B1-37C12B73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565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FD897-EFEC-3F12-15B9-A423A379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70B5B5-ED9E-EF9F-4A5D-65654EC5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D21040-9D78-466C-E93C-6D42B49E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E3C84-0CF7-BC41-9F71-8BC7C804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9EA916-7C6B-8FB1-A147-795B0A4D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2DE387-D00F-BAC1-8F45-18EF9E41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899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93F8F-FFD1-42FA-38B7-FC9B3304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C2EA29-5D03-C9D5-DBC0-2EC0C7DD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85BADE-B6CD-71C2-0D32-3405089B2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7ECEAF-F79D-0BBE-AC87-B10E78DB2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E7D45C-0BB7-9504-4B54-E39A077C9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7A93E6-9A57-7CB8-46EC-864B593B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03E6D8-FC64-F218-7E12-313124F9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69507A-40B5-6F85-9F43-78DE492E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50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79646-C952-BE7E-5055-A69864A7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CAA862-3CB1-7323-CC4E-0271EC90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847A63-2CE5-7EC4-29C7-71A9FD80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A03B02-2D9D-3A63-6068-0A6B5454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064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69B43F9-112D-5F56-C7E0-327E04FF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A862E8-1D9A-BDA5-8A41-C74E3535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9B7295-56AC-ADEB-099C-573A6A43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40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6AEB8-A274-6D16-BBD7-7B5784F6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9E4134-3628-B19F-D3EE-F79E6960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12DF4-B6EB-A7C5-F7A5-0F4D8EFCB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BDFCAA-0855-DF6A-5570-C83269F2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94878F-C02E-4588-D0BF-0457C0E9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C5488-8447-EE7C-E2E6-8ABAC24D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133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9FAAB-15E4-0FC9-29C4-10A67319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E09447-76D4-8873-4FDA-E355340AE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A73F71-DEF9-9311-EB9C-4A09D44A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018CB0-3042-8904-9C22-C0F6C6C3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4CFD60-1BDD-BC47-35C0-EF9EB12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CB858B-4682-9BB5-EDBD-7FFCE053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744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ADEBD-8947-EF90-9098-A55FA55E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9A4A2C-5DAE-03CD-5A4C-54418B983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338DD-FD70-5FD1-E2CF-7604A01E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67CD2C-B4BA-5FD9-1872-658990EF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AC4FA8-1B3D-C3E4-888E-365114C2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941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0FFDFF-E6CF-7942-B88E-EBE38CB62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173103-3C50-6E47-A23E-ECF3AEE08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12147-1B09-2459-494B-5CBE3460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60C6A-F76A-7892-11C3-CCA53152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1AEB7-15C0-2468-0CFA-9F2B308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6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98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0" r:id="rId5"/>
    <p:sldLayoutId id="2147483675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FE4004-4792-4224-2D51-76878A68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736797-C624-6EDE-18B2-4D1E96C63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D9B99-7EA6-94D7-7E2F-2471B1B3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1B01F-B773-4A69-8F52-B7A3BD829AAE}" type="datetimeFigureOut">
              <a:rPr kumimoji="1" lang="ja-JP" altLang="en-US" smtClean="0"/>
              <a:t>2025/11/11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7291AA-ECCC-FEA9-9847-3997D9F11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86981-7216-BF72-1A83-37E398A27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99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21.png"/><Relationship Id="rId5" Type="http://schemas.openxmlformats.org/officeDocument/2006/relationships/image" Target="../media/image10.png"/><Relationship Id="rId10" Type="http://schemas.openxmlformats.org/officeDocument/2006/relationships/image" Target="../media/image130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D7F6-BD45-CC4A-3A3B-8502A1C5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5CC25-9616-A920-13A4-E3790EBFC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617" y="2931315"/>
            <a:ext cx="11242766" cy="995370"/>
          </a:xfrm>
        </p:spPr>
        <p:txBody>
          <a:bodyPr/>
          <a:lstStyle/>
          <a:p>
            <a:pPr algn="ctr"/>
            <a:r>
              <a:rPr kumimoji="1" lang="en-US" altLang="ja-JP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Report</a:t>
            </a:r>
            <a:endParaRPr kumimoji="1" lang="ja-JP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BC64D134-B527-C584-390C-81581838BF4E}"/>
              </a:ext>
            </a:extLst>
          </p:cNvPr>
          <p:cNvSpPr txBox="1">
            <a:spLocks/>
          </p:cNvSpPr>
          <p:nvPr/>
        </p:nvSpPr>
        <p:spPr>
          <a:xfrm>
            <a:off x="474617" y="4646807"/>
            <a:ext cx="11242766" cy="632346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2025-11-12 </a:t>
            </a:r>
            <a:endParaRPr lang="ja-JP" alt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1CA1-D988-7AE2-DF72-4C2573B5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C0E67-E177-C68D-08CE-FB7304CB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kumimoji="1"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3F8552-3F7E-7764-89FA-29053AA10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13" y="1447800"/>
            <a:ext cx="10608129" cy="4963887"/>
          </a:xfrm>
        </p:spPr>
        <p:txBody>
          <a:bodyPr>
            <a:normAutofit/>
          </a:bodyPr>
          <a:lstStyle/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seasonality behavior of demand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several failure models.</a:t>
            </a:r>
          </a:p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simulator, forecasting model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simulator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forecasting model via the integrated simulator.</a:t>
            </a:r>
          </a:p>
        </p:txBody>
      </p:sp>
    </p:spTree>
    <p:extLst>
      <p:ext uri="{BB962C8B-B14F-4D97-AF65-F5344CB8AC3E}">
        <p14:creationId xmlns:p14="http://schemas.microsoft.com/office/powerpoint/2010/main" val="119886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74175-7594-01CC-18D4-5726A89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4548544-78A6-4B4F-4A4E-9DF0930902CE}"/>
                  </a:ext>
                </a:extLst>
              </p:cNvPr>
              <p:cNvSpPr txBox="1"/>
              <p:nvPr/>
            </p:nvSpPr>
            <p:spPr>
              <a:xfrm>
                <a:off x="4713921" y="1867795"/>
                <a:ext cx="6833098" cy="799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kumimoji="1" lang="en-US" altLang="ja-JP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sup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nary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4548544-78A6-4B4F-4A4E-9DF093090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921" y="1867795"/>
                <a:ext cx="6833098" cy="799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7612E5C2-5ECA-CD62-49D7-0F85CEF17B46}"/>
              </a:ext>
            </a:extLst>
          </p:cNvPr>
          <p:cNvSpPr txBox="1">
            <a:spLocks/>
          </p:cNvSpPr>
          <p:nvPr/>
        </p:nvSpPr>
        <p:spPr>
          <a:xfrm>
            <a:off x="789212" y="1300954"/>
            <a:ext cx="10608129" cy="3886201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 function-based formulation:</a:t>
            </a:r>
            <a:endParaRPr lang="en-US" altLang="ja-JP" sz="27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algn="just"/>
            <a:endParaRPr lang="en-US" altLang="ja-JP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7168E3C-83F7-F002-1E55-9533C827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3A44C3A-3FE3-E618-D341-9E23783F47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211" y="3468849"/>
                <a:ext cx="10608129" cy="683334"/>
              </a:xfrm>
            </p:spPr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Sum of radial basis function (RBF)</a:t>
                </a:r>
              </a:p>
              <a:p>
                <a:pPr algn="just"/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algn="just"/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algn="just"/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3A44C3A-3FE3-E618-D341-9E23783F47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211" y="3468849"/>
                <a:ext cx="10608129" cy="683334"/>
              </a:xfrm>
              <a:blipFill>
                <a:blip r:embed="rId4"/>
                <a:stretch>
                  <a:fillRect l="-747" t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A4307F4-85A9-C599-3D9F-F91FA3230B22}"/>
                  </a:ext>
                </a:extLst>
              </p:cNvPr>
              <p:cNvSpPr txBox="1"/>
              <p:nvPr/>
            </p:nvSpPr>
            <p:spPr>
              <a:xfrm>
                <a:off x="1070075" y="2073800"/>
                <a:ext cx="23923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A4307F4-85A9-C599-3D9F-F91FA323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075" y="2073800"/>
                <a:ext cx="2392358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矢印: 左右 5">
            <a:extLst>
              <a:ext uri="{FF2B5EF4-FFF2-40B4-BE49-F238E27FC236}">
                <a16:creationId xmlns:a16="http://schemas.microsoft.com/office/drawing/2014/main" id="{163E68ED-9D77-B9ED-3287-B4AAF6F0CDBB}"/>
              </a:ext>
            </a:extLst>
          </p:cNvPr>
          <p:cNvSpPr/>
          <p:nvPr/>
        </p:nvSpPr>
        <p:spPr>
          <a:xfrm>
            <a:off x="3734207" y="2119954"/>
            <a:ext cx="979714" cy="345065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0CAC3D9-5808-3007-4F65-B23C548E9930}"/>
                  </a:ext>
                </a:extLst>
              </p:cNvPr>
              <p:cNvSpPr txBox="1"/>
              <p:nvPr/>
            </p:nvSpPr>
            <p:spPr>
              <a:xfrm>
                <a:off x="639533" y="3998659"/>
                <a:ext cx="10907486" cy="957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kumimoji="1" lang="en-US" altLang="ja-JP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⁡(−</m:t>
                          </m:r>
                          <m:f>
                            <m:f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ja-JP" altLang="en-US" sz="2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ja-JP" sz="200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ja-JP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 sz="2000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⁡(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ja-JP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0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ja-JP" sz="20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ja-JP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0CAC3D9-5808-3007-4F65-B23C548E9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33" y="3998659"/>
                <a:ext cx="10907486" cy="957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54ABAA1-A02E-4763-9FD8-F045F5FDA50A}"/>
                  </a:ext>
                </a:extLst>
              </p:cNvPr>
              <p:cNvSpPr txBox="1"/>
              <p:nvPr/>
            </p:nvSpPr>
            <p:spPr>
              <a:xfrm>
                <a:off x="789211" y="2715290"/>
                <a:ext cx="9084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just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ja-JP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ja-JP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ja-JP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</a:t>
                </a:r>
                <a:r>
                  <a:rPr lang="en-US" altLang="ja-JP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seasonal coefficient corresponding to each day or month</a:t>
                </a:r>
                <a:r>
                  <a:rPr lang="en-US" altLang="ja-JP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54ABAA1-A02E-4763-9FD8-F045F5FDA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11" y="2715290"/>
                <a:ext cx="9084153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B256A7E-8458-A89A-B5AA-ECFAA786D875}"/>
                  </a:ext>
                </a:extLst>
              </p:cNvPr>
              <p:cNvSpPr txBox="1"/>
              <p:nvPr/>
            </p:nvSpPr>
            <p:spPr>
              <a:xfrm>
                <a:off x="1317180" y="4998954"/>
                <a:ext cx="802821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ja-JP" dirty="0">
                    <a:latin typeface="Cambria Math" panose="02040503050406030204" pitchFamily="18" charset="0"/>
                  </a:rPr>
                  <a:t>where,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amplitude of the basis (height of the peak)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center point of gaussian basis (location of peak)</a:t>
                </a:r>
              </a:p>
              <a:p>
                <a:pPr lvl="1"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standard deviation of gaussian basis (width around the peak)</a:t>
                </a:r>
                <a:endParaRPr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B256A7E-8458-A89A-B5AA-ECFAA786D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180" y="4998954"/>
                <a:ext cx="8028214" cy="1200329"/>
              </a:xfrm>
              <a:prstGeom prst="rect">
                <a:avLst/>
              </a:prstGeom>
              <a:blipFill>
                <a:blip r:embed="rId8"/>
                <a:stretch>
                  <a:fillRect l="-607" t="-3046" b="-71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81797C1-7249-5E8D-66E1-D89611748963}"/>
              </a:ext>
            </a:extLst>
          </p:cNvPr>
          <p:cNvSpPr/>
          <p:nvPr/>
        </p:nvSpPr>
        <p:spPr>
          <a:xfrm>
            <a:off x="1070074" y="1774624"/>
            <a:ext cx="10402455" cy="14271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58F66C2-CA5B-0684-394D-5B5B2830F960}"/>
              </a:ext>
            </a:extLst>
          </p:cNvPr>
          <p:cNvSpPr/>
          <p:nvPr/>
        </p:nvSpPr>
        <p:spPr>
          <a:xfrm>
            <a:off x="1070074" y="3956127"/>
            <a:ext cx="10402455" cy="2317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432AA6E-7E67-90D9-C582-510B4B0DE2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542" y="4998954"/>
            <a:ext cx="2079427" cy="124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4F5E-85A3-AA5C-73C5-45DD1592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A92A6826-5D96-19D2-2AF8-35CC994B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18" y="1794006"/>
            <a:ext cx="3005588" cy="1999661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E956B340-EA0B-2401-E96E-D73F60218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5" y="4365209"/>
            <a:ext cx="3005588" cy="199966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EFB00CE5-037F-1D16-391B-F4B77887A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341" y="4365209"/>
            <a:ext cx="3005588" cy="199966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EE11CC2-AFF7-7902-7973-C4A8E9B6D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6271" y="4365209"/>
            <a:ext cx="3005588" cy="1999661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85925E6-D645-D054-BE25-57C8D0C520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503" y="4365209"/>
            <a:ext cx="2999492" cy="1999661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3B7BEEE7-2E50-6310-157C-D6A1298E6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341" y="1796243"/>
            <a:ext cx="3005588" cy="199966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C75A601C-99D7-68D0-2730-FE4F780193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2407" y="1794006"/>
            <a:ext cx="3005588" cy="199966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0DE2398-488D-0338-54F0-DE205B9971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45" y="1788563"/>
            <a:ext cx="3005588" cy="19996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572669D9-6165-6370-DF43-8D94250D2A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ja-JP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Behavior of </a:t>
                </a:r>
                <a14:m>
                  <m:oMath xmlns:m="http://schemas.openxmlformats.org/officeDocument/2006/math"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altLang="ja-JP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kumimoji="1" lang="ja-JP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572669D9-6165-6370-DF43-8D94250D2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10"/>
                <a:stretch>
                  <a:fillRect l="-2087" t="-27184" b="-436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205DFAD-395F-7944-9ECE-56310B8CCD70}"/>
                  </a:ext>
                </a:extLst>
              </p:cNvPr>
              <p:cNvSpPr txBox="1"/>
              <p:nvPr/>
            </p:nvSpPr>
            <p:spPr>
              <a:xfrm>
                <a:off x="81643" y="1210638"/>
                <a:ext cx="1136468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Southern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Aug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summer</m:t>
                            </m:r>
                          </m:e>
                        </m:d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15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Jan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winter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ja-JP" sz="1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  <m:r>
                      <a:rPr lang="en-US" altLang="ja-JP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25, 15</m:t>
                        </m:r>
                      </m:e>
                    </m:d>
                  </m:oMath>
                </a14:m>
                <a:endParaRPr lang="ja-JP" altLang="en-US" sz="1600" b="1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205DFAD-395F-7944-9ECE-56310B8C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3" y="1210638"/>
                <a:ext cx="11364686" cy="338554"/>
              </a:xfrm>
              <a:prstGeom prst="rect">
                <a:avLst/>
              </a:prstGeom>
              <a:blipFill>
                <a:blip r:embed="rId11"/>
                <a:stretch>
                  <a:fillRect l="-214" t="-7273" b="-2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59D8D37-2051-2146-4903-D7DADBB269B1}"/>
              </a:ext>
            </a:extLst>
          </p:cNvPr>
          <p:cNvSpPr txBox="1"/>
          <p:nvPr/>
        </p:nvSpPr>
        <p:spPr>
          <a:xfrm>
            <a:off x="789214" y="1523925"/>
            <a:ext cx="1758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Both-season</a:t>
            </a:r>
            <a:endParaRPr lang="ja-JP" altLang="en-US" sz="14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3EE7175-DBE2-25EF-5971-132D6A255960}"/>
              </a:ext>
            </a:extLst>
          </p:cNvPr>
          <p:cNvSpPr txBox="1"/>
          <p:nvPr/>
        </p:nvSpPr>
        <p:spPr>
          <a:xfrm>
            <a:off x="3549652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endParaRPr lang="ja-JP" altLang="en-US" sz="14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AE5D4F5-68B3-C829-25A4-0DE754A19932}"/>
              </a:ext>
            </a:extLst>
          </p:cNvPr>
          <p:cNvSpPr txBox="1"/>
          <p:nvPr/>
        </p:nvSpPr>
        <p:spPr>
          <a:xfrm>
            <a:off x="6766380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</a:t>
            </a:r>
            <a:endParaRPr lang="ja-JP" altLang="en-US" sz="1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740873D-3CDE-01A3-50D8-B63FDED0FE4D}"/>
              </a:ext>
            </a:extLst>
          </p:cNvPr>
          <p:cNvSpPr txBox="1"/>
          <p:nvPr/>
        </p:nvSpPr>
        <p:spPr>
          <a:xfrm>
            <a:off x="9756499" y="1523925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No-season</a:t>
            </a:r>
            <a:endParaRPr lang="ja-JP" altLang="en-US" sz="14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7B273C9-3F63-6342-BC7F-364672FBFCCD}"/>
              </a:ext>
            </a:extLst>
          </p:cNvPr>
          <p:cNvSpPr txBox="1"/>
          <p:nvPr/>
        </p:nvSpPr>
        <p:spPr>
          <a:xfrm>
            <a:off x="789214" y="4081687"/>
            <a:ext cx="17588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Both-season</a:t>
            </a:r>
            <a:endParaRPr lang="ja-JP" altLang="en-US" sz="1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6195E31-4A16-BCB1-53D2-675E4E5DB698}"/>
              </a:ext>
            </a:extLst>
          </p:cNvPr>
          <p:cNvSpPr txBox="1"/>
          <p:nvPr/>
        </p:nvSpPr>
        <p:spPr>
          <a:xfrm>
            <a:off x="3549652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</a:t>
            </a:r>
            <a:endParaRPr lang="ja-JP" altLang="en-US" sz="14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4EEE762-8E0A-6C81-E74F-A605746A81D7}"/>
              </a:ext>
            </a:extLst>
          </p:cNvPr>
          <p:cNvSpPr txBox="1"/>
          <p:nvPr/>
        </p:nvSpPr>
        <p:spPr>
          <a:xfrm>
            <a:off x="6766380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</a:t>
            </a:r>
            <a:endParaRPr lang="ja-JP" altLang="en-US" sz="14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870A317-5312-9245-C4FF-0C94119898F6}"/>
              </a:ext>
            </a:extLst>
          </p:cNvPr>
          <p:cNvSpPr txBox="1"/>
          <p:nvPr/>
        </p:nvSpPr>
        <p:spPr>
          <a:xfrm>
            <a:off x="9756499" y="4081687"/>
            <a:ext cx="19884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No-season</a:t>
            </a:r>
            <a:endParaRPr lang="ja-JP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DF32FE22-C014-E1DE-8F35-6E7FFF4C98A6}"/>
                  </a:ext>
                </a:extLst>
              </p:cNvPr>
              <p:cNvSpPr txBox="1"/>
              <p:nvPr/>
            </p:nvSpPr>
            <p:spPr>
              <a:xfrm>
                <a:off x="81643" y="3799110"/>
                <a:ext cx="11811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Northern area: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st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Aug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latin typeface="Cambria Math" panose="02040503050406030204" pitchFamily="18" charset="0"/>
                              </a:rPr>
                              <m:t>summer</m:t>
                            </m:r>
                          </m:e>
                        </m:d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 15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th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Jan</m:t>
                        </m:r>
                        <m: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winter</m:t>
                        </m:r>
                        <m:r>
                          <a:rPr lang="en-US" altLang="ja-JP" sz="16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ja-JP" sz="1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1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5, 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en-US" altLang="ja-JP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ja-JP" altLang="en-US" sz="1600" b="1" dirty="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DF32FE22-C014-E1DE-8F35-6E7FFF4C9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43" y="3799110"/>
                <a:ext cx="11811000" cy="338554"/>
              </a:xfrm>
              <a:prstGeom prst="rect">
                <a:avLst/>
              </a:prstGeom>
              <a:blipFill>
                <a:blip r:embed="rId12"/>
                <a:stretch>
                  <a:fillRect l="-206" t="-7143" b="-196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733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D5AE2-8728-9576-15FA-5F8159F6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図 67">
            <a:extLst>
              <a:ext uri="{FF2B5EF4-FFF2-40B4-BE49-F238E27FC236}">
                <a16:creationId xmlns:a16="http://schemas.microsoft.com/office/drawing/2014/main" id="{E9953410-E01B-5C36-C38A-8837CE8D9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699" y="2006360"/>
            <a:ext cx="5302919" cy="4361162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F52717EB-AD77-84BC-39B4-DBBE0BA35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36" y="2006360"/>
            <a:ext cx="5302919" cy="436116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4669185-DE54-6F4C-4660-75CA3B6C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39" y="490478"/>
            <a:ext cx="10883007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demand using several models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9288C9E-6330-9080-924D-4E25C79E3AB7}"/>
              </a:ext>
            </a:extLst>
          </p:cNvPr>
          <p:cNvSpPr txBox="1"/>
          <p:nvPr/>
        </p:nvSpPr>
        <p:spPr>
          <a:xfrm>
            <a:off x="409573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80E1F34-FA4F-75D2-62C2-426AA982F2C2}"/>
              </a:ext>
            </a:extLst>
          </p:cNvPr>
          <p:cNvSpPr txBox="1"/>
          <p:nvPr/>
        </p:nvSpPr>
        <p:spPr>
          <a:xfrm>
            <a:off x="6096000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66670B5E-2E67-8334-5B3C-69D458028CE8}"/>
              </a:ext>
            </a:extLst>
          </p:cNvPr>
          <p:cNvGrpSpPr/>
          <p:nvPr/>
        </p:nvGrpSpPr>
        <p:grpSpPr>
          <a:xfrm>
            <a:off x="4022271" y="2125082"/>
            <a:ext cx="1762489" cy="1041858"/>
            <a:chOff x="4479471" y="1804603"/>
            <a:chExt cx="1567938" cy="90398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066D0AEE-9C34-0B0B-E76F-C380832541D7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61792C36-33FF-A038-3C63-331D64170445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7C42BF6F-B425-80A8-ED17-0DC37B309DA2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551AA5F1-21A9-584D-707C-30AB74750650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163BA2D-BFAB-40A9-2448-D80123912631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651E0778-0604-9327-99C7-662DEED93E64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C458DE5-2FCA-2E78-1FC9-6A9DD2ECD72B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9C3DCF5-6EAF-5769-AB28-B854E162C289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C06FB89-FBC0-63D4-D35A-848873113342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87E783F-5A3C-6BEC-B68A-D32AD0EBFA2B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4CF9101F-46EC-F18F-C96E-93AF3DC22156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1191C9B3-E7FE-BB56-87FC-1FE030E39022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DA2A3EC0-BBBF-AA63-E134-ABD14D564194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9FE5E39D-E921-D79C-C4E6-A33F6B66DC4D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308E579A-4F42-FCB9-9815-519C00F1343C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F9A279D8-7D03-8703-1E99-7685B86FDF0D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6B13B097-76A8-71DA-8236-E4C2464932F7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171529-470D-3BD2-CC13-AD126BE753D7}"/>
              </a:ext>
            </a:extLst>
          </p:cNvPr>
          <p:cNvSpPr txBox="1"/>
          <p:nvPr/>
        </p:nvSpPr>
        <p:spPr>
          <a:xfrm>
            <a:off x="446736" y="1262716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Part1: Both-seasons parts</a:t>
            </a:r>
            <a:endParaRPr lang="ja-JP" altLang="en-US" sz="2400" b="1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D15E8A9-D750-AA9C-C8FB-BDD7C98ACE43}"/>
              </a:ext>
            </a:extLst>
          </p:cNvPr>
          <p:cNvGrpSpPr/>
          <p:nvPr/>
        </p:nvGrpSpPr>
        <p:grpSpPr>
          <a:xfrm>
            <a:off x="9889671" y="2131385"/>
            <a:ext cx="1762489" cy="1041858"/>
            <a:chOff x="4479471" y="1804603"/>
            <a:chExt cx="1567938" cy="903984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2D49DDF0-2E68-0C95-DFA1-907FA69ADBAD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2D473F8E-C236-55C8-AF68-C8C94ED17D3B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C6FB7050-345C-C427-A5B0-CBB9554359D9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楕円 57">
                <a:extLst>
                  <a:ext uri="{FF2B5EF4-FFF2-40B4-BE49-F238E27FC236}">
                    <a16:creationId xmlns:a16="http://schemas.microsoft.com/office/drawing/2014/main" id="{8134C280-E228-53B8-0FD7-8E19BE963D4E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AB02F4A-14EB-83E6-ECF2-ADD69B90D6A6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0D1480A1-CADD-6F7D-1C3B-1815A95FEDF4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316363CA-7E15-D7D7-D25F-0AC227A37144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DA0F2457-F3B9-F775-5E0C-832FB7D6ED0A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232B9DFC-D610-9695-0079-27E93A998A90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5F105B21-1853-1E32-12C8-0687223CFCEB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楕円 55">
                <a:extLst>
                  <a:ext uri="{FF2B5EF4-FFF2-40B4-BE49-F238E27FC236}">
                    <a16:creationId xmlns:a16="http://schemas.microsoft.com/office/drawing/2014/main" id="{A950AADC-1142-C73B-D79A-961846A4613B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AE4DCCF5-D22C-A757-6AF9-3FA8F5AD6CE9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9B778B36-25A6-D13C-51A3-1992EE288764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楕円 53">
                <a:extLst>
                  <a:ext uri="{FF2B5EF4-FFF2-40B4-BE49-F238E27FC236}">
                    <a16:creationId xmlns:a16="http://schemas.microsoft.com/office/drawing/2014/main" id="{C49BA112-43F4-FE19-D4F1-96ECC4C39841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EDCDFD28-238B-C202-8ACD-2054916D285E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6396E913-F0A6-63FD-3F76-5D81225CE579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84877C1F-BC2B-1344-26D1-72D7551F963F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208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39EDF-C5E3-D043-560C-769DC518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2D607A7-597F-7E59-0CDC-5571FADE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699" y="2006360"/>
            <a:ext cx="5302919" cy="4361161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AA95ADD6-1122-AE9A-105B-CE8861567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36" y="2006360"/>
            <a:ext cx="5302920" cy="436116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E063BA3-3341-3DE8-613D-BA9F362D140E}"/>
              </a:ext>
            </a:extLst>
          </p:cNvPr>
          <p:cNvSpPr txBox="1"/>
          <p:nvPr/>
        </p:nvSpPr>
        <p:spPr>
          <a:xfrm>
            <a:off x="409573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B3ED911-3F1B-B09F-60E6-BA24CAD0A07F}"/>
              </a:ext>
            </a:extLst>
          </p:cNvPr>
          <p:cNvSpPr txBox="1"/>
          <p:nvPr/>
        </p:nvSpPr>
        <p:spPr>
          <a:xfrm>
            <a:off x="6096000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419090A1-C5E5-F2C4-EA3D-689508270060}"/>
              </a:ext>
            </a:extLst>
          </p:cNvPr>
          <p:cNvGrpSpPr/>
          <p:nvPr/>
        </p:nvGrpSpPr>
        <p:grpSpPr>
          <a:xfrm>
            <a:off x="4022271" y="2125082"/>
            <a:ext cx="1762489" cy="1041858"/>
            <a:chOff x="4479471" y="1804603"/>
            <a:chExt cx="1567938" cy="90398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32610DA1-DEDC-0C64-9AA3-6B5223F6FFCD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54183D2-7D07-46F5-5AE2-2707D87A085F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C8BDE87C-E742-DCD4-86D3-378DC43A039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0E579FBB-D4D5-4901-A6D4-2D5A65EEB4B1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CC1955-D319-A153-879E-FC2D8692E239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497350DE-BF73-0C5C-4533-52FF6D3CD968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82CB4BB-E17A-7718-6E79-500DA4DA286C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A71D0FD-D5B8-9D84-52E9-50B2F2EEF71E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AFFF9DC6-FF65-5143-B78C-64767C63F1DD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1E15AA06-79A5-4324-D311-8BDE573A0DC1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A6757095-246F-A9EA-9E4B-59358DC6759B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B37FD1F7-C1D6-768A-AC1E-5A31D2C6CD44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63B73777-25AC-FF73-1B96-ED23C690C5FB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DEF4F737-A000-F757-E424-E9504F6E13D3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0EFCB352-CDDB-84A5-8218-6F44F556E65D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F2B78D47-9B96-63C3-9D1B-7CCD7226F19A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ED2787D1-A0A3-3407-F841-D964A2DDFE70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3F9F04-00F0-94FC-E6F8-4CE0E7D5A6EB}"/>
              </a:ext>
            </a:extLst>
          </p:cNvPr>
          <p:cNvSpPr txBox="1"/>
          <p:nvPr/>
        </p:nvSpPr>
        <p:spPr>
          <a:xfrm>
            <a:off x="446736" y="1262716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Part2: Summer-season parts</a:t>
            </a:r>
            <a:endParaRPr lang="ja-JP" altLang="en-US" sz="2400" b="1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FEEA8F4-43B5-EED9-2D1E-5C70CDF80C04}"/>
              </a:ext>
            </a:extLst>
          </p:cNvPr>
          <p:cNvGrpSpPr/>
          <p:nvPr/>
        </p:nvGrpSpPr>
        <p:grpSpPr>
          <a:xfrm>
            <a:off x="9889671" y="2131385"/>
            <a:ext cx="1762489" cy="1041858"/>
            <a:chOff x="4479471" y="1804603"/>
            <a:chExt cx="1567938" cy="903984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E76D1FC0-5A40-DA50-9E9A-3B760795B0A4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D32E158-3573-0482-A891-0A3496CE580C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2DEC76AE-6426-6038-4009-E30DD363A4B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楕円 57">
                <a:extLst>
                  <a:ext uri="{FF2B5EF4-FFF2-40B4-BE49-F238E27FC236}">
                    <a16:creationId xmlns:a16="http://schemas.microsoft.com/office/drawing/2014/main" id="{84B7EE9A-F1B8-C47C-D099-2391145EA4DB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462E320-92F0-E81B-5659-E5F5F10764BB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542BC383-8E73-5EAD-1E0B-0CD3B7F28536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A938328D-CEA3-015A-1C2E-9D24B9B6E8B2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06EF8C36-61CD-0618-E174-AF2EFDC3F4C7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9B3A303D-EB37-BC05-BEE0-6F4E43E3B6C5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6870BD4A-38D1-1E84-3AB9-A65A7F38875A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楕円 55">
                <a:extLst>
                  <a:ext uri="{FF2B5EF4-FFF2-40B4-BE49-F238E27FC236}">
                    <a16:creationId xmlns:a16="http://schemas.microsoft.com/office/drawing/2014/main" id="{FCEDFE36-6E6F-1EC7-16D6-DC22AD04952C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B6ED729E-6C85-CDEA-6BF7-41630CADF837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D56E09D9-11B9-2A60-7621-BCEA60846DD3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楕円 53">
                <a:extLst>
                  <a:ext uri="{FF2B5EF4-FFF2-40B4-BE49-F238E27FC236}">
                    <a16:creationId xmlns:a16="http://schemas.microsoft.com/office/drawing/2014/main" id="{51CCC7C0-5CD4-2DDA-A977-27B846442994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B9B4B4C5-94F4-D6A3-E486-D78472E8FBCA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01C51303-25A5-5F0F-FBDA-F4CB0B801913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382360B7-126F-112C-84FA-627D12EBD1BB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31" name="タイトル 1">
            <a:extLst>
              <a:ext uri="{FF2B5EF4-FFF2-40B4-BE49-F238E27FC236}">
                <a16:creationId xmlns:a16="http://schemas.microsoft.com/office/drawing/2014/main" id="{856E6720-813A-B5BA-7550-2A8140C9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39" y="490478"/>
            <a:ext cx="10883007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demand using several models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21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2559-5AF0-685A-B154-865AC649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図 28">
            <a:extLst>
              <a:ext uri="{FF2B5EF4-FFF2-40B4-BE49-F238E27FC236}">
                <a16:creationId xmlns:a16="http://schemas.microsoft.com/office/drawing/2014/main" id="{34980C82-EBED-5E4D-A85B-B54FCC907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698" y="2006360"/>
            <a:ext cx="5302919" cy="4361161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827C54C6-6EC9-1322-E1BB-08CE45B17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35" y="2006360"/>
            <a:ext cx="5302919" cy="436116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0D64279-0B68-B9FB-1F9E-67B7E63DA44B}"/>
              </a:ext>
            </a:extLst>
          </p:cNvPr>
          <p:cNvSpPr txBox="1"/>
          <p:nvPr/>
        </p:nvSpPr>
        <p:spPr>
          <a:xfrm>
            <a:off x="409573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63A6C76-99BF-72A3-66B9-D91D30F05657}"/>
              </a:ext>
            </a:extLst>
          </p:cNvPr>
          <p:cNvSpPr txBox="1"/>
          <p:nvPr/>
        </p:nvSpPr>
        <p:spPr>
          <a:xfrm>
            <a:off x="6096000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2F3487AE-E7B1-0D42-6009-DDA97F15EDCF}"/>
              </a:ext>
            </a:extLst>
          </p:cNvPr>
          <p:cNvGrpSpPr/>
          <p:nvPr/>
        </p:nvGrpSpPr>
        <p:grpSpPr>
          <a:xfrm>
            <a:off x="4022271" y="2125082"/>
            <a:ext cx="1762489" cy="1041858"/>
            <a:chOff x="4479471" y="1804603"/>
            <a:chExt cx="1567938" cy="90398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07F07F49-9318-12EE-97E6-E55EDCA49662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5146EB15-0C23-CFFF-68CD-9858EE5FDE8A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D1582352-1CE9-6754-2E0B-FB04AE237391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26AA1B2C-6A6E-9AB7-CE1E-18CF18A96740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EA0684C-4882-9932-8528-E68EA783B950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74428F8D-C979-B52D-743A-B0DFE566DC7A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0910554B-633A-934E-6D38-A1074B8CFF99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F8FB3E3-7CC3-01F3-76EC-5A082449B4AD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72279973-6B0A-219C-4939-94DDA87E6E9E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9890A34C-9F2C-EB0D-648C-5251FE8DE3F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6E306122-F5CD-F61C-8F6D-FC4C953C0496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FF133D70-B754-DD5A-0F65-48ED0C9A0D25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192F4924-DEEA-D86E-5446-9B1EBB4526DF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5C6C0966-6F8D-7219-B921-93FA90B29220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ECBCBF7-C142-EECA-AAFB-30DD37A5E761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F8726DED-134D-2EE0-040F-DF9B38A61685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2105511A-66AC-97B1-2464-289800C54CCE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A715A0-29C5-EEAD-6027-B778DDA07C4A}"/>
              </a:ext>
            </a:extLst>
          </p:cNvPr>
          <p:cNvSpPr txBox="1"/>
          <p:nvPr/>
        </p:nvSpPr>
        <p:spPr>
          <a:xfrm>
            <a:off x="446736" y="1262716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Part3: Winter-season parts</a:t>
            </a:r>
            <a:endParaRPr lang="ja-JP" altLang="en-US" sz="2400" b="1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AAFE79E-F7CC-25EA-E2A9-FDD6F93FFD88}"/>
              </a:ext>
            </a:extLst>
          </p:cNvPr>
          <p:cNvGrpSpPr/>
          <p:nvPr/>
        </p:nvGrpSpPr>
        <p:grpSpPr>
          <a:xfrm>
            <a:off x="9889671" y="2131385"/>
            <a:ext cx="1762489" cy="1041858"/>
            <a:chOff x="4479471" y="1804603"/>
            <a:chExt cx="1567938" cy="903984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F0A72ADF-88CD-E73F-7B81-DCCDA225CFAB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5063825B-33F6-5712-AE05-58042107421E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7B42BF83-9B2D-D716-9187-3ED51159201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楕円 57">
                <a:extLst>
                  <a:ext uri="{FF2B5EF4-FFF2-40B4-BE49-F238E27FC236}">
                    <a16:creationId xmlns:a16="http://schemas.microsoft.com/office/drawing/2014/main" id="{495BDD4F-88FB-2CE4-3099-69F4C09F2326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7C43E766-C003-3CBE-DA6E-72B2E63FB9BC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F3BC4008-53B1-58DA-A58B-944E24FA1770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F3BAF7C1-D578-062E-7959-4EEB76EA0C69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E9A07A02-54D6-E0DC-3FDC-B67C0E5AB1AB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1E68344D-7554-1C2C-C702-10F0C76576D9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412453D1-87EB-CC65-66A3-314486C2311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楕円 55">
                <a:extLst>
                  <a:ext uri="{FF2B5EF4-FFF2-40B4-BE49-F238E27FC236}">
                    <a16:creationId xmlns:a16="http://schemas.microsoft.com/office/drawing/2014/main" id="{28DCF69F-1EB9-E6E3-1420-64B01EC5A228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1448B44F-B6D5-5298-B063-53C5ABA4C74C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C4A2D897-8AA6-BFF8-2281-0A7E4D81A459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楕円 53">
                <a:extLst>
                  <a:ext uri="{FF2B5EF4-FFF2-40B4-BE49-F238E27FC236}">
                    <a16:creationId xmlns:a16="http://schemas.microsoft.com/office/drawing/2014/main" id="{3737E41B-645F-3101-D1CC-8D54AB5C7DDF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C945A306-355C-1037-B872-F6D05FF56F24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88D3A5A6-070F-9C43-52B4-14904093BD4A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7DFD5525-3972-F612-E84A-5216D9241B4A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31" name="タイトル 1">
            <a:extLst>
              <a:ext uri="{FF2B5EF4-FFF2-40B4-BE49-F238E27FC236}">
                <a16:creationId xmlns:a16="http://schemas.microsoft.com/office/drawing/2014/main" id="{82C27834-E743-47FD-5928-10E0A9CA8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39" y="490478"/>
            <a:ext cx="10883007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demand using several models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97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427E-63AD-B409-7A33-0423E267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FF1663F-73DD-286A-6B18-C36804C21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35" y="2006360"/>
            <a:ext cx="5302919" cy="4361161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0B69AA10-5258-7B44-CE7C-76ACEB2A3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698" y="2006360"/>
            <a:ext cx="5302919" cy="4361161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EB20557-CCAC-88EA-0CCC-6FD3557A7079}"/>
              </a:ext>
            </a:extLst>
          </p:cNvPr>
          <p:cNvSpPr txBox="1"/>
          <p:nvPr/>
        </p:nvSpPr>
        <p:spPr>
          <a:xfrm>
            <a:off x="409573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864E56-87B4-3091-2670-C19A7D293FF9}"/>
              </a:ext>
            </a:extLst>
          </p:cNvPr>
          <p:cNvSpPr txBox="1"/>
          <p:nvPr/>
        </p:nvSpPr>
        <p:spPr>
          <a:xfrm>
            <a:off x="6096000" y="1674224"/>
            <a:ext cx="3897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</a:t>
            </a:r>
            <a:r>
              <a:rPr lang="en-US" altLang="ja-JP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northern area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b="1" dirty="0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27E7069B-531E-9898-7D10-D6503A716114}"/>
              </a:ext>
            </a:extLst>
          </p:cNvPr>
          <p:cNvGrpSpPr/>
          <p:nvPr/>
        </p:nvGrpSpPr>
        <p:grpSpPr>
          <a:xfrm>
            <a:off x="4022271" y="2125082"/>
            <a:ext cx="1762489" cy="1041858"/>
            <a:chOff x="4479471" y="1804603"/>
            <a:chExt cx="1567938" cy="90398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81F83F15-4824-6606-DA0F-07814C3B49AA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92F57ED0-204E-D972-160C-1E7AF33ED36F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" name="直線コネクタ 4">
                <a:extLst>
                  <a:ext uri="{FF2B5EF4-FFF2-40B4-BE49-F238E27FC236}">
                    <a16:creationId xmlns:a16="http://schemas.microsoft.com/office/drawing/2014/main" id="{695EFB6C-55C0-709F-0EFC-ADCFB0556C68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楕円 5">
                <a:extLst>
                  <a:ext uri="{FF2B5EF4-FFF2-40B4-BE49-F238E27FC236}">
                    <a16:creationId xmlns:a16="http://schemas.microsoft.com/office/drawing/2014/main" id="{A1B066A7-3662-4E42-13CE-87FEE42153CB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293B27DF-F3FE-3BFF-DF49-BF18C3FE8451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E97E1F0-4244-77EB-70F2-F8BC2E168B54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0FEADE32-428F-4DD8-9D15-BA9EE50DA72D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21FA388-D599-D1D4-6329-27C9A08CF410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8F17C40-CF7D-6326-A207-0B1AFF0DE9FF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5A11DFE2-E289-25D4-6929-7496D0898CB8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AC8E45B7-A441-39FC-2599-E95C9C0C66B7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DFB008D2-6F9F-9121-100B-7D24FE88584E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4C1601EF-CA2A-7318-266C-42B41E8BAC83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79D742CB-AC62-0511-F4C4-B1FA545FE7D6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369AAF3E-318A-4311-6BE8-7FA01D4B0FB2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E4A4CF86-7BAD-1D8C-B627-CD8DF9B73AE4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F09776FD-2F27-705D-8269-BE093AA0AF65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358F0E-BDCF-3B5C-CC03-FF65FA2FC4A7}"/>
              </a:ext>
            </a:extLst>
          </p:cNvPr>
          <p:cNvSpPr txBox="1"/>
          <p:nvPr/>
        </p:nvSpPr>
        <p:spPr>
          <a:xfrm>
            <a:off x="446736" y="1262716"/>
            <a:ext cx="6106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Part4: No-season parts</a:t>
            </a:r>
            <a:endParaRPr lang="ja-JP" altLang="en-US" sz="2400" b="1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BE361BA9-440E-02E5-0F79-20A7A8A372A9}"/>
              </a:ext>
            </a:extLst>
          </p:cNvPr>
          <p:cNvGrpSpPr/>
          <p:nvPr/>
        </p:nvGrpSpPr>
        <p:grpSpPr>
          <a:xfrm>
            <a:off x="9889671" y="2131385"/>
            <a:ext cx="1762489" cy="1041858"/>
            <a:chOff x="4479471" y="1804603"/>
            <a:chExt cx="1567938" cy="903984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ABBB9A6-4F87-8145-F9E9-3D1E491A15F4}"/>
                </a:ext>
              </a:extLst>
            </p:cNvPr>
            <p:cNvSpPr/>
            <p:nvPr/>
          </p:nvSpPr>
          <p:spPr>
            <a:xfrm>
              <a:off x="4479471" y="1828800"/>
              <a:ext cx="1447800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0EA189CD-F2A5-A295-2D20-3C2746EEE992}"/>
                </a:ext>
              </a:extLst>
            </p:cNvPr>
            <p:cNvGrpSpPr/>
            <p:nvPr/>
          </p:nvGrpSpPr>
          <p:grpSpPr>
            <a:xfrm>
              <a:off x="4512296" y="1902661"/>
              <a:ext cx="386443" cy="94736"/>
              <a:chOff x="4479556" y="1896812"/>
              <a:chExt cx="386443" cy="94736"/>
            </a:xfrm>
          </p:grpSpPr>
          <p:cxnSp>
            <p:nvCxnSpPr>
              <p:cNvPr id="57" name="直線コネクタ 56">
                <a:extLst>
                  <a:ext uri="{FF2B5EF4-FFF2-40B4-BE49-F238E27FC236}">
                    <a16:creationId xmlns:a16="http://schemas.microsoft.com/office/drawing/2014/main" id="{20CDE136-554F-618C-97ED-5EBE4EFF1F62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楕円 57">
                <a:extLst>
                  <a:ext uri="{FF2B5EF4-FFF2-40B4-BE49-F238E27FC236}">
                    <a16:creationId xmlns:a16="http://schemas.microsoft.com/office/drawing/2014/main" id="{94B3501C-4CAC-6EBD-2E78-A1EF38098652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8548C169-47B6-95ED-E51F-36D98E936FDA}"/>
                </a:ext>
              </a:extLst>
            </p:cNvPr>
            <p:cNvSpPr txBox="1"/>
            <p:nvPr/>
          </p:nvSpPr>
          <p:spPr>
            <a:xfrm>
              <a:off x="4866081" y="1804603"/>
              <a:ext cx="1164771" cy="2937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exponential</a:t>
              </a:r>
              <a:endParaRPr lang="ja-JP" altLang="en-US" sz="1600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875753CF-DC1A-E2F9-E3B8-43F723D65735}"/>
                </a:ext>
              </a:extLst>
            </p:cNvPr>
            <p:cNvSpPr txBox="1"/>
            <p:nvPr/>
          </p:nvSpPr>
          <p:spPr>
            <a:xfrm>
              <a:off x="4866081" y="1999290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weibull</a:t>
              </a:r>
              <a:endParaRPr lang="ja-JP" altLang="en-US" sz="1600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5751B50A-195A-8C94-DABD-6C3DAE99B848}"/>
                </a:ext>
              </a:extLst>
            </p:cNvPr>
            <p:cNvSpPr txBox="1"/>
            <p:nvPr/>
          </p:nvSpPr>
          <p:spPr>
            <a:xfrm>
              <a:off x="4882638" y="2206194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log-logistic</a:t>
              </a:r>
              <a:endParaRPr lang="ja-JP" altLang="en-US" sz="1600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D3DE1470-7AEB-197A-1C61-4CC34679CDE7}"/>
                </a:ext>
              </a:extLst>
            </p:cNvPr>
            <p:cNvSpPr txBox="1"/>
            <p:nvPr/>
          </p:nvSpPr>
          <p:spPr>
            <a:xfrm>
              <a:off x="4875696" y="2414836"/>
              <a:ext cx="1164771" cy="293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gompertz</a:t>
              </a:r>
              <a:endParaRPr lang="ja-JP" altLang="en-US" sz="1600" dirty="0"/>
            </a:p>
          </p:txBody>
        </p: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0981815F-515E-D486-D403-DAB0981DA634}"/>
                </a:ext>
              </a:extLst>
            </p:cNvPr>
            <p:cNvGrpSpPr/>
            <p:nvPr/>
          </p:nvGrpSpPr>
          <p:grpSpPr>
            <a:xfrm>
              <a:off x="4517739" y="2094913"/>
              <a:ext cx="386443" cy="94736"/>
              <a:chOff x="4479556" y="1896812"/>
              <a:chExt cx="386443" cy="94736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FECFE506-8F33-57FA-9D8F-66B411FE3132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rgbClr val="FF0000"/>
              </a:solidFill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楕円 55">
                <a:extLst>
                  <a:ext uri="{FF2B5EF4-FFF2-40B4-BE49-F238E27FC236}">
                    <a16:creationId xmlns:a16="http://schemas.microsoft.com/office/drawing/2014/main" id="{DC4F28F3-99ED-6D59-8AAF-9A78FED71382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22958E1D-60B2-4559-4C2B-85E2B4E11005}"/>
                </a:ext>
              </a:extLst>
            </p:cNvPr>
            <p:cNvGrpSpPr/>
            <p:nvPr/>
          </p:nvGrpSpPr>
          <p:grpSpPr>
            <a:xfrm>
              <a:off x="4512296" y="2303163"/>
              <a:ext cx="386443" cy="94736"/>
              <a:chOff x="4479556" y="1896812"/>
              <a:chExt cx="386443" cy="94736"/>
            </a:xfrm>
          </p:grpSpPr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65B87AFB-BF7B-B457-AC5C-80B97A41AEC3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楕円 53">
                <a:extLst>
                  <a:ext uri="{FF2B5EF4-FFF2-40B4-BE49-F238E27FC236}">
                    <a16:creationId xmlns:a16="http://schemas.microsoft.com/office/drawing/2014/main" id="{35205CB1-AADF-744D-FA67-0562CC96FE3C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0EDF4236-17CC-200A-4F1C-C8D0BEA19BBC}"/>
                </a:ext>
              </a:extLst>
            </p:cNvPr>
            <p:cNvGrpSpPr/>
            <p:nvPr/>
          </p:nvGrpSpPr>
          <p:grpSpPr>
            <a:xfrm>
              <a:off x="4512296" y="2509540"/>
              <a:ext cx="386443" cy="94736"/>
              <a:chOff x="4479556" y="1896812"/>
              <a:chExt cx="386443" cy="94736"/>
            </a:xfrm>
          </p:grpSpPr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7802CD08-82FE-B32D-786A-3FA7CBDE542C}"/>
                  </a:ext>
                </a:extLst>
              </p:cNvPr>
              <p:cNvCxnSpPr/>
              <p:nvPr/>
            </p:nvCxnSpPr>
            <p:spPr>
              <a:xfrm>
                <a:off x="4479556" y="1944180"/>
                <a:ext cx="386443" cy="0"/>
              </a:xfrm>
              <a:prstGeom prst="lin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9D16F453-125F-8270-936B-2C623C0A56D2}"/>
                  </a:ext>
                </a:extLst>
              </p:cNvPr>
              <p:cNvSpPr/>
              <p:nvPr/>
            </p:nvSpPr>
            <p:spPr>
              <a:xfrm>
                <a:off x="4625409" y="1896812"/>
                <a:ext cx="94736" cy="94736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</p:grpSp>
      <p:sp>
        <p:nvSpPr>
          <p:cNvPr id="31" name="タイトル 1">
            <a:extLst>
              <a:ext uri="{FF2B5EF4-FFF2-40B4-BE49-F238E27FC236}">
                <a16:creationId xmlns:a16="http://schemas.microsoft.com/office/drawing/2014/main" id="{7C74DD58-539A-51AA-2DE8-EE6EEE57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39" y="490478"/>
            <a:ext cx="10883007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demand using several models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77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973E8C-2FA5-B8F7-22BA-D9348616E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5EAAB8E5-7570-7FA3-F7AB-462EB71489BB}"/>
              </a:ext>
            </a:extLst>
          </p:cNvPr>
          <p:cNvSpPr txBox="1">
            <a:spLocks/>
          </p:cNvSpPr>
          <p:nvPr/>
        </p:nvSpPr>
        <p:spPr>
          <a:xfrm>
            <a:off x="789212" y="1300954"/>
            <a:ext cx="11023560" cy="497225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</a:t>
            </a:r>
            <a:r>
              <a:rPr lang="en-US" altLang="ja-JP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Trained using 2 years demand data </a:t>
            </a:r>
            <a:r>
              <a:rPr lang="en-US" altLang="ja-JP" sz="2100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 multiple parts showing different seasonality across all dealers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Predicts demands for the following year, </a:t>
            </a:r>
            <a:r>
              <a:rPr lang="en-US" altLang="ja-JP" sz="2100" u="sng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 each part at each dealer</a:t>
            </a:r>
          </a:p>
          <a:p>
            <a:pPr algn="just"/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Daily number of demands</a:t>
            </a: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datasets: Two types</a:t>
            </a:r>
          </a:p>
          <a:p>
            <a:pPr marL="800100" lvl="1" indent="-457200" algn="just">
              <a:buFont typeface="+mj-lt"/>
              <a:buAutoNum type="arabicPeriod"/>
            </a:pPr>
            <a:r>
              <a:rPr lang="en-US" altLang="ja-JP" sz="2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features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Day-of-the-year: sequential day index within a year  (1-365)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ID</a:t>
            </a:r>
          </a:p>
          <a:p>
            <a:pPr marL="971550" lvl="2" indent="-28575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 ID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endParaRPr lang="en-US" altLang="ja-JP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457200" algn="just">
              <a:buFont typeface="+mj-lt"/>
              <a:buAutoNum type="arabicPeriod" startAt="2"/>
            </a:pPr>
            <a:r>
              <a:rPr lang="en-US" altLang="ja-JP" sz="2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features</a:t>
            </a:r>
            <a:endParaRPr lang="en-US" altLang="ja-JP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calculated over past </a:t>
            </a:r>
            <a:r>
              <a:rPr lang="en-US" altLang="ja-JP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days: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(std)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demands in the past days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Zaro-cumulative: number of consecutive days with zero-demand before the current day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demand: demand values from each of the past </a:t>
            </a:r>
            <a:r>
              <a:rPr lang="en-US" altLang="ja-JP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 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17F4FA-DE57-44D6-7F3C-B7CC1A85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22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1143F8-86DA-FB50-E7FC-29EAC505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9807F9F5-71AB-9698-B2AD-0CDE46057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91" y="4196713"/>
            <a:ext cx="8983565" cy="221203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A83B2BE-5D93-DC1B-A3F8-1648BEAFE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992" y="1586733"/>
            <a:ext cx="9046038" cy="222741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C5800FE-70E9-852A-6507-FD0107E0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1091530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(Exponential model, Part1: Both-seasons)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1BF7D6A-989B-C8AA-4E2D-08A31AD9DB2D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9E92CB-8C19-56C6-2F4E-06026CEA4474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0D4D799-C294-24DE-8EE1-5F68633E535A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A2B69B3-2449-5522-F868-F6A163787A3C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2A5A29FA-DFCD-0E4E-895D-AF5A93CB70DA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25BDAD1-DD39-E761-5E65-2447D78C6BAA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9789BD5-CAE6-99AB-F6A8-250C7DC691AE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DF6E8D6-A16C-C6BE-CBCB-31F11539FD61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45946F7F-FA5C-A84B-932D-35AC542FBAC7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6F2D1723-7CE4-C7D7-BA3E-8F45FB7FEBA4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707F7D20-26F7-84CE-995B-79A5F60CD99E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25A3A49A-957D-D27C-7D15-C5B5D7BE877E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7B8E4B53-554F-5B13-5D5D-2DDD384D2395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EDF153BF-4CB5-3798-F223-75509A35DB4D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BC7FD076-FF95-6CBF-052D-5BE82BD671F6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6B9888EF-F5D5-0081-4439-4141575F42BB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3080311F-8F6F-FBB6-DC8A-070CCCD1B99A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91328ACC-671F-5FB9-1FD7-19A3217D687C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AB71971-32FB-C5AA-57F0-1FEB6DE6D457}"/>
              </a:ext>
            </a:extLst>
          </p:cNvPr>
          <p:cNvSpPr/>
          <p:nvPr/>
        </p:nvSpPr>
        <p:spPr>
          <a:xfrm>
            <a:off x="9515987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39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2E16A4-A877-45AE-CFE6-6C4615F6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7BF9329C-42D4-283F-644B-A83FB2C5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4" y="4168364"/>
            <a:ext cx="9046028" cy="222741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1303A12-6A6D-8AB6-B974-5CD1A05CA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3" y="1568257"/>
            <a:ext cx="9046031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7C76672-68E6-1F0A-882B-53D4EA5E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1172450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(Exponential model, Part2: summer)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C754B6-006B-34C4-9675-C88887CF77BD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5D3440-E548-3631-AD77-CD5FEAD690F1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21BC357-7047-22B2-686D-A8FF1E5E82A7}"/>
              </a:ext>
            </a:extLst>
          </p:cNvPr>
          <p:cNvSpPr/>
          <p:nvPr/>
        </p:nvSpPr>
        <p:spPr>
          <a:xfrm>
            <a:off x="9521430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0B6FDD-1B85-CE15-EEA3-6ACE90F2926E}"/>
              </a:ext>
            </a:extLst>
          </p:cNvPr>
          <p:cNvSpPr/>
          <p:nvPr/>
        </p:nvSpPr>
        <p:spPr>
          <a:xfrm>
            <a:off x="9521430" y="4280215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5FE8A8F-17DB-3F4A-91EB-85AF269587A6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2160948E-62FE-8A48-EE2F-120C041EA357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700CF693-9D1B-ED23-A6A9-6C535D2A0937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0ADFBEC1-78CC-CDF8-A766-42CBA091F7E2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CEC5998-5DF4-8C66-839C-BF00B26E5229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B629B296-BD83-0B0D-F8ED-064C68B59152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87C8FBFE-BB01-17AD-A767-E515795A5C62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5A17E398-458F-055A-DFA7-B28A094E701E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A5B763A9-D9DB-2371-2F09-123F4481BA08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88C1EC96-3D7A-D307-59D2-305B17321829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07B7ECC1-5A4C-B179-A79F-5FAB916A094C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17AAE783-055F-4699-A346-C304575C0A2A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9529C973-3EC1-2C0B-DAA0-EDF35FA7B561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1205FA73-77F0-5F5D-B48F-FE6076021DDC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048FEF22-3883-AAF6-E531-771F6456957C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DEEB7F4B-E219-9EA9-833F-D1DBF0AE7109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348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BE7FEB-0B28-B2A1-6A64-3F835699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62BF61E-EEC0-AF6E-6EDC-7550DACF6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65" y="4172494"/>
            <a:ext cx="9045135" cy="222719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49FECDD-BA5B-DF10-CA8F-C2AC5A75C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565" y="1612288"/>
            <a:ext cx="9045138" cy="222719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63ECE96-DEB9-D3E5-5CA0-EDCF38C1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(Exponential model, Part3: winter)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67CDBE-8EFE-3BC9-5F58-FCA480601E8A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D487C5-1B28-AC28-C0CA-D788B80079DA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1C31A07-A0B8-803A-B389-A64FE9237CFC}"/>
              </a:ext>
            </a:extLst>
          </p:cNvPr>
          <p:cNvSpPr/>
          <p:nvPr/>
        </p:nvSpPr>
        <p:spPr>
          <a:xfrm>
            <a:off x="9521430" y="1713490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161305F-69A0-A657-2F65-0504DEECF1B3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B5F02A1-F21E-7E0A-F970-3F20C8BF5352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054D500-1E76-1C40-57A3-5F1DC544CBDC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B48560A-0275-2778-3F40-C578CAC1A283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A1F5533-15F5-E988-E2B4-B5074AF37990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EFEBD9C-7243-1542-828C-8ACD56786168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F0E2994F-A0E8-0F20-D845-CD8D8E16AA32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559A1882-43AC-6711-9F76-DE4B0D5B902B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2DC3EEEE-F1A8-3247-FB66-0D240E4B7C29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58AE1542-A66F-9D37-9915-834E816E7A36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5F12FE3A-FB56-FEB9-9684-AC2743F46C42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EA58D7D-AF24-5936-983F-351D5C9EA8BB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6E2425DA-DFC5-6576-E94A-4A9356F44391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BF289107-DAA9-12C2-3600-8AA9B419BB94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38D0A2BF-4C57-1B4C-C48E-1962715A3FBB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A6768E35-B2DB-19F1-D342-D878A6589842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326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7B7931-EBED-8017-0956-9A0BE57E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D79477E2-EE02-97F8-525F-8FAEE6A1B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4" y="4172494"/>
            <a:ext cx="9046029" cy="222741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DEDF47B-77BD-9621-D5A5-46125EB8E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4" y="1574091"/>
            <a:ext cx="9046029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DDDDA1F-D144-4CCC-7068-12EFB4EB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(Exponential model, Part4: No-season)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73B2603-392A-158C-4527-A7BA69BA0D9B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F2C082-80D7-36B0-E7F0-4BC663B91A68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5404FC9-7727-8B05-6BB7-485202BFA1AF}"/>
              </a:ext>
            </a:extLst>
          </p:cNvPr>
          <p:cNvSpPr/>
          <p:nvPr/>
        </p:nvSpPr>
        <p:spPr>
          <a:xfrm>
            <a:off x="9521430" y="1665515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ACD6E71-8EF3-E65A-A488-F953FB5B3628}"/>
              </a:ext>
            </a:extLst>
          </p:cNvPr>
          <p:cNvSpPr/>
          <p:nvPr/>
        </p:nvSpPr>
        <p:spPr>
          <a:xfrm>
            <a:off x="9510544" y="4272201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B310031-4FAE-B990-CEA6-AC8C8C9E4504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71F7346-D277-939E-1F52-2773ADD26D6B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8E7B98E2-2CC1-7B25-6A18-B33854D3CF58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3252253-F4E4-188A-383B-9EFA4E9CA1AC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4D5FF6E-7636-C2A4-5526-3495AF7F5948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7475574F-D523-6729-FB19-969193BAFEE1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1A3F883B-6369-C44A-5DEE-64F51DAD43E2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35D6E49-9343-96DC-EF34-A3FD50E31F5B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4BF65851-91D6-EF61-9FC0-BB7BB3D782E2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F141A8F3-042F-7D6B-95C5-90D991B2F8DC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BAF25D10-ADCD-6914-7681-1A197A270054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B489280E-ECA2-A52F-64FD-1A14A0F8E918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522DB855-43B0-C51C-5BAE-0D11C89212CE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7202098A-C15D-F78A-E428-3100A1805FD6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9AD245F0-87F6-582B-43DF-813164B360E1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05B0C695-4660-D282-D78E-B0556B290DCB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8421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B863D3-54E8-3F4E-0243-0657820E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6D52FFAE-918D-C6C5-4118-46226AB3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599" y="1998209"/>
            <a:ext cx="5267479" cy="369064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DAA9907-9046-EF53-DE2D-E8FA4CCAC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98209"/>
            <a:ext cx="4952113" cy="369064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2BBE7BE-2C03-A8A4-928D-69DA4203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(Exponential model)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306E84-5550-7569-F094-8DB903FC8E55}"/>
              </a:ext>
            </a:extLst>
          </p:cNvPr>
          <p:cNvSpPr txBox="1"/>
          <p:nvPr/>
        </p:nvSpPr>
        <p:spPr>
          <a:xfrm>
            <a:off x="615929" y="1581501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668F0C-8198-D597-20DE-168897A9D881}"/>
              </a:ext>
            </a:extLst>
          </p:cNvPr>
          <p:cNvSpPr txBox="1"/>
          <p:nvPr/>
        </p:nvSpPr>
        <p:spPr>
          <a:xfrm>
            <a:off x="6096000" y="1581501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features</a:t>
            </a:r>
            <a:endParaRPr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00545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B78BD5-5396-E138-6ED8-72171E9F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C40309A-24AF-78D2-FB85-331DEF1E7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285" y="1998209"/>
            <a:ext cx="5931828" cy="366631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53A36C0-C181-4190-B5D4-843DA2461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2" y="1998209"/>
            <a:ext cx="5931827" cy="366631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30AD525-7CEB-07AF-02BE-DEEF7A400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(Exponential model)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B0F23D-C4B7-D44E-F345-94AE6C188D1E}"/>
              </a:ext>
            </a:extLst>
          </p:cNvPr>
          <p:cNvSpPr txBox="1"/>
          <p:nvPr/>
        </p:nvSpPr>
        <p:spPr>
          <a:xfrm>
            <a:off x="452643" y="1581501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28309F-110C-4EF4-EBE1-425103DE6658}"/>
              </a:ext>
            </a:extLst>
          </p:cNvPr>
          <p:cNvSpPr txBox="1"/>
          <p:nvPr/>
        </p:nvSpPr>
        <p:spPr>
          <a:xfrm>
            <a:off x="6618514" y="1581501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RSME</a:t>
            </a:r>
            <a:endParaRPr lang="ja-JP" altLang="en-US" sz="16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2E3339-EF0F-7B52-910E-C6ACB482A0F8}"/>
              </a:ext>
            </a:extLst>
          </p:cNvPr>
          <p:cNvSpPr txBox="1"/>
          <p:nvPr/>
        </p:nvSpPr>
        <p:spPr>
          <a:xfrm>
            <a:off x="539729" y="5875016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52D2BB-5874-FED5-276A-1D87233A7280}"/>
              </a:ext>
            </a:extLst>
          </p:cNvPr>
          <p:cNvSpPr txBox="1"/>
          <p:nvPr/>
        </p:nvSpPr>
        <p:spPr>
          <a:xfrm>
            <a:off x="3194957" y="5887291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</a:t>
            </a:r>
            <a:endParaRPr lang="ja-JP" altLang="en-US" sz="16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9C3258-C3DF-EDBC-66E7-492627DA0B62}"/>
              </a:ext>
            </a:extLst>
          </p:cNvPr>
          <p:cNvSpPr/>
          <p:nvPr/>
        </p:nvSpPr>
        <p:spPr>
          <a:xfrm>
            <a:off x="742604" y="5020886"/>
            <a:ext cx="5037512" cy="565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E7FC31-B23A-C16B-978C-3895273AE09C}"/>
              </a:ext>
            </a:extLst>
          </p:cNvPr>
          <p:cNvSpPr txBox="1"/>
          <p:nvPr/>
        </p:nvSpPr>
        <p:spPr>
          <a:xfrm>
            <a:off x="644667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246FE0D-1AB4-01A3-38BF-C4F064D00EBB}"/>
              </a:ext>
            </a:extLst>
          </p:cNvPr>
          <p:cNvSpPr txBox="1"/>
          <p:nvPr/>
        </p:nvSpPr>
        <p:spPr>
          <a:xfrm>
            <a:off x="954546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44B28EE-A8BF-6475-87EF-CA592794AC92}"/>
              </a:ext>
            </a:extLst>
          </p:cNvPr>
          <p:cNvSpPr txBox="1"/>
          <p:nvPr/>
        </p:nvSpPr>
        <p:spPr>
          <a:xfrm>
            <a:off x="1264919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7D57E18-9A5A-F9AB-591D-D9E18A778D64}"/>
              </a:ext>
            </a:extLst>
          </p:cNvPr>
          <p:cNvSpPr txBox="1"/>
          <p:nvPr/>
        </p:nvSpPr>
        <p:spPr>
          <a:xfrm>
            <a:off x="1574798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9A2124F-AC1B-DD01-1058-7ADFE94F8C3C}"/>
              </a:ext>
            </a:extLst>
          </p:cNvPr>
          <p:cNvSpPr txBox="1"/>
          <p:nvPr/>
        </p:nvSpPr>
        <p:spPr>
          <a:xfrm>
            <a:off x="1878650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9AB12E4-E92D-F789-F945-2243F962729C}"/>
              </a:ext>
            </a:extLst>
          </p:cNvPr>
          <p:cNvSpPr txBox="1"/>
          <p:nvPr/>
        </p:nvSpPr>
        <p:spPr>
          <a:xfrm>
            <a:off x="2188529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367CFF1-AD17-97EC-5ED8-9B1C11DA8CD8}"/>
              </a:ext>
            </a:extLst>
          </p:cNvPr>
          <p:cNvSpPr txBox="1"/>
          <p:nvPr/>
        </p:nvSpPr>
        <p:spPr>
          <a:xfrm>
            <a:off x="2498902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074ED43-380B-E45A-B737-85003AEE9AA2}"/>
              </a:ext>
            </a:extLst>
          </p:cNvPr>
          <p:cNvSpPr txBox="1"/>
          <p:nvPr/>
        </p:nvSpPr>
        <p:spPr>
          <a:xfrm>
            <a:off x="2808781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A41B6C8-CE35-A010-55E4-6DEB3D0B0AAD}"/>
              </a:ext>
            </a:extLst>
          </p:cNvPr>
          <p:cNvSpPr txBox="1"/>
          <p:nvPr/>
        </p:nvSpPr>
        <p:spPr>
          <a:xfrm>
            <a:off x="3112142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3697D7F-594D-0BE2-F683-77E8A1ADDAC9}"/>
              </a:ext>
            </a:extLst>
          </p:cNvPr>
          <p:cNvSpPr txBox="1"/>
          <p:nvPr/>
        </p:nvSpPr>
        <p:spPr>
          <a:xfrm>
            <a:off x="3422021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614B91D-993D-589F-69FE-E0F845B01516}"/>
              </a:ext>
            </a:extLst>
          </p:cNvPr>
          <p:cNvSpPr txBox="1"/>
          <p:nvPr/>
        </p:nvSpPr>
        <p:spPr>
          <a:xfrm>
            <a:off x="3732394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CF325D9-B49A-9150-61C6-AA5F595424B1}"/>
              </a:ext>
            </a:extLst>
          </p:cNvPr>
          <p:cNvSpPr txBox="1"/>
          <p:nvPr/>
        </p:nvSpPr>
        <p:spPr>
          <a:xfrm>
            <a:off x="4042273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2B0D8D4-6EF7-7244-F557-95CBFDA1FB95}"/>
              </a:ext>
            </a:extLst>
          </p:cNvPr>
          <p:cNvSpPr txBox="1"/>
          <p:nvPr/>
        </p:nvSpPr>
        <p:spPr>
          <a:xfrm>
            <a:off x="4346125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A000D54-8C80-804D-A16E-455D07350F88}"/>
              </a:ext>
            </a:extLst>
          </p:cNvPr>
          <p:cNvSpPr txBox="1"/>
          <p:nvPr/>
        </p:nvSpPr>
        <p:spPr>
          <a:xfrm>
            <a:off x="4656004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1AF139-F0AC-E674-0286-976A0E78FF21}"/>
              </a:ext>
            </a:extLst>
          </p:cNvPr>
          <p:cNvSpPr txBox="1"/>
          <p:nvPr/>
        </p:nvSpPr>
        <p:spPr>
          <a:xfrm>
            <a:off x="4966377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E2D5362-56CF-793B-1859-CDB2DBB7A3B8}"/>
              </a:ext>
            </a:extLst>
          </p:cNvPr>
          <p:cNvSpPr txBox="1"/>
          <p:nvPr/>
        </p:nvSpPr>
        <p:spPr>
          <a:xfrm>
            <a:off x="5276256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DCEA37-2583-AB7E-D3A9-4D61E84A54BA}"/>
              </a:ext>
            </a:extLst>
          </p:cNvPr>
          <p:cNvSpPr txBox="1"/>
          <p:nvPr/>
        </p:nvSpPr>
        <p:spPr>
          <a:xfrm>
            <a:off x="6711518" y="5875016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DF7BBC6-95F6-9C2D-2C12-B7A1CEAC30EB}"/>
              </a:ext>
            </a:extLst>
          </p:cNvPr>
          <p:cNvSpPr txBox="1"/>
          <p:nvPr/>
        </p:nvSpPr>
        <p:spPr>
          <a:xfrm>
            <a:off x="9366746" y="5887291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</a:t>
            </a:r>
            <a:endParaRPr lang="ja-JP" altLang="en-US" sz="1600" dirty="0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853636B2-0CF9-28EF-6271-54946E3FE5F5}"/>
              </a:ext>
            </a:extLst>
          </p:cNvPr>
          <p:cNvSpPr/>
          <p:nvPr/>
        </p:nvSpPr>
        <p:spPr>
          <a:xfrm>
            <a:off x="6914393" y="5020886"/>
            <a:ext cx="5037512" cy="565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D85ECC9-1C05-F7E3-101E-45384B737999}"/>
              </a:ext>
            </a:extLst>
          </p:cNvPr>
          <p:cNvSpPr txBox="1"/>
          <p:nvPr/>
        </p:nvSpPr>
        <p:spPr>
          <a:xfrm>
            <a:off x="6816456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B33C770-394D-3E10-2D03-FAD6B08F11B0}"/>
              </a:ext>
            </a:extLst>
          </p:cNvPr>
          <p:cNvSpPr txBox="1"/>
          <p:nvPr/>
        </p:nvSpPr>
        <p:spPr>
          <a:xfrm>
            <a:off x="7126335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AE85A6D-691D-EB0B-3B4B-1E69D8486C47}"/>
              </a:ext>
            </a:extLst>
          </p:cNvPr>
          <p:cNvSpPr txBox="1"/>
          <p:nvPr/>
        </p:nvSpPr>
        <p:spPr>
          <a:xfrm>
            <a:off x="7436708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18632DE9-6ADF-BC65-4EA6-A408268DD2BB}"/>
              </a:ext>
            </a:extLst>
          </p:cNvPr>
          <p:cNvSpPr txBox="1"/>
          <p:nvPr/>
        </p:nvSpPr>
        <p:spPr>
          <a:xfrm>
            <a:off x="7746587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D5A6ECC-4571-7610-48FC-CBDE15F6066F}"/>
              </a:ext>
            </a:extLst>
          </p:cNvPr>
          <p:cNvSpPr txBox="1"/>
          <p:nvPr/>
        </p:nvSpPr>
        <p:spPr>
          <a:xfrm>
            <a:off x="8050439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DD42574-F690-7270-F76F-2D2142645040}"/>
              </a:ext>
            </a:extLst>
          </p:cNvPr>
          <p:cNvSpPr txBox="1"/>
          <p:nvPr/>
        </p:nvSpPr>
        <p:spPr>
          <a:xfrm>
            <a:off x="8360318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D7BB352-CE13-BD72-CAEC-B6B2256C8E45}"/>
              </a:ext>
            </a:extLst>
          </p:cNvPr>
          <p:cNvSpPr txBox="1"/>
          <p:nvPr/>
        </p:nvSpPr>
        <p:spPr>
          <a:xfrm>
            <a:off x="8670691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EBC6241-E71C-DAD5-47DF-6409D83ED3F1}"/>
              </a:ext>
            </a:extLst>
          </p:cNvPr>
          <p:cNvSpPr txBox="1"/>
          <p:nvPr/>
        </p:nvSpPr>
        <p:spPr>
          <a:xfrm>
            <a:off x="8980570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0518C32-AF1E-0ABE-F911-A61802D0BF92}"/>
              </a:ext>
            </a:extLst>
          </p:cNvPr>
          <p:cNvSpPr txBox="1"/>
          <p:nvPr/>
        </p:nvSpPr>
        <p:spPr>
          <a:xfrm>
            <a:off x="9283931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112CB04-C1E1-741F-3EA1-86610CF28100}"/>
              </a:ext>
            </a:extLst>
          </p:cNvPr>
          <p:cNvSpPr txBox="1"/>
          <p:nvPr/>
        </p:nvSpPr>
        <p:spPr>
          <a:xfrm>
            <a:off x="9593810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D735F74-2965-3B91-FADC-0E30C298D44C}"/>
              </a:ext>
            </a:extLst>
          </p:cNvPr>
          <p:cNvSpPr txBox="1"/>
          <p:nvPr/>
        </p:nvSpPr>
        <p:spPr>
          <a:xfrm>
            <a:off x="9904183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A37F646-4D29-13F6-CADE-5EB58B538FAB}"/>
              </a:ext>
            </a:extLst>
          </p:cNvPr>
          <p:cNvSpPr txBox="1"/>
          <p:nvPr/>
        </p:nvSpPr>
        <p:spPr>
          <a:xfrm>
            <a:off x="10214062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700D97E-D04B-062D-5C99-57A35DFB4BA2}"/>
              </a:ext>
            </a:extLst>
          </p:cNvPr>
          <p:cNvSpPr txBox="1"/>
          <p:nvPr/>
        </p:nvSpPr>
        <p:spPr>
          <a:xfrm>
            <a:off x="10517914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D390408-E1DF-3137-360B-B97F08A6745C}"/>
              </a:ext>
            </a:extLst>
          </p:cNvPr>
          <p:cNvSpPr txBox="1"/>
          <p:nvPr/>
        </p:nvSpPr>
        <p:spPr>
          <a:xfrm>
            <a:off x="10827793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1287157-064C-2E35-8A65-CF93EB41DF72}"/>
              </a:ext>
            </a:extLst>
          </p:cNvPr>
          <p:cNvSpPr txBox="1"/>
          <p:nvPr/>
        </p:nvSpPr>
        <p:spPr>
          <a:xfrm>
            <a:off x="11138166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3AB95171-1077-5DA6-DFFB-E510867E4943}"/>
              </a:ext>
            </a:extLst>
          </p:cNvPr>
          <p:cNvSpPr txBox="1"/>
          <p:nvPr/>
        </p:nvSpPr>
        <p:spPr>
          <a:xfrm>
            <a:off x="11448045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416961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FA667A-D8BC-5261-144C-44F14095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BFD31D6F-9518-ADA7-F78E-576C05940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97" y="4196712"/>
            <a:ext cx="8978033" cy="221067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BE1406A-0E10-61E9-9E46-54023ED2C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998" y="1571800"/>
            <a:ext cx="9046032" cy="222741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75D8C0F-AAAB-25E3-5B11-8BFD74EE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708758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gompertz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Part1: Both-seasons)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BDC7CC9-0E10-90E1-D3BD-1CA1BA047EF7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B16E863-6060-FFC4-D337-EEAB12860BF0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DADF957-DC95-8CD2-92A2-EB7343F50F0B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1AEF3C2-8D7A-ED28-78A6-8316D0100D93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D0B15BFF-8201-6044-92FC-0AA111C945B4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9123A5C-3261-7884-80E2-B963F0872821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4197A48F-5243-6933-C93D-B064C2408E69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4DF0066-6B3F-40CE-2774-2015BACE256D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86DD6894-0A36-55E0-63AA-9A227834D909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8EDC70F6-CE94-15FE-6EC0-284ED631F367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AA0A29AB-302E-A198-96B9-8246E88C188D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A87CCAA8-4F3F-1BC2-9E2A-04B7C7372876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78FDBA45-14D8-D994-FB3A-5823C115BD05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EE7C4B9-B78F-EAB8-6220-06785C68A85E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DB64555F-5EF5-704C-E2CD-C826ED0EA98E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1DC4EEEA-20E8-1A94-24A7-AE528B48518D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DD67F7B6-D3D6-F0AB-7979-206D0231936A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AD240E1E-1C43-BC6F-F6BB-0106DEA11197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27339EF-548C-6F34-FEEE-43FF55472DDE}"/>
              </a:ext>
            </a:extLst>
          </p:cNvPr>
          <p:cNvSpPr/>
          <p:nvPr/>
        </p:nvSpPr>
        <p:spPr>
          <a:xfrm>
            <a:off x="9515987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625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53725D-7E0F-7257-FC7C-569601B0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C99E7AE9-661B-3A95-E75C-6EB13F293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3" y="4172493"/>
            <a:ext cx="9046028" cy="222741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6D3A18E-0E73-03A5-B2E3-EEA40CA3E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3" y="1571800"/>
            <a:ext cx="9046028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1ADBC66-C5DE-C83D-E00E-DDA0214A4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1172450" cy="623099"/>
          </a:xfrm>
        </p:spPr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gompertz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Part2: summer)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5739C2-A815-F34B-4976-2FA1868280C4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8B033D-898E-C368-DC4F-9F180BFA31E1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AF7C9AB-F7EA-7C89-8BC3-73A83CBDE2EC}"/>
              </a:ext>
            </a:extLst>
          </p:cNvPr>
          <p:cNvSpPr/>
          <p:nvPr/>
        </p:nvSpPr>
        <p:spPr>
          <a:xfrm>
            <a:off x="9521430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649E2F2-227A-CCE4-EE4A-8BC216DFE1E1}"/>
              </a:ext>
            </a:extLst>
          </p:cNvPr>
          <p:cNvSpPr/>
          <p:nvPr/>
        </p:nvSpPr>
        <p:spPr>
          <a:xfrm>
            <a:off x="9521430" y="4280215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C945D686-E90C-5013-988E-F6301DBC95A8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3C59076A-DFC1-765B-020B-248D1058D658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C8688E56-DD97-2B0E-9DF1-D175D7174B81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8BCFCCC-4BC7-C268-EFEB-E0474B1E4F20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DF94E885-EDA8-914D-B232-153DAD654D92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BD7C6725-ADF9-1412-3881-8468F380F3E7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3E239E24-0B6F-0DFE-453E-430473F8E43F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C524D8C7-F9D2-9BEA-027F-6E9F721D281E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655D146A-2945-19B6-C1D9-27F4DC75D759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90D1B964-5797-CAD3-ABBC-1D387903FCFD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D9A25686-4EE9-7698-0E69-64DB3484CE60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ACB9A233-6EE3-281D-D1A6-15FCF3DF475B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83FB5243-0E8C-6778-0CDE-6E606EAB0DD9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F68ECD76-B94A-A6A8-2931-CFA38601F145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EFE9392D-DC99-700C-4699-630FD2D9B4EF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421698B2-D87C-30F1-2A18-2E9C91622BD5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6841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4F047B-CA45-72C4-2CB7-7EA58024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13C885BA-9E1B-D1DB-297C-9B04614E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568" y="4172494"/>
            <a:ext cx="9045135" cy="222719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37BAD2F-8F7C-5EC6-0EA7-9824FAB70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566" y="1612288"/>
            <a:ext cx="9045137" cy="222719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B2DED1C-FEF2-A1F4-7B46-BF13912B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gompertz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Part3: winter)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30AE1D-41E1-7586-4E79-A79BE705D38F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9E0080-2F6B-79C6-7499-6074ACF6E3EC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92A1549-0CC1-1E95-9CA6-3C384D345B09}"/>
              </a:ext>
            </a:extLst>
          </p:cNvPr>
          <p:cNvSpPr/>
          <p:nvPr/>
        </p:nvSpPr>
        <p:spPr>
          <a:xfrm>
            <a:off x="9521430" y="1670958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9A6D4BA-C49A-A589-B92D-C4FB8B18EE64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D761067-975F-D220-49D5-7093AFBD186F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F0697A0-54F9-F042-B9C1-21D548DB3C3B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CC4CC33-4AAE-A526-266F-C20225BF866A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0C9DB6-A991-45EF-19C6-6470E36CFDAD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615F86D9-65EB-780D-2277-72F421848B1A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4EF83A09-3337-E752-540B-968EF2AAE34C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104B185-94F2-E3B7-F3E4-EA2F663A75B9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3FED903-A3CE-06E5-90D7-348E08500ED3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E8DFE0E9-A9AC-B1D0-40D3-7597D3C5D217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3B7EDF06-10AA-8241-A3E2-45442D02FA20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89BCAAE5-EC87-762D-186B-2F50260CB22E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44786A39-3AC4-9134-A813-7BA01DCCB9B9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5254E132-4402-DFC4-E23F-D15274B60C89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3D8280F3-3543-65E4-32C8-23EDBC39C4BA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C49607F6-79DF-EF66-AE1A-5DEB6688D337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2146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F36136-9587-96B1-5298-57825292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D4F358D2-86DF-B9E8-B12E-819A0B4F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5" y="1586732"/>
            <a:ext cx="9046028" cy="22274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E6AA9E6-20B2-30BD-9CDE-812CAB52E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674" y="4172493"/>
            <a:ext cx="9046029" cy="222741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614E769-23DB-242A-6961-8BB7DF24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gompertz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Part4: No-season)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E55C14-8C5B-CEE4-8A6D-C4A7342433E1}"/>
              </a:ext>
            </a:extLst>
          </p:cNvPr>
          <p:cNvSpPr txBox="1"/>
          <p:nvPr/>
        </p:nvSpPr>
        <p:spPr>
          <a:xfrm>
            <a:off x="1307171" y="1233246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Dealer1 (southern area) </a:t>
            </a:r>
            <a:endParaRPr lang="ja-JP" altLang="en-US" sz="1600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88966C-CB39-9681-8878-2D00F4514C6F}"/>
              </a:ext>
            </a:extLst>
          </p:cNvPr>
          <p:cNvSpPr txBox="1"/>
          <p:nvPr/>
        </p:nvSpPr>
        <p:spPr>
          <a:xfrm>
            <a:off x="1307171" y="3839482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Dealer2 (northern area) </a:t>
            </a:r>
            <a:endParaRPr lang="ja-JP" altLang="en-US" sz="1600" b="1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5813084A-D362-A1AC-46E0-9D53C543AABC}"/>
              </a:ext>
            </a:extLst>
          </p:cNvPr>
          <p:cNvSpPr/>
          <p:nvPr/>
        </p:nvSpPr>
        <p:spPr>
          <a:xfrm>
            <a:off x="9521430" y="1665515"/>
            <a:ext cx="615043" cy="3990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DBD1013-D8A6-963E-CED0-78D59087E146}"/>
              </a:ext>
            </a:extLst>
          </p:cNvPr>
          <p:cNvSpPr/>
          <p:nvPr/>
        </p:nvSpPr>
        <p:spPr>
          <a:xfrm>
            <a:off x="9510544" y="4272201"/>
            <a:ext cx="61504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7F634C8-1647-7B75-8DC0-9EB66CD72E59}"/>
              </a:ext>
            </a:extLst>
          </p:cNvPr>
          <p:cNvGrpSpPr/>
          <p:nvPr/>
        </p:nvGrpSpPr>
        <p:grpSpPr>
          <a:xfrm>
            <a:off x="10297038" y="1571800"/>
            <a:ext cx="1713613" cy="873413"/>
            <a:chOff x="4479471" y="1813868"/>
            <a:chExt cx="1713613" cy="873413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F97585E-FD47-B202-6432-FE53108735BD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255778C3-005E-7158-2555-9EB86912E2C7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930FFD74-25B5-9892-8464-0D30B40DA6BF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F70E074-6BC8-A901-D88C-2D0597913726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D62B91FE-18F7-160E-C77C-3170965E28AE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426CBB07-E30C-7A28-9CAC-7BF5E84B50C3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F7C0D6C1-455A-8662-F4F1-69225D1BCF1F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2BD6F620-8C2D-8C75-CD0E-386236157127}"/>
              </a:ext>
            </a:extLst>
          </p:cNvPr>
          <p:cNvGrpSpPr/>
          <p:nvPr/>
        </p:nvGrpSpPr>
        <p:grpSpPr>
          <a:xfrm>
            <a:off x="10297038" y="4172493"/>
            <a:ext cx="1713613" cy="873413"/>
            <a:chOff x="4479471" y="1813868"/>
            <a:chExt cx="1713613" cy="873413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FBCE5ED4-03E6-DEF1-3166-ED1215F73136}"/>
                </a:ext>
              </a:extLst>
            </p:cNvPr>
            <p:cNvSpPr/>
            <p:nvPr/>
          </p:nvSpPr>
          <p:spPr>
            <a:xfrm>
              <a:off x="4479471" y="1828800"/>
              <a:ext cx="1713612" cy="84666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D169FD21-0374-B075-42B9-3BFB1313F672}"/>
                </a:ext>
              </a:extLst>
            </p:cNvPr>
            <p:cNvCxnSpPr/>
            <p:nvPr/>
          </p:nvCxnSpPr>
          <p:spPr>
            <a:xfrm>
              <a:off x="4512296" y="1950029"/>
              <a:ext cx="386443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114DF0B0-642B-C6A6-31F2-1669C489228F}"/>
                </a:ext>
              </a:extLst>
            </p:cNvPr>
            <p:cNvSpPr txBox="1"/>
            <p:nvPr/>
          </p:nvSpPr>
          <p:spPr>
            <a:xfrm>
              <a:off x="4866083" y="1813868"/>
              <a:ext cx="13270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Simulated demand</a:t>
              </a:r>
              <a:endParaRPr lang="ja-JP" altLang="en-US" sz="1200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B62073CC-2D89-AEAA-A408-5CB366C87266}"/>
                </a:ext>
              </a:extLst>
            </p:cNvPr>
            <p:cNvSpPr txBox="1"/>
            <p:nvPr/>
          </p:nvSpPr>
          <p:spPr>
            <a:xfrm>
              <a:off x="4866083" y="2013320"/>
              <a:ext cx="116477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features</a:t>
              </a:r>
              <a:endParaRPr lang="ja-JP" altLang="en-US" sz="1200" dirty="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6C61AA15-68E9-AE51-72BA-CC01C49ABF78}"/>
                </a:ext>
              </a:extLst>
            </p:cNvPr>
            <p:cNvSpPr txBox="1"/>
            <p:nvPr/>
          </p:nvSpPr>
          <p:spPr>
            <a:xfrm>
              <a:off x="4866082" y="2225616"/>
              <a:ext cx="13270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+ </a:t>
              </a:r>
            </a:p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Historical features</a:t>
              </a:r>
              <a:endParaRPr lang="ja-JP" altLang="en-US" sz="1200" dirty="0"/>
            </a:p>
          </p:txBody>
        </p: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B5A70E36-F333-B351-27B8-73D8F74D0793}"/>
                </a:ext>
              </a:extLst>
            </p:cNvPr>
            <p:cNvCxnSpPr/>
            <p:nvPr/>
          </p:nvCxnSpPr>
          <p:spPr>
            <a:xfrm>
              <a:off x="4517739" y="2142281"/>
              <a:ext cx="38644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C8A78F07-5883-3FB1-2156-6C5E402B3A2C}"/>
                </a:ext>
              </a:extLst>
            </p:cNvPr>
            <p:cNvCxnSpPr/>
            <p:nvPr/>
          </p:nvCxnSpPr>
          <p:spPr>
            <a:xfrm>
              <a:off x="4512296" y="2459391"/>
              <a:ext cx="386443" cy="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6852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5B8DD9-37FA-3C9A-A17E-A88AA1E1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19907E21-1A64-2710-883A-4D4C49F25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117" y="1998209"/>
            <a:ext cx="5293050" cy="369064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EEB69A5-74B5-6C31-847A-C2ED932DC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98209"/>
            <a:ext cx="4952113" cy="369064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C8104DD-AB7E-928E-4B33-C3EA9D5B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gompertz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85890F-E422-654A-C04E-0F2DF3DBCBA1}"/>
              </a:ext>
            </a:extLst>
          </p:cNvPr>
          <p:cNvSpPr txBox="1"/>
          <p:nvPr/>
        </p:nvSpPr>
        <p:spPr>
          <a:xfrm>
            <a:off x="615929" y="1581501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7660265-43B7-9BF5-0779-8855942F4AC8}"/>
              </a:ext>
            </a:extLst>
          </p:cNvPr>
          <p:cNvSpPr txBox="1"/>
          <p:nvPr/>
        </p:nvSpPr>
        <p:spPr>
          <a:xfrm>
            <a:off x="6096000" y="1581501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features</a:t>
            </a:r>
            <a:endParaRPr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090589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D2D900-ACDB-714A-DF28-E5096B56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7B98A4D1-EA73-7AA8-BE8A-E4BA9D27C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286" y="1998209"/>
            <a:ext cx="5931827" cy="366631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273E778-277D-0D4E-C98B-7D93334DA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2" y="1998209"/>
            <a:ext cx="5931827" cy="366631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4C208EB-15A8-C4FB-687A-D4118EA1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gompertz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D376C8-8255-1991-4D03-94A8725F1A87}"/>
              </a:ext>
            </a:extLst>
          </p:cNvPr>
          <p:cNvSpPr txBox="1"/>
          <p:nvPr/>
        </p:nvSpPr>
        <p:spPr>
          <a:xfrm>
            <a:off x="452643" y="1581501"/>
            <a:ext cx="4745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0F9F72-8F4E-3CD8-A859-6E46DDAEF6E2}"/>
              </a:ext>
            </a:extLst>
          </p:cNvPr>
          <p:cNvSpPr txBox="1"/>
          <p:nvPr/>
        </p:nvSpPr>
        <p:spPr>
          <a:xfrm>
            <a:off x="6618514" y="1581501"/>
            <a:ext cx="501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RSME</a:t>
            </a:r>
            <a:endParaRPr lang="ja-JP" altLang="en-US" sz="1600" b="1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41EFECD-9A04-9DD3-FD0B-37F65C691638}"/>
              </a:ext>
            </a:extLst>
          </p:cNvPr>
          <p:cNvSpPr txBox="1"/>
          <p:nvPr/>
        </p:nvSpPr>
        <p:spPr>
          <a:xfrm>
            <a:off x="539729" y="5875016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936B768-E3B2-C284-4A50-DAFBF94CA801}"/>
              </a:ext>
            </a:extLst>
          </p:cNvPr>
          <p:cNvSpPr txBox="1"/>
          <p:nvPr/>
        </p:nvSpPr>
        <p:spPr>
          <a:xfrm>
            <a:off x="3194957" y="5887291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</a:t>
            </a:r>
            <a:endParaRPr lang="ja-JP" altLang="en-US" sz="16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99894A0-9BD0-04B4-E374-FCF118DEC7BB}"/>
              </a:ext>
            </a:extLst>
          </p:cNvPr>
          <p:cNvSpPr/>
          <p:nvPr/>
        </p:nvSpPr>
        <p:spPr>
          <a:xfrm>
            <a:off x="742604" y="5020886"/>
            <a:ext cx="5037512" cy="565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A899D5C-520D-993E-7955-FEA1E81EFF64}"/>
              </a:ext>
            </a:extLst>
          </p:cNvPr>
          <p:cNvSpPr txBox="1"/>
          <p:nvPr/>
        </p:nvSpPr>
        <p:spPr>
          <a:xfrm>
            <a:off x="644667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C2E9C7B-1938-7F67-4999-114E57B874CB}"/>
              </a:ext>
            </a:extLst>
          </p:cNvPr>
          <p:cNvSpPr txBox="1"/>
          <p:nvPr/>
        </p:nvSpPr>
        <p:spPr>
          <a:xfrm>
            <a:off x="954546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1370B73-2C1F-3302-BC0D-00DF40DCDFA2}"/>
              </a:ext>
            </a:extLst>
          </p:cNvPr>
          <p:cNvSpPr txBox="1"/>
          <p:nvPr/>
        </p:nvSpPr>
        <p:spPr>
          <a:xfrm>
            <a:off x="1264919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2EC08E3-86BB-1915-687D-7A384A6370BD}"/>
              </a:ext>
            </a:extLst>
          </p:cNvPr>
          <p:cNvSpPr txBox="1"/>
          <p:nvPr/>
        </p:nvSpPr>
        <p:spPr>
          <a:xfrm>
            <a:off x="1574798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345B63F-A3AC-9BF2-FD25-A93A3534015C}"/>
              </a:ext>
            </a:extLst>
          </p:cNvPr>
          <p:cNvSpPr txBox="1"/>
          <p:nvPr/>
        </p:nvSpPr>
        <p:spPr>
          <a:xfrm>
            <a:off x="1878650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6DB79D2-7D76-1551-E3A8-B328D2DC8937}"/>
              </a:ext>
            </a:extLst>
          </p:cNvPr>
          <p:cNvSpPr txBox="1"/>
          <p:nvPr/>
        </p:nvSpPr>
        <p:spPr>
          <a:xfrm>
            <a:off x="2188529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44F5A84-8ADF-0706-E3B9-B045952D7540}"/>
              </a:ext>
            </a:extLst>
          </p:cNvPr>
          <p:cNvSpPr txBox="1"/>
          <p:nvPr/>
        </p:nvSpPr>
        <p:spPr>
          <a:xfrm>
            <a:off x="2498902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FCF3011-4305-3965-512B-49E5C8E64EBB}"/>
              </a:ext>
            </a:extLst>
          </p:cNvPr>
          <p:cNvSpPr txBox="1"/>
          <p:nvPr/>
        </p:nvSpPr>
        <p:spPr>
          <a:xfrm>
            <a:off x="2808781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84C9EF5-B21A-3888-CCBC-3DB0807B9B00}"/>
              </a:ext>
            </a:extLst>
          </p:cNvPr>
          <p:cNvSpPr txBox="1"/>
          <p:nvPr/>
        </p:nvSpPr>
        <p:spPr>
          <a:xfrm>
            <a:off x="3112142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EA6429A-687B-F95D-C36A-D895A1157736}"/>
              </a:ext>
            </a:extLst>
          </p:cNvPr>
          <p:cNvSpPr txBox="1"/>
          <p:nvPr/>
        </p:nvSpPr>
        <p:spPr>
          <a:xfrm>
            <a:off x="3422021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66D07D1-190A-6341-9E1D-875D4CB049AA}"/>
              </a:ext>
            </a:extLst>
          </p:cNvPr>
          <p:cNvSpPr txBox="1"/>
          <p:nvPr/>
        </p:nvSpPr>
        <p:spPr>
          <a:xfrm>
            <a:off x="3732394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7824B67-8A5C-C80A-DB8D-3698C4B8BD46}"/>
              </a:ext>
            </a:extLst>
          </p:cNvPr>
          <p:cNvSpPr txBox="1"/>
          <p:nvPr/>
        </p:nvSpPr>
        <p:spPr>
          <a:xfrm>
            <a:off x="4042273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AD736E2-C024-4288-7591-7332E9597C43}"/>
              </a:ext>
            </a:extLst>
          </p:cNvPr>
          <p:cNvSpPr txBox="1"/>
          <p:nvPr/>
        </p:nvSpPr>
        <p:spPr>
          <a:xfrm>
            <a:off x="4346125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99C0123-EB2C-64B3-0014-8B25D194245B}"/>
              </a:ext>
            </a:extLst>
          </p:cNvPr>
          <p:cNvSpPr txBox="1"/>
          <p:nvPr/>
        </p:nvSpPr>
        <p:spPr>
          <a:xfrm>
            <a:off x="4656004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773FB26-28C6-94B4-C1BE-55EEDA4CA3EF}"/>
              </a:ext>
            </a:extLst>
          </p:cNvPr>
          <p:cNvSpPr txBox="1"/>
          <p:nvPr/>
        </p:nvSpPr>
        <p:spPr>
          <a:xfrm>
            <a:off x="4966377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88DF0C5-5E0C-EE1D-FB3A-4B80C7BA2A79}"/>
              </a:ext>
            </a:extLst>
          </p:cNvPr>
          <p:cNvSpPr txBox="1"/>
          <p:nvPr/>
        </p:nvSpPr>
        <p:spPr>
          <a:xfrm>
            <a:off x="5276256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F23BBB5-1655-A0D6-9611-CA81ABA15B7C}"/>
              </a:ext>
            </a:extLst>
          </p:cNvPr>
          <p:cNvSpPr txBox="1"/>
          <p:nvPr/>
        </p:nvSpPr>
        <p:spPr>
          <a:xfrm>
            <a:off x="6711518" y="5875016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</a:t>
            </a:r>
            <a:endParaRPr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F2FE6C4-6995-FF63-A764-3D623E254DAC}"/>
              </a:ext>
            </a:extLst>
          </p:cNvPr>
          <p:cNvSpPr txBox="1"/>
          <p:nvPr/>
        </p:nvSpPr>
        <p:spPr>
          <a:xfrm>
            <a:off x="9366746" y="5887291"/>
            <a:ext cx="2655228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+ Historical feature</a:t>
            </a:r>
            <a:endParaRPr lang="ja-JP" altLang="en-US" sz="1600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CD89DD9-4790-D665-DEF6-4908827D88BB}"/>
              </a:ext>
            </a:extLst>
          </p:cNvPr>
          <p:cNvSpPr/>
          <p:nvPr/>
        </p:nvSpPr>
        <p:spPr>
          <a:xfrm>
            <a:off x="6914393" y="5020886"/>
            <a:ext cx="5037512" cy="5654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B269454-7954-FB3E-C214-73797826F95D}"/>
              </a:ext>
            </a:extLst>
          </p:cNvPr>
          <p:cNvSpPr txBox="1"/>
          <p:nvPr/>
        </p:nvSpPr>
        <p:spPr>
          <a:xfrm>
            <a:off x="6816456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B3C1973-B1B1-2FFE-B540-4831CBC31A77}"/>
              </a:ext>
            </a:extLst>
          </p:cNvPr>
          <p:cNvSpPr txBox="1"/>
          <p:nvPr/>
        </p:nvSpPr>
        <p:spPr>
          <a:xfrm>
            <a:off x="7126335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AF52B176-375B-20C7-596B-20EAD72772FF}"/>
              </a:ext>
            </a:extLst>
          </p:cNvPr>
          <p:cNvSpPr txBox="1"/>
          <p:nvPr/>
        </p:nvSpPr>
        <p:spPr>
          <a:xfrm>
            <a:off x="7436708" y="501556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78D2B42-81D7-E283-5A94-39BDDFAB62BB}"/>
              </a:ext>
            </a:extLst>
          </p:cNvPr>
          <p:cNvSpPr txBox="1"/>
          <p:nvPr/>
        </p:nvSpPr>
        <p:spPr>
          <a:xfrm>
            <a:off x="7746587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6BAC53F-C3F8-881A-4AE7-8CC78B3F27B3}"/>
              </a:ext>
            </a:extLst>
          </p:cNvPr>
          <p:cNvSpPr txBox="1"/>
          <p:nvPr/>
        </p:nvSpPr>
        <p:spPr>
          <a:xfrm>
            <a:off x="8050439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D4638BF-E075-7D45-3406-90284C245D9D}"/>
              </a:ext>
            </a:extLst>
          </p:cNvPr>
          <p:cNvSpPr txBox="1"/>
          <p:nvPr/>
        </p:nvSpPr>
        <p:spPr>
          <a:xfrm>
            <a:off x="8360318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15820B5-FF67-CE96-ADFE-AE1AADE293EB}"/>
              </a:ext>
            </a:extLst>
          </p:cNvPr>
          <p:cNvSpPr txBox="1"/>
          <p:nvPr/>
        </p:nvSpPr>
        <p:spPr>
          <a:xfrm>
            <a:off x="8670691" y="5014482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4941DF8-AFB1-E820-5A92-6D54DC481A43}"/>
              </a:ext>
            </a:extLst>
          </p:cNvPr>
          <p:cNvSpPr txBox="1"/>
          <p:nvPr/>
        </p:nvSpPr>
        <p:spPr>
          <a:xfrm>
            <a:off x="8980570" y="5013400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CB91523-1F7D-9BBE-A518-6A8312D461E7}"/>
              </a:ext>
            </a:extLst>
          </p:cNvPr>
          <p:cNvSpPr txBox="1"/>
          <p:nvPr/>
        </p:nvSpPr>
        <p:spPr>
          <a:xfrm>
            <a:off x="9283931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A4C65C0-CF17-ED09-AC7A-4DC6DD9CB252}"/>
              </a:ext>
            </a:extLst>
          </p:cNvPr>
          <p:cNvSpPr txBox="1"/>
          <p:nvPr/>
        </p:nvSpPr>
        <p:spPr>
          <a:xfrm>
            <a:off x="9593810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42CF03B-DD76-DAF3-ED44-6169BE76AB58}"/>
              </a:ext>
            </a:extLst>
          </p:cNvPr>
          <p:cNvSpPr txBox="1"/>
          <p:nvPr/>
        </p:nvSpPr>
        <p:spPr>
          <a:xfrm>
            <a:off x="9904183" y="5021968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D0308CB1-96B4-E947-A34F-4FD31A461937}"/>
              </a:ext>
            </a:extLst>
          </p:cNvPr>
          <p:cNvSpPr txBox="1"/>
          <p:nvPr/>
        </p:nvSpPr>
        <p:spPr>
          <a:xfrm>
            <a:off x="10214062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sou.</a:t>
            </a:r>
            <a:endParaRPr lang="ja-JP" altLang="en-US" sz="105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BB74CA8-E1AF-383F-C1AE-97882E69C804}"/>
              </a:ext>
            </a:extLst>
          </p:cNvPr>
          <p:cNvSpPr txBox="1"/>
          <p:nvPr/>
        </p:nvSpPr>
        <p:spPr>
          <a:xfrm>
            <a:off x="10517914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(both)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EC92F25-431F-4DEB-7D12-0F22230EAB44}"/>
              </a:ext>
            </a:extLst>
          </p:cNvPr>
          <p:cNvSpPr txBox="1"/>
          <p:nvPr/>
        </p:nvSpPr>
        <p:spPr>
          <a:xfrm>
            <a:off x="10827793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F9E22DC-4502-EDBB-4692-123BDD48FD3B}"/>
              </a:ext>
            </a:extLst>
          </p:cNvPr>
          <p:cNvSpPr txBox="1"/>
          <p:nvPr/>
        </p:nvSpPr>
        <p:spPr>
          <a:xfrm>
            <a:off x="11138166" y="5020886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(nor)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83B5449-1805-1AC7-36A5-C21A9958A353}"/>
              </a:ext>
            </a:extLst>
          </p:cNvPr>
          <p:cNvSpPr txBox="1"/>
          <p:nvPr/>
        </p:nvSpPr>
        <p:spPr>
          <a:xfrm>
            <a:off x="11448045" y="5019804"/>
            <a:ext cx="50859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(no)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D01</a:t>
            </a:r>
          </a:p>
          <a:p>
            <a:pPr algn="ctr"/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nor.</a:t>
            </a:r>
            <a:endParaRPr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96879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62C5-E001-DD50-D57E-80E2663F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0FC9913-E8AA-CC43-7BEF-24C1B76B2949}"/>
              </a:ext>
            </a:extLst>
          </p:cNvPr>
          <p:cNvSpPr txBox="1">
            <a:spLocks/>
          </p:cNvSpPr>
          <p:nvPr/>
        </p:nvSpPr>
        <p:spPr>
          <a:xfrm>
            <a:off x="789212" y="1300954"/>
            <a:ext cx="11023560" cy="4849475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ja-JP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Simulator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Generates synthetic demand data for truck spare parts.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Predicts future demand based on the historical demand data.</a:t>
            </a:r>
            <a:endParaRPr lang="en-US" altLang="ja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Simulator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Simulates inventory management based on actual and forecasted demand.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Calculate key performance indicators (KPIs).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9744E94-61F0-A455-8A8A-EDDDF7FD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Simulators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718041-715C-1273-8C3A-A562F5D736DE}"/>
              </a:ext>
            </a:extLst>
          </p:cNvPr>
          <p:cNvSpPr/>
          <p:nvPr/>
        </p:nvSpPr>
        <p:spPr>
          <a:xfrm>
            <a:off x="859465" y="4890976"/>
            <a:ext cx="2488018" cy="11637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975AAF8-FBBC-51F4-7E27-8C6F33B306BE}"/>
              </a:ext>
            </a:extLst>
          </p:cNvPr>
          <p:cNvSpPr/>
          <p:nvPr/>
        </p:nvSpPr>
        <p:spPr>
          <a:xfrm>
            <a:off x="4851991" y="4890976"/>
            <a:ext cx="2488018" cy="11637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</a:t>
            </a:r>
          </a:p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82BD9E9-3A95-5B25-AFB1-BAE65195DA24}"/>
              </a:ext>
            </a:extLst>
          </p:cNvPr>
          <p:cNvSpPr/>
          <p:nvPr/>
        </p:nvSpPr>
        <p:spPr>
          <a:xfrm>
            <a:off x="8844517" y="4890976"/>
            <a:ext cx="2488018" cy="11637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283E386-0397-8CB7-7A78-B7D83A69A8F1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347483" y="5472856"/>
            <a:ext cx="15045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8B1A2AA-DC89-8D45-6ECA-A3AD7CC87B4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340009" y="5472856"/>
            <a:ext cx="15045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A2E30B3-E5BA-C75B-D7AE-9D06C4664011}"/>
              </a:ext>
            </a:extLst>
          </p:cNvPr>
          <p:cNvSpPr txBox="1"/>
          <p:nvPr/>
        </p:nvSpPr>
        <p:spPr>
          <a:xfrm>
            <a:off x="3347483" y="5551945"/>
            <a:ext cx="1434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1470034-F402-F1D8-EBF3-592368CA4B2C}"/>
              </a:ext>
            </a:extLst>
          </p:cNvPr>
          <p:cNvSpPr txBox="1"/>
          <p:nvPr/>
        </p:nvSpPr>
        <p:spPr>
          <a:xfrm>
            <a:off x="7375135" y="5551945"/>
            <a:ext cx="143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Forecasted /</a:t>
            </a: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</a:p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emand</a:t>
            </a:r>
          </a:p>
        </p:txBody>
      </p:sp>
    </p:spTree>
    <p:extLst>
      <p:ext uri="{BB962C8B-B14F-4D97-AF65-F5344CB8AC3E}">
        <p14:creationId xmlns:p14="http://schemas.microsoft.com/office/powerpoint/2010/main" val="1415011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1B653-F211-1322-D08A-05673CE6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7F5C2C-22EC-67E5-7792-2EBECFB8B53F}"/>
              </a:ext>
            </a:extLst>
          </p:cNvPr>
          <p:cNvSpPr txBox="1">
            <a:spLocks/>
          </p:cNvSpPr>
          <p:nvPr/>
        </p:nvSpPr>
        <p:spPr>
          <a:xfrm>
            <a:off x="789212" y="1360967"/>
            <a:ext cx="11023560" cy="11315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514350" indent="-342900"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years of demand data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part type held by each dealer, based on failure models. </a:t>
            </a:r>
          </a:p>
          <a:p>
            <a:pPr marL="0" indent="0" algn="just">
              <a:buNone/>
            </a:pP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F647798-6AA5-FEB0-35C7-4A70804B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Demand Simulator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69B42D-8C57-4E6C-38F8-3186C8DE24D6}"/>
              </a:ext>
            </a:extLst>
          </p:cNvPr>
          <p:cNvSpPr txBox="1"/>
          <p:nvPr/>
        </p:nvSpPr>
        <p:spPr>
          <a:xfrm>
            <a:off x="838200" y="2607493"/>
            <a:ext cx="2154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</a:t>
            </a:r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dealers = 10</a:t>
            </a:r>
            <a:endParaRPr kumimoji="1" lang="ja-JP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DAA0D9F-988A-E347-AF25-356243113153}"/>
              </a:ext>
            </a:extLst>
          </p:cNvPr>
          <p:cNvSpPr txBox="1"/>
          <p:nvPr/>
        </p:nvSpPr>
        <p:spPr>
          <a:xfrm>
            <a:off x="3221908" y="2607493"/>
            <a:ext cx="2154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</a:t>
            </a:r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trucks =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kumimoji="1" lang="ja-JP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5095482-2C09-9F03-1689-D2A908540CD2}"/>
              </a:ext>
            </a:extLst>
          </p:cNvPr>
          <p:cNvSpPr txBox="1"/>
          <p:nvPr/>
        </p:nvSpPr>
        <p:spPr>
          <a:xfrm>
            <a:off x="5605616" y="2607493"/>
            <a:ext cx="21540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</a:t>
            </a:r>
            <a:r>
              <a:rPr kumimoji="1"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= </a:t>
            </a:r>
            <a:r>
              <a:rPr lang="en-US" altLang="ja-J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kumimoji="1" lang="ja-JP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85C726-0AD1-F99C-1024-41BD70C8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1779"/>
            <a:ext cx="8666639" cy="322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30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32D7-1728-560E-8CEA-56DFD273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F72D33-AAE6-FCD3-6587-C62A6030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Forecasting Model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B65FBAF-0CA5-5173-3D45-5C3FE746B84F}"/>
              </a:ext>
            </a:extLst>
          </p:cNvPr>
          <p:cNvSpPr txBox="1">
            <a:spLocks/>
          </p:cNvSpPr>
          <p:nvPr/>
        </p:nvSpPr>
        <p:spPr>
          <a:xfrm>
            <a:off x="789212" y="1360967"/>
            <a:ext cx="11023560" cy="530564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- Predict</a:t>
            </a:r>
            <a:endParaRPr lang="en-US" altLang="ja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342900"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using 2 years of demand data, for all parts across all dealers </a:t>
            </a:r>
          </a:p>
          <a:p>
            <a:pPr marL="514350" indent="-342900"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demands for the following year of each part in each dealer</a:t>
            </a:r>
          </a:p>
          <a:p>
            <a:pPr marL="514350" indent="-342900" algn="just"/>
            <a:endParaRPr lang="en-US" altLang="ja-JP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 marL="514350" indent="-342900" algn="just"/>
            <a:r>
              <a:rPr lang="en-US" altLang="ja-JP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 types of feature dataset: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342900"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</a:p>
          <a:p>
            <a:pPr marL="514350" indent="-342900"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data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(pseudo forecasting data): adds Gaussian noise (sigma=1.0, 2.5, 5.0) to the actual demand.</a:t>
            </a:r>
          </a:p>
          <a:p>
            <a:pPr marL="514350" indent="-342900" algn="just"/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Evaluation</a:t>
            </a:r>
            <a:endParaRPr lang="en-US" altLang="ja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342900"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mean of MAE for all parts across all dealers.</a:t>
            </a:r>
          </a:p>
          <a:p>
            <a:pPr marL="514350" indent="-342900"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RSME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the mean of RSME for all parts across all dealers.</a:t>
            </a:r>
          </a:p>
          <a:p>
            <a:pPr marL="0" indent="0" algn="just">
              <a:buNone/>
            </a:pP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315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694D-0AE0-18DB-8D0F-B4C3D2FD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E7B4E3-A7FD-B3F3-4D3D-999B55FA8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Cost Simulator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14242925-0188-AF75-485C-E7D1A3BF7BAD}"/>
              </a:ext>
            </a:extLst>
          </p:cNvPr>
          <p:cNvSpPr txBox="1">
            <a:spLocks/>
          </p:cNvSpPr>
          <p:nvPr/>
        </p:nvSpPr>
        <p:spPr>
          <a:xfrm>
            <a:off x="789212" y="1360967"/>
            <a:ext cx="11023560" cy="520995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514350" indent="-342900"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shipment, inventory checking, and replenishment, according to </a:t>
            </a:r>
            <a:r>
              <a:rPr lang="en-US" altLang="ja-JP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(simulated) and forecasted demand over one year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342900"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KPIs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total cost of inventory management for all parts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mean of the immediate service levels for all parts</a:t>
            </a:r>
          </a:p>
          <a:p>
            <a:pPr marL="514350" indent="-342900"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Policy: standard inventory policy</a:t>
            </a:r>
          </a:p>
          <a:p>
            <a:pPr marL="514350" indent="-342900" algn="just"/>
            <a:endParaRPr lang="en-US" altLang="ja-JP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(common to all parts)</a:t>
            </a:r>
            <a:endParaRPr lang="en-US" altLang="ja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-342900" algn="just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time: 14 days standard, 2 days urgent, Initial stock: 100 units</a:t>
            </a:r>
          </a:p>
          <a:p>
            <a:pPr marL="514350" lvl="1" indent="-342900" algn="just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costs: rate 15% annually, 0.13 SEK part value</a:t>
            </a:r>
          </a:p>
          <a:p>
            <a:pPr marL="514350" lvl="1" indent="-342900" algn="just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cost: 100 SEK per regular order (165 SEK per urgent order)</a:t>
            </a:r>
          </a:p>
          <a:p>
            <a:pPr marL="514350" lvl="1" indent="-342900" algn="just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Transporting costs: 2 SEK per kilogram, 0.001 kg per unit</a:t>
            </a:r>
          </a:p>
          <a:p>
            <a:pPr marL="514350" lvl="1" indent="-342900" algn="just"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16754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CA2D-21EC-D436-FFCA-B186DAAC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75FF0F-69DB-F33F-C589-A69AD6DA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Accuracy: MAE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F3BD12B-290A-36EA-E86B-4331B55EF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4" y="1251125"/>
            <a:ext cx="8070111" cy="49994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250325-F298-7476-BE81-AAC661B2F8D6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87A90C-7057-9648-8EC6-E8096E11F49C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AAED4CB-1A29-0C96-AE4F-F9BAE537DDFE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97F8B8-E1B3-7935-BCEA-5A36C363903E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F4D24F0-3340-278F-3465-FAD947C7EB8D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93C20AE-3A5F-C1BD-E88A-386BE7B18A47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8395055-59B5-9C5D-1114-D45A109A3270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689F183-0EBA-C73A-42EE-E4319A912C39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2B7C1F3-6685-CFC6-21E2-5382F03F42D8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2B7C1F3-6685-CFC6-21E2-5382F03F4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407391A-DDD2-3F41-4C55-91F4AE180335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4407391A-DDD2-3F41-4C55-91F4AE180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3DDC923-0DAC-A23C-D1C0-A750B0C15C11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3DDC923-0DAC-A23C-D1C0-A750B0C15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174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A77D-E72E-72EC-D034-7DCE4AC3D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52C656-FC3F-728B-F59E-9E02AE07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Accuracy: MAE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85B3359-1BF4-C3AA-7C26-29E77258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4" y="1251125"/>
            <a:ext cx="8070111" cy="49994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1EF704E-80C1-6E51-6C0B-E84E14669DCA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B1B56A-733F-DFC6-8B40-E23B613093AA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66D464-4B10-11E2-BCBD-7CAF92169EA7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0C5CAE-4B1C-822F-1BB0-7CF3FE2E842B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B977D8E-9190-FB87-59F7-77FB96E64913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117B312-7A25-769F-806D-12F9E47BF7AE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0524FAD-D58B-367D-A047-21E6AB6D71CD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FA8F76D-504E-54CD-5A68-3C089F23A36E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3A1FF5F-3833-7E9F-1BF4-D3241E312771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3A1FF5F-3833-7E9F-1BF4-D3241E312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D23EF6B-795E-2A74-7705-7CD37A896C69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D23EF6B-795E-2A74-7705-7CD37A896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39F63E1-E896-96B5-7FBA-C7F38BE4285A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639F63E1-E896-96B5-7FBA-C7F38BE4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742D43E-FC10-4158-1DCD-D8A660DF3CA0}"/>
              </a:ext>
            </a:extLst>
          </p:cNvPr>
          <p:cNvSpPr/>
          <p:nvPr/>
        </p:nvSpPr>
        <p:spPr>
          <a:xfrm>
            <a:off x="2854213" y="4065814"/>
            <a:ext cx="727187" cy="23017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EA1A6758-572B-A3F6-5AB6-541BD93BD663}"/>
              </a:ext>
            </a:extLst>
          </p:cNvPr>
          <p:cNvCxnSpPr>
            <a:cxnSpLocks/>
          </p:cNvCxnSpPr>
          <p:nvPr/>
        </p:nvCxnSpPr>
        <p:spPr>
          <a:xfrm flipV="1">
            <a:off x="8066314" y="1698171"/>
            <a:ext cx="1300859" cy="2873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8982B1-8E0E-3F1B-6A49-E36A460AEF53}"/>
              </a:ext>
            </a:extLst>
          </p:cNvPr>
          <p:cNvSpPr/>
          <p:nvPr/>
        </p:nvSpPr>
        <p:spPr>
          <a:xfrm>
            <a:off x="4976933" y="4065814"/>
            <a:ext cx="620488" cy="230170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6B55A3-AC15-1D49-7F48-8FE06FEE970A}"/>
              </a:ext>
            </a:extLst>
          </p:cNvPr>
          <p:cNvSpPr/>
          <p:nvPr/>
        </p:nvSpPr>
        <p:spPr>
          <a:xfrm>
            <a:off x="6352858" y="4065814"/>
            <a:ext cx="620488" cy="2301708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A30E54-1124-4534-CE5D-5F371DB3EE05}"/>
              </a:ext>
            </a:extLst>
          </p:cNvPr>
          <p:cNvSpPr txBox="1"/>
          <p:nvPr/>
        </p:nvSpPr>
        <p:spPr>
          <a:xfrm>
            <a:off x="5002251" y="3758989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7AAF1EC-C680-ED1A-38E1-608332C020CA}"/>
              </a:ext>
            </a:extLst>
          </p:cNvPr>
          <p:cNvSpPr txBox="1"/>
          <p:nvPr/>
        </p:nvSpPr>
        <p:spPr>
          <a:xfrm>
            <a:off x="2952450" y="3750844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04BF0B1-097C-EE20-324A-4A051F768D64}"/>
              </a:ext>
            </a:extLst>
          </p:cNvPr>
          <p:cNvSpPr txBox="1"/>
          <p:nvPr/>
        </p:nvSpPr>
        <p:spPr>
          <a:xfrm>
            <a:off x="6384741" y="3750844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752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D441-74C4-EF5D-DEE3-6EF47ED3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6B06E23-1E43-3A8F-02FC-6CD8D46CD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4" y="1248616"/>
            <a:ext cx="8074162" cy="500194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455FBBA-B680-E635-6F5E-61AD2AA7C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Accuracy : RMSE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1832DC6-8E87-58BF-8C5D-A9EB6F8435FD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8547F0-3637-C930-CEDF-9243240F42A1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ED0707-86D7-FEEF-DA9D-057FA3F66AFB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09E404-94DC-51F1-A8AB-82445BDF7701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F12225E-32AE-0785-AC61-982B60560947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27CD3CD-571A-A44E-6B65-6761067E8606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C6F6A1-4481-7635-CCB0-6A3294F5B4BF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AB3E159-33B8-12C1-14C4-E54BBBBCC58C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31DA740-50AB-8361-D0D5-F212E69278BF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31DA740-50AB-8361-D0D5-F212E6927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2DE7C14-ED6F-5D86-E9EB-619EA00499E7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2DE7C14-ED6F-5D86-E9EB-619EA0049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9FA9B70-BD5A-3ED2-0DB6-EECD893AAA48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9FA9B70-BD5A-3ED2-0DB6-EECD893AA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430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AB7D-24B0-C7D3-4BB7-ED23E684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B23705F-14EA-C95A-136C-EC3297A2F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4" y="1248616"/>
            <a:ext cx="8074162" cy="500194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EDFC4F7-7D2C-919C-49C4-DDAFD4D7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 Accuracy : RMSE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7B974B5-7B0C-DBEB-1A10-4B1EE7111061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6E4178-BC0D-A2B1-2226-36F5FFB648AB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3A9095D-0DC7-C18B-FC94-E84A40BBF9CE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2FC555-2FA6-AB0D-2891-FD77D0076773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E91EC3-9C99-FAEA-03B2-DEBAFFD2D1FF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D8708DA-B985-B863-53DC-4A673C807ADD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68851CE-B5B5-C5EF-9C7C-7D8F5A73695C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39F2BA2-AC20-00B9-CFB9-E9839459D6BD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80EB92B-1A7C-47C0-BD0F-C6D48FE78471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80EB92B-1A7C-47C0-BD0F-C6D48FE78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9B59A8C-450D-CCEE-6D2F-0BCCD780FA1B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9B59A8C-450D-CCEE-6D2F-0BCCD780F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5E2433C-7D2E-8AD2-318F-F0A45007B3EF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1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5E2433C-7D2E-8AD2-318F-F0A45007B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EFEBCD5-67C6-5C34-6AE9-5C5089094568}"/>
              </a:ext>
            </a:extLst>
          </p:cNvPr>
          <p:cNvSpPr/>
          <p:nvPr/>
        </p:nvSpPr>
        <p:spPr>
          <a:xfrm>
            <a:off x="2854213" y="4254300"/>
            <a:ext cx="727187" cy="21132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702ABBB-1F24-0FDC-D2B0-72FCC9758908}"/>
              </a:ext>
            </a:extLst>
          </p:cNvPr>
          <p:cNvCxnSpPr>
            <a:cxnSpLocks/>
          </p:cNvCxnSpPr>
          <p:nvPr/>
        </p:nvCxnSpPr>
        <p:spPr>
          <a:xfrm flipV="1">
            <a:off x="8066314" y="1698171"/>
            <a:ext cx="1300859" cy="2873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FE1EF9-6EDC-561D-1C92-E994E1463344}"/>
              </a:ext>
            </a:extLst>
          </p:cNvPr>
          <p:cNvSpPr/>
          <p:nvPr/>
        </p:nvSpPr>
        <p:spPr>
          <a:xfrm>
            <a:off x="6360297" y="4065814"/>
            <a:ext cx="620488" cy="230170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D87E02-A68A-0667-9E44-ED02174A9BB7}"/>
              </a:ext>
            </a:extLst>
          </p:cNvPr>
          <p:cNvSpPr/>
          <p:nvPr/>
        </p:nvSpPr>
        <p:spPr>
          <a:xfrm>
            <a:off x="4966046" y="4065814"/>
            <a:ext cx="620488" cy="2301708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C714AA-059E-1FFF-9739-18870BF4BF41}"/>
              </a:ext>
            </a:extLst>
          </p:cNvPr>
          <p:cNvSpPr txBox="1"/>
          <p:nvPr/>
        </p:nvSpPr>
        <p:spPr>
          <a:xfrm>
            <a:off x="6365479" y="3727260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F04A3FC-706F-A392-B9CA-40E32800900B}"/>
              </a:ext>
            </a:extLst>
          </p:cNvPr>
          <p:cNvSpPr txBox="1"/>
          <p:nvPr/>
        </p:nvSpPr>
        <p:spPr>
          <a:xfrm>
            <a:off x="5007433" y="3727260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3643F61-8F1A-3E2D-D773-C05C0E9B99FF}"/>
              </a:ext>
            </a:extLst>
          </p:cNvPr>
          <p:cNvSpPr txBox="1"/>
          <p:nvPr/>
        </p:nvSpPr>
        <p:spPr>
          <a:xfrm>
            <a:off x="2922900" y="3915746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189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04930-22D4-46B4-1E5A-7D274BCA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533567A-555A-616A-9E05-FEF6E8233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3" y="1248616"/>
            <a:ext cx="8070111" cy="499943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74376D4-2F29-806C-BCB6-92C1AD49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KPI: Total Cost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0DC38F3-0B52-3BC4-BED7-950C57ABEE1A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FDC37B-B05B-A97B-FA0C-1E76B7C00E04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B03858-ACCB-F8DD-8A11-D5641AAE26DB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4A87336-8592-DD61-8C54-47BA1A163DA6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A4D1A8-CA59-A590-846B-1CDC6853DB92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831AFFD-8D55-DC21-B322-4F588E2A2E02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423B1B4-C4F8-9A88-1FD7-B2D9CECEE213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D69B0D3-E98D-670A-6427-D8FC877BBABD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A79C151-4700-4FAD-6556-7D7B3AFC0A56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A79C151-4700-4FAD-6556-7D7B3AFC0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5A1EF77-6265-E15B-BB56-25CB47ADB86C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C5A1EF77-6265-E15B-BB56-25CB47ADB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1DC69F70-9004-99E1-DFFE-7925AB4BF1A6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=5.0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1DC69F70-9004-99E1-DFFE-7925AB4BF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24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AAEB-9EC1-1524-8619-7B448198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EDC5E33-B0E9-1371-3444-E74B0E920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3" y="1248616"/>
            <a:ext cx="8070111" cy="499943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5A1036F-6C5C-1CC4-A725-2B66C634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KPI: Total Cost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37D3FAF-FBFD-70A6-6C3D-0AEF54ADA5F8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696750-2379-91C7-F475-7C4575BCB63D}"/>
              </a:ext>
            </a:extLst>
          </p:cNvPr>
          <p:cNvSpPr txBox="1"/>
          <p:nvPr/>
        </p:nvSpPr>
        <p:spPr>
          <a:xfrm>
            <a:off x="2968516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2D96F4-2F90-CAC7-3F87-2C2A60749302}"/>
              </a:ext>
            </a:extLst>
          </p:cNvPr>
          <p:cNvSpPr txBox="1"/>
          <p:nvPr/>
        </p:nvSpPr>
        <p:spPr>
          <a:xfrm>
            <a:off x="3654317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FD114F-6467-764B-CFE4-4B51B48C0224}"/>
              </a:ext>
            </a:extLst>
          </p:cNvPr>
          <p:cNvSpPr txBox="1"/>
          <p:nvPr/>
        </p:nvSpPr>
        <p:spPr>
          <a:xfrm>
            <a:off x="4318347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37C8E6-EA31-3C75-E4F0-3EC732D269B3}"/>
              </a:ext>
            </a:extLst>
          </p:cNvPr>
          <p:cNvSpPr txBox="1"/>
          <p:nvPr/>
        </p:nvSpPr>
        <p:spPr>
          <a:xfrm>
            <a:off x="4998706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E27DB5-43C0-9EA4-663F-ED8FC1D7E133}"/>
              </a:ext>
            </a:extLst>
          </p:cNvPr>
          <p:cNvSpPr txBox="1"/>
          <p:nvPr/>
        </p:nvSpPr>
        <p:spPr>
          <a:xfrm>
            <a:off x="5673622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7DE722-2184-0E06-D4DE-CBD029C7063A}"/>
              </a:ext>
            </a:extLst>
          </p:cNvPr>
          <p:cNvSpPr txBox="1"/>
          <p:nvPr/>
        </p:nvSpPr>
        <p:spPr>
          <a:xfrm>
            <a:off x="6343095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96642A8-C638-93F8-D88B-62A22CFEF4C5}"/>
              </a:ext>
            </a:extLst>
          </p:cNvPr>
          <p:cNvSpPr txBox="1"/>
          <p:nvPr/>
        </p:nvSpPr>
        <p:spPr>
          <a:xfrm>
            <a:off x="7028897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E6FF142-7ECB-8155-1520-0FB56F705F09}"/>
                  </a:ext>
                </a:extLst>
              </p:cNvPr>
              <p:cNvSpPr txBox="1"/>
              <p:nvPr/>
            </p:nvSpPr>
            <p:spPr>
              <a:xfrm>
                <a:off x="7692927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7E6FF142-7ECB-8155-1520-0FB56F70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927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F157936-BA39-295E-902D-9EB9D9B10961}"/>
                  </a:ext>
                </a:extLst>
              </p:cNvPr>
              <p:cNvSpPr txBox="1"/>
              <p:nvPr/>
            </p:nvSpPr>
            <p:spPr>
              <a:xfrm>
                <a:off x="8384171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F157936-BA39-295E-902D-9EB9D9B10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4171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E4A5541-950B-B7D6-3D86-B354C6AB7D2B}"/>
                  </a:ext>
                </a:extLst>
              </p:cNvPr>
              <p:cNvSpPr txBox="1"/>
              <p:nvPr/>
            </p:nvSpPr>
            <p:spPr>
              <a:xfrm>
                <a:off x="9075415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=5.0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E4A5541-950B-B7D6-3D86-B354C6AB7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415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1AB452D-BA21-370A-BE26-0E1B5D1A3596}"/>
              </a:ext>
            </a:extLst>
          </p:cNvPr>
          <p:cNvSpPr/>
          <p:nvPr/>
        </p:nvSpPr>
        <p:spPr>
          <a:xfrm>
            <a:off x="2979399" y="3496162"/>
            <a:ext cx="727187" cy="287136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CAE48C-8AD1-387E-05D0-FCFA616720AF}"/>
              </a:ext>
            </a:extLst>
          </p:cNvPr>
          <p:cNvSpPr txBox="1"/>
          <p:nvPr/>
        </p:nvSpPr>
        <p:spPr>
          <a:xfrm>
            <a:off x="3050850" y="3126830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D6F0D7-C900-B05B-4A8E-F02542F5A4E1}"/>
              </a:ext>
            </a:extLst>
          </p:cNvPr>
          <p:cNvSpPr/>
          <p:nvPr/>
        </p:nvSpPr>
        <p:spPr>
          <a:xfrm>
            <a:off x="5064024" y="3728356"/>
            <a:ext cx="642256" cy="26464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1CC2FFA-0CC9-37FC-89F5-8733C96BB8CF}"/>
              </a:ext>
            </a:extLst>
          </p:cNvPr>
          <p:cNvSpPr txBox="1"/>
          <p:nvPr/>
        </p:nvSpPr>
        <p:spPr>
          <a:xfrm>
            <a:off x="5079141" y="3389802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C8D249E-7718-D262-E231-47E9BFD32957}"/>
              </a:ext>
            </a:extLst>
          </p:cNvPr>
          <p:cNvSpPr txBox="1"/>
          <p:nvPr/>
        </p:nvSpPr>
        <p:spPr>
          <a:xfrm>
            <a:off x="5752417" y="3389802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BA7E0B1-4275-D06C-A1CA-4BF08CB30C41}"/>
              </a:ext>
            </a:extLst>
          </p:cNvPr>
          <p:cNvSpPr/>
          <p:nvPr/>
        </p:nvSpPr>
        <p:spPr>
          <a:xfrm>
            <a:off x="5744381" y="3728356"/>
            <a:ext cx="642256" cy="264645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D38F6D2-479F-3023-516F-05DC0FDBB78D}"/>
              </a:ext>
            </a:extLst>
          </p:cNvPr>
          <p:cNvCxnSpPr>
            <a:cxnSpLocks/>
          </p:cNvCxnSpPr>
          <p:nvPr/>
        </p:nvCxnSpPr>
        <p:spPr>
          <a:xfrm flipV="1">
            <a:off x="8086456" y="4386942"/>
            <a:ext cx="1376770" cy="3701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114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5BF7-F92C-C19E-E481-8EFDB9BC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851AE22-18A1-BA15-1B56-9802F5FA9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3" y="1246107"/>
            <a:ext cx="8074162" cy="500194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C8EA3A5-284A-05EA-7DCB-E30D9F12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KPI: Service Level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01FD1AA-19E2-4635-7885-62932BD293E8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F512F6-3396-F99F-3D63-573ADA33FD23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A6008B-9F4E-6149-CD49-B20B736D3680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25E7590-B724-53CC-B7E6-3E126897E3F4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31174F6-F1FF-A600-E825-58B35EEC9CBB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592354A-A8CF-02D1-C1DF-86F2BAC330A9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FF09B3F-84CE-885A-8D9F-E9276ED6185E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837EA5D-94CD-845F-337A-63FD95C1130F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9EF779A-CEDE-749E-A63D-FBC284BB119A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69EF779A-CEDE-749E-A63D-FBC284BB1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38F99E8-C609-4690-AB68-68FFFAFAF244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38F99E8-C609-4690-AB68-68FFFAFAF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944EAB4-F0B2-7A9D-025E-DC6491E46D2A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=5.0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3944EAB4-F0B2-7A9D-025E-DC6491E46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162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E23D-C49F-F7CC-5038-C7FE3E61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F7D20C8-0E55-C154-B58A-697F5B2F1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43" y="1246107"/>
            <a:ext cx="8074162" cy="500194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BC0B401-E513-1D2C-6C99-EF60046C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KPI: Service Level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302DB3-88B8-3085-0BE0-C63129D66019}"/>
              </a:ext>
            </a:extLst>
          </p:cNvPr>
          <p:cNvSpPr txBox="1"/>
          <p:nvPr/>
        </p:nvSpPr>
        <p:spPr>
          <a:xfrm rot="16200000">
            <a:off x="1108445" y="3435717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748808-DF9B-446E-BD73-8C1E0DE069E3}"/>
              </a:ext>
            </a:extLst>
          </p:cNvPr>
          <p:cNvSpPr txBox="1"/>
          <p:nvPr/>
        </p:nvSpPr>
        <p:spPr>
          <a:xfrm>
            <a:off x="2837884" y="585944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E59AEEA-7E13-9869-3C99-73D21894446B}"/>
              </a:ext>
            </a:extLst>
          </p:cNvPr>
          <p:cNvSpPr txBox="1"/>
          <p:nvPr/>
        </p:nvSpPr>
        <p:spPr>
          <a:xfrm>
            <a:off x="3523685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84A196C-1552-8AE7-CFE4-D77F89A8C36D}"/>
              </a:ext>
            </a:extLst>
          </p:cNvPr>
          <p:cNvSpPr txBox="1"/>
          <p:nvPr/>
        </p:nvSpPr>
        <p:spPr>
          <a:xfrm>
            <a:off x="4214930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(basic)</a:t>
            </a:r>
            <a:endParaRPr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9BDEF06-6DED-F583-4F56-C328C755AF56}"/>
              </a:ext>
            </a:extLst>
          </p:cNvPr>
          <p:cNvSpPr txBox="1"/>
          <p:nvPr/>
        </p:nvSpPr>
        <p:spPr>
          <a:xfrm>
            <a:off x="4895289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altLang="ja-JP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3304F4D-06F7-411E-3F45-33CF8C708817}"/>
              </a:ext>
            </a:extLst>
          </p:cNvPr>
          <p:cNvSpPr txBox="1"/>
          <p:nvPr/>
        </p:nvSpPr>
        <p:spPr>
          <a:xfrm>
            <a:off x="5586534" y="5859448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Forest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6CE5DBB-FA15-0814-993F-3E1D3D5FA711}"/>
              </a:ext>
            </a:extLst>
          </p:cNvPr>
          <p:cNvSpPr txBox="1"/>
          <p:nvPr/>
        </p:nvSpPr>
        <p:spPr>
          <a:xfrm>
            <a:off x="6283222" y="5856939"/>
            <a:ext cx="78705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SVR</a:t>
            </a:r>
          </a:p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(hist.)</a:t>
            </a:r>
            <a:endParaRPr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7EFFECB-C31D-AA61-C2CA-24651D0FFA98}"/>
              </a:ext>
            </a:extLst>
          </p:cNvPr>
          <p:cNvSpPr txBox="1"/>
          <p:nvPr/>
        </p:nvSpPr>
        <p:spPr>
          <a:xfrm>
            <a:off x="6969024" y="5854430"/>
            <a:ext cx="78705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</a:t>
            </a:r>
            <a:endParaRPr lang="ja-JP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14B7B46-D3D5-3487-98EE-F35562ACB562}"/>
                  </a:ext>
                </a:extLst>
              </p:cNvPr>
              <p:cNvSpPr txBox="1"/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14B7B46-D3D5-3487-98EE-F35562ACB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269" y="5854430"/>
                <a:ext cx="787059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069755C-1B15-00DE-645E-3558D58CDF1E}"/>
                  </a:ext>
                </a:extLst>
              </p:cNvPr>
              <p:cNvSpPr txBox="1"/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069755C-1B15-00DE-645E-3558D58CD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13" y="5854429"/>
                <a:ext cx="78705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2A14475-4FDE-66E2-3077-2313681C0A9B}"/>
                  </a:ext>
                </a:extLst>
              </p:cNvPr>
              <p:cNvSpPr txBox="1"/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</a:t>
                </a:r>
              </a:p>
              <a:p>
                <a:pPr algn="ctr"/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ja-JP" altLang="en-US" sz="12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ja-JP" sz="1200" i="1" smtClean="0">
                        <a:latin typeface="Cambria Math" panose="02040503050406030204" pitchFamily="18" charset="0"/>
                      </a:rPr>
                      <m:t>=5.0</m:t>
                    </m:r>
                  </m:oMath>
                </a14:m>
                <a:r>
                  <a:rPr lang="en-US" altLang="ja-JP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2A14475-4FDE-66E2-3077-2313681C0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757" y="5854428"/>
                <a:ext cx="787059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0FAC217-89FA-94EE-4133-241B514294F8}"/>
              </a:ext>
            </a:extLst>
          </p:cNvPr>
          <p:cNvSpPr/>
          <p:nvPr/>
        </p:nvSpPr>
        <p:spPr>
          <a:xfrm>
            <a:off x="2892313" y="1507671"/>
            <a:ext cx="642256" cy="48525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CBD802-CF81-E58F-1BFF-7340246F3ADF}"/>
              </a:ext>
            </a:extLst>
          </p:cNvPr>
          <p:cNvSpPr txBox="1"/>
          <p:nvPr/>
        </p:nvSpPr>
        <p:spPr>
          <a:xfrm>
            <a:off x="2939271" y="1285299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58D15A-F982-5306-B4A6-A6EFE704CA36}"/>
              </a:ext>
            </a:extLst>
          </p:cNvPr>
          <p:cNvSpPr/>
          <p:nvPr/>
        </p:nvSpPr>
        <p:spPr>
          <a:xfrm>
            <a:off x="4966051" y="1514961"/>
            <a:ext cx="642256" cy="485256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00FA04-380A-70E0-B19D-B7E32900704A}"/>
              </a:ext>
            </a:extLst>
          </p:cNvPr>
          <p:cNvSpPr txBox="1"/>
          <p:nvPr/>
        </p:nvSpPr>
        <p:spPr>
          <a:xfrm>
            <a:off x="5025663" y="1285299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515A6F-663B-4B0D-E7B8-063300D01B5C}"/>
              </a:ext>
            </a:extLst>
          </p:cNvPr>
          <p:cNvSpPr txBox="1"/>
          <p:nvPr/>
        </p:nvSpPr>
        <p:spPr>
          <a:xfrm>
            <a:off x="5698939" y="1285299"/>
            <a:ext cx="5842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endParaRPr lang="en-US" altLang="ja-JP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3F54AD-06E5-C813-30D6-10642EB214DC}"/>
              </a:ext>
            </a:extLst>
          </p:cNvPr>
          <p:cNvSpPr/>
          <p:nvPr/>
        </p:nvSpPr>
        <p:spPr>
          <a:xfrm>
            <a:off x="5657294" y="1514961"/>
            <a:ext cx="642256" cy="48525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E30674D-C552-0335-0F2D-7C2875ED4D5A}"/>
              </a:ext>
            </a:extLst>
          </p:cNvPr>
          <p:cNvCxnSpPr>
            <a:cxnSpLocks/>
          </p:cNvCxnSpPr>
          <p:nvPr/>
        </p:nvCxnSpPr>
        <p:spPr>
          <a:xfrm>
            <a:off x="8042928" y="3880758"/>
            <a:ext cx="14113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737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576C-7844-C735-C543-8B32CAC5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447E9E-6269-DABF-1926-BF76666A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Correlation Coefficient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4989B2AA-0F90-D788-E444-641AB9322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881613"/>
              </p:ext>
            </p:extLst>
          </p:nvPr>
        </p:nvGraphicFramePr>
        <p:xfrm>
          <a:off x="87086" y="2232779"/>
          <a:ext cx="8953505" cy="3537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785">
                  <a:extLst>
                    <a:ext uri="{9D8B030D-6E8A-4147-A177-3AD203B41FA5}">
                      <a16:colId xmlns:a16="http://schemas.microsoft.com/office/drawing/2014/main" val="4238009106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2916414789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1997315299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871202829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1616794246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4115868776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2317613739"/>
                    </a:ext>
                  </a:extLst>
                </a:gridCol>
                <a:gridCol w="918490">
                  <a:extLst>
                    <a:ext uri="{9D8B030D-6E8A-4147-A177-3AD203B41FA5}">
                      <a16:colId xmlns:a16="http://schemas.microsoft.com/office/drawing/2014/main" val="3052119439"/>
                    </a:ext>
                  </a:extLst>
                </a:gridCol>
                <a:gridCol w="704145">
                  <a:extLst>
                    <a:ext uri="{9D8B030D-6E8A-4147-A177-3AD203B41FA5}">
                      <a16:colId xmlns:a16="http://schemas.microsoft.com/office/drawing/2014/main" val="4078765458"/>
                    </a:ext>
                  </a:extLst>
                </a:gridCol>
                <a:gridCol w="704145">
                  <a:extLst>
                    <a:ext uri="{9D8B030D-6E8A-4147-A177-3AD203B41FA5}">
                      <a16:colId xmlns:a16="http://schemas.microsoft.com/office/drawing/2014/main" val="1297326422"/>
                    </a:ext>
                  </a:extLst>
                </a:gridCol>
              </a:tblGrid>
              <a:tr h="665912">
                <a:tc>
                  <a:txBody>
                    <a:bodyPr/>
                    <a:lstStyle/>
                    <a:p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altLang="ja-JP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(basic)</a:t>
                      </a:r>
                      <a:endParaRPr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Forest</a:t>
                      </a:r>
                    </a:p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(basic)</a:t>
                      </a:r>
                      <a:endParaRPr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SVR</a:t>
                      </a:r>
                    </a:p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(basic)</a:t>
                      </a:r>
                      <a:endParaRPr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altLang="ja-JP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(hist.)</a:t>
                      </a:r>
                      <a:endParaRPr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Forest</a:t>
                      </a:r>
                    </a:p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(hist.)</a:t>
                      </a:r>
                      <a:endParaRPr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SVR</a:t>
                      </a:r>
                    </a:p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(hist.)</a:t>
                      </a:r>
                      <a:endParaRPr lang="ja-JP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</a:t>
                      </a:r>
                      <a:endParaRPr lang="ja-JP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10672"/>
                  </a:ext>
                </a:extLst>
              </a:tr>
              <a:tr h="646326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vs. </a:t>
                      </a:r>
                    </a:p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</a:t>
                      </a:r>
                      <a:endParaRPr kumimoji="1" lang="ja-JP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478038"/>
                  </a:ext>
                </a:extLst>
              </a:tr>
              <a:tr h="476584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vs. Total cost</a:t>
                      </a:r>
                      <a:endParaRPr kumimoji="1" lang="ja-JP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0.49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473327"/>
                  </a:ext>
                </a:extLst>
              </a:tr>
              <a:tr h="476584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vs.</a:t>
                      </a:r>
                    </a:p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level</a:t>
                      </a:r>
                      <a:endParaRPr kumimoji="1" lang="ja-JP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-0.26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-0.06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-0.02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-0.26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520982"/>
                  </a:ext>
                </a:extLst>
              </a:tr>
              <a:tr h="476584">
                <a:tc>
                  <a:txBody>
                    <a:bodyPr/>
                    <a:lstStyle/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 vs.</a:t>
                      </a:r>
                    </a:p>
                    <a:p>
                      <a:r>
                        <a:rPr kumimoji="1" lang="en-US" altLang="ja-JP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level</a:t>
                      </a:r>
                      <a:endParaRPr kumimoji="1" lang="ja-JP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-0.33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-0.06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-0.03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-0.33</a:t>
                      </a:r>
                      <a:endParaRPr kumimoji="1" lang="ja-JP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1786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表 2">
                <a:extLst>
                  <a:ext uri="{FF2B5EF4-FFF2-40B4-BE49-F238E27FC236}">
                    <a16:creationId xmlns:a16="http://schemas.microsoft.com/office/drawing/2014/main" id="{75BE6FA9-CE9F-5005-18E9-AC323DA234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537616"/>
                  </p:ext>
                </p:extLst>
              </p:nvPr>
            </p:nvGraphicFramePr>
            <p:xfrm>
              <a:off x="9040591" y="2232779"/>
              <a:ext cx="2645229" cy="351064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81743">
                      <a:extLst>
                        <a:ext uri="{9D8B030D-6E8A-4147-A177-3AD203B41FA5}">
                          <a16:colId xmlns:a16="http://schemas.microsoft.com/office/drawing/2014/main" val="2854817244"/>
                        </a:ext>
                      </a:extLst>
                    </a:gridCol>
                    <a:gridCol w="881743">
                      <a:extLst>
                        <a:ext uri="{9D8B030D-6E8A-4147-A177-3AD203B41FA5}">
                          <a16:colId xmlns:a16="http://schemas.microsoft.com/office/drawing/2014/main" val="411114602"/>
                        </a:ext>
                      </a:extLst>
                    </a:gridCol>
                    <a:gridCol w="881743">
                      <a:extLst>
                        <a:ext uri="{9D8B030D-6E8A-4147-A177-3AD203B41FA5}">
                          <a16:colId xmlns:a16="http://schemas.microsoft.com/office/drawing/2014/main" val="1241044887"/>
                        </a:ext>
                      </a:extLst>
                    </a:gridCol>
                  </a:tblGrid>
                  <a:tr h="6670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noise</a:t>
                          </a:r>
                        </a:p>
                        <a:p>
                          <a:pPr algn="ctr"/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1400" smtClean="0"/>
                                <m:t>𝜎</m:t>
                              </m:r>
                              <m:r>
                                <a:rPr lang="en-US" altLang="ja-JP" sz="1400" smtClean="0"/>
                                <m:t>=1.0</m:t>
                              </m:r>
                            </m:oMath>
                          </a14:m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noise</a:t>
                          </a:r>
                        </a:p>
                        <a:p>
                          <a:pPr algn="ctr"/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1400" smtClean="0"/>
                                <m:t>𝜎</m:t>
                              </m:r>
                              <m:r>
                                <a:rPr lang="en-US" altLang="ja-JP" sz="1400" smtClean="0"/>
                                <m:t>=2.5</m:t>
                              </m:r>
                            </m:oMath>
                          </a14:m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noise</a:t>
                          </a:r>
                        </a:p>
                        <a:p>
                          <a:pPr algn="ctr"/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ja-JP" altLang="en-US" sz="1400" smtClean="0"/>
                                <m:t>𝜎</m:t>
                              </m:r>
                              <m:r>
                                <a:rPr lang="en-US" altLang="ja-JP" sz="1400" smtClean="0"/>
                                <m:t>=5.0</m:t>
                              </m:r>
                            </m:oMath>
                          </a14:m>
                          <a:r>
                            <a:rPr lang="en-US" altLang="ja-JP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6121351"/>
                      </a:ext>
                    </a:extLst>
                  </a:tr>
                  <a:tr h="6434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0.69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8600503"/>
                      </a:ext>
                    </a:extLst>
                  </a:tr>
                  <a:tr h="587828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0.66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7191083"/>
                      </a:ext>
                    </a:extLst>
                  </a:tr>
                  <a:tr h="8055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-0.32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-0.34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5560279"/>
                      </a:ext>
                    </a:extLst>
                  </a:tr>
                  <a:tr h="80675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-0.30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-0.33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612427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表 2">
                <a:extLst>
                  <a:ext uri="{FF2B5EF4-FFF2-40B4-BE49-F238E27FC236}">
                    <a16:creationId xmlns:a16="http://schemas.microsoft.com/office/drawing/2014/main" id="{75BE6FA9-CE9F-5005-18E9-AC323DA234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3537616"/>
                  </p:ext>
                </p:extLst>
              </p:nvPr>
            </p:nvGraphicFramePr>
            <p:xfrm>
              <a:off x="9040591" y="2232779"/>
              <a:ext cx="2645229" cy="351064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81743">
                      <a:extLst>
                        <a:ext uri="{9D8B030D-6E8A-4147-A177-3AD203B41FA5}">
                          <a16:colId xmlns:a16="http://schemas.microsoft.com/office/drawing/2014/main" val="2854817244"/>
                        </a:ext>
                      </a:extLst>
                    </a:gridCol>
                    <a:gridCol w="881743">
                      <a:extLst>
                        <a:ext uri="{9D8B030D-6E8A-4147-A177-3AD203B41FA5}">
                          <a16:colId xmlns:a16="http://schemas.microsoft.com/office/drawing/2014/main" val="411114602"/>
                        </a:ext>
                      </a:extLst>
                    </a:gridCol>
                    <a:gridCol w="881743">
                      <a:extLst>
                        <a:ext uri="{9D8B030D-6E8A-4147-A177-3AD203B41FA5}">
                          <a16:colId xmlns:a16="http://schemas.microsoft.com/office/drawing/2014/main" val="1241044887"/>
                        </a:ext>
                      </a:extLst>
                    </a:gridCol>
                  </a:tblGrid>
                  <a:tr h="667057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79" t="-909" r="-202759" b="-42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2083" t="-909" r="-104167" b="-42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690" t="-909" r="-3448" b="-42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6121351"/>
                      </a:ext>
                    </a:extLst>
                  </a:tr>
                  <a:tr h="643464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0.69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0.60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38600503"/>
                      </a:ext>
                    </a:extLst>
                  </a:tr>
                  <a:tr h="587828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0.66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7191083"/>
                      </a:ext>
                    </a:extLst>
                  </a:tr>
                  <a:tr h="805543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-0.32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-0.34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5560279"/>
                      </a:ext>
                    </a:extLst>
                  </a:tr>
                  <a:tr h="806750"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-0.37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-0.30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kumimoji="1" lang="en-US" altLang="ja-JP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-0.33</a:t>
                          </a:r>
                          <a:endParaRPr kumimoji="1" lang="ja-JP" altLang="en-US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61242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15D63F3-135F-86C8-D11D-447EE96C0048}"/>
              </a:ext>
            </a:extLst>
          </p:cNvPr>
          <p:cNvSpPr/>
          <p:nvPr/>
        </p:nvSpPr>
        <p:spPr>
          <a:xfrm>
            <a:off x="7636329" y="2232779"/>
            <a:ext cx="1404262" cy="35106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019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C1478-651E-2846-C542-B288A572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F8D045B3-250A-654D-6465-A82C1401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70" y="1707790"/>
            <a:ext cx="5430441" cy="415595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84C3C27-279E-52A5-1B91-A8403C154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88" y="1707790"/>
            <a:ext cx="5430441" cy="415595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A5C91B1-BA3C-4A29-FD87-6C25135C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vs. MAE, RMSE (</a:t>
            </a:r>
            <a:r>
              <a:rPr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035647-DEFA-09B5-BF84-298AFCCD8C99}"/>
              </a:ext>
            </a:extLst>
          </p:cNvPr>
          <p:cNvSpPr txBox="1"/>
          <p:nvPr/>
        </p:nvSpPr>
        <p:spPr>
          <a:xfrm rot="16200000">
            <a:off x="-551835" y="3440792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C87746-4DB4-65D3-DA94-AF2ACC498007}"/>
              </a:ext>
            </a:extLst>
          </p:cNvPr>
          <p:cNvSpPr txBox="1"/>
          <p:nvPr/>
        </p:nvSpPr>
        <p:spPr>
          <a:xfrm>
            <a:off x="2305664" y="5679073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C98434-81A5-8FA6-DC9B-8464068344E5}"/>
              </a:ext>
            </a:extLst>
          </p:cNvPr>
          <p:cNvSpPr txBox="1"/>
          <p:nvPr/>
        </p:nvSpPr>
        <p:spPr>
          <a:xfrm rot="16200000">
            <a:off x="5292705" y="3416041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A4FB19D-70A2-E01A-0293-6D73B4E13C30}"/>
              </a:ext>
            </a:extLst>
          </p:cNvPr>
          <p:cNvSpPr txBox="1"/>
          <p:nvPr/>
        </p:nvSpPr>
        <p:spPr>
          <a:xfrm>
            <a:off x="8124077" y="5679073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70199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FFC7-682B-732C-EB64-0A3B924E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0B99234C-C055-6FDA-2881-66AE59550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69" y="1707791"/>
            <a:ext cx="5430441" cy="415595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3FCEEE2-1552-C283-8255-86F8B6BF0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88" y="1707791"/>
            <a:ext cx="5430441" cy="415595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0ADC5B6-E913-63C3-44AE-AD92E5DC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MAE, RMSE (</a:t>
            </a:r>
            <a:r>
              <a:rPr kumimoji="1" lang="en-US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1"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5B2124-F52F-6C36-05A0-D6D94406F8B9}"/>
              </a:ext>
            </a:extLst>
          </p:cNvPr>
          <p:cNvSpPr txBox="1"/>
          <p:nvPr/>
        </p:nvSpPr>
        <p:spPr>
          <a:xfrm rot="16200000">
            <a:off x="-551835" y="3440792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4856E7-AA2F-1263-B6A8-92A07D229FE6}"/>
              </a:ext>
            </a:extLst>
          </p:cNvPr>
          <p:cNvSpPr txBox="1"/>
          <p:nvPr/>
        </p:nvSpPr>
        <p:spPr>
          <a:xfrm>
            <a:off x="2305664" y="5679073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CDD206-5837-B6B7-2D94-A505E6123990}"/>
              </a:ext>
            </a:extLst>
          </p:cNvPr>
          <p:cNvSpPr txBox="1"/>
          <p:nvPr/>
        </p:nvSpPr>
        <p:spPr>
          <a:xfrm rot="16200000">
            <a:off x="5292705" y="3416041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</a:t>
            </a:r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0DE1FF-392D-1D0F-E3E9-0129F9E5BEBE}"/>
              </a:ext>
            </a:extLst>
          </p:cNvPr>
          <p:cNvSpPr txBox="1"/>
          <p:nvPr/>
        </p:nvSpPr>
        <p:spPr>
          <a:xfrm>
            <a:off x="8124077" y="5679073"/>
            <a:ext cx="211322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904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376C-4329-C86B-A3EA-F64D5BCA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E93B16-B05B-8A59-06BD-2BE92A37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Concept for IDA2026</a:t>
            </a:r>
            <a:endParaRPr kumimoji="1" lang="ja-JP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A61AC8F1-3BD6-AD62-49F0-0D7521DB1FF6}"/>
              </a:ext>
            </a:extLst>
          </p:cNvPr>
          <p:cNvSpPr txBox="1">
            <a:spLocks/>
          </p:cNvSpPr>
          <p:nvPr/>
        </p:nvSpPr>
        <p:spPr>
          <a:xfrm>
            <a:off x="789212" y="1360967"/>
            <a:ext cx="11023560" cy="500655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– Practical Forecast Model Evaluation in Inventory Management</a:t>
            </a:r>
          </a:p>
          <a:p>
            <a:pPr marL="514350" indent="-342900" algn="just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 selection, or evaluation, generally relies on prediction accuracy metrics such as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ja-JP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metrics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necessarily reflect the operational impact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inventory management.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established relationship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</a:t>
            </a:r>
            <a:r>
              <a:rPr lang="ja-JP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accuracy metrics and operational KPIs.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adequate metric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evaluating or selecting the models in a real operational context?</a:t>
            </a:r>
          </a:p>
          <a:p>
            <a:pPr marL="514350" indent="-342900" algn="just">
              <a:buFont typeface="Wingdings" panose="05000000000000000000" pitchFamily="2" charset="2"/>
              <a:buChar char="ü"/>
            </a:pP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 the relationship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between conventional metrics and operational KPIs.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that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can serve as practical evaluation metrics for models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 algn="just"/>
            <a:endParaRPr lang="en-US" altLang="ja-JP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Simulator - generate synthetic demand data.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-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demand.</a:t>
            </a:r>
          </a:p>
          <a:p>
            <a:pPr marL="628650" indent="-457200" algn="just">
              <a:buFont typeface="+mj-lt"/>
              <a:buAutoNum type="arabicPeriod"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Simulator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342900" algn="just"/>
            <a:endParaRPr lang="en-US" altLang="ja-JP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168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Montserrat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04330DC9-8EF6-44AA-90FA-A73B1A288DD4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202FE792-1619-408C-9CD5-215D7D5BBC84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6229C8FDE9ACD48A023816D587612CF" ma:contentTypeVersion="13" ma:contentTypeDescription="新しいドキュメントを作成します。" ma:contentTypeScope="" ma:versionID="50c29c381474cbb99d42a590bec2f29c">
  <xsd:schema xmlns:xsd="http://www.w3.org/2001/XMLSchema" xmlns:xs="http://www.w3.org/2001/XMLSchema" xmlns:p="http://schemas.microsoft.com/office/2006/metadata/properties" xmlns:ns2="038d617b-032e-42c4-aec7-b25b5f866e99" xmlns:ns3="fd19dd48-2c40-4fb7-99e3-da59403db7d6" targetNamespace="http://schemas.microsoft.com/office/2006/metadata/properties" ma:root="true" ma:fieldsID="81dcb8d66daf0508aee25d85816c9ff1" ns2:_="" ns3:_="">
    <xsd:import namespace="038d617b-032e-42c4-aec7-b25b5f866e99"/>
    <xsd:import namespace="fd19dd48-2c40-4fb7-99e3-da59403db7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d617b-032e-42c4-aec7-b25b5f866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1fd9eeea-d21b-4cc3-a441-6571d2f439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9dd48-2c40-4fb7-99e3-da59403db7d6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ce8f4bf-c886-44fa-abe9-d7066a3ae45a}" ma:internalName="TaxCatchAll" ma:showField="CatchAllData" ma:web="fd19dd48-2c40-4fb7-99e3-da59403db7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785A48-6A6F-416A-8E27-23CBB0D7D9F1}">
  <ds:schemaRefs>
    <ds:schemaRef ds:uri="038d617b-032e-42c4-aec7-b25b5f866e99"/>
    <ds:schemaRef ds:uri="fd19dd48-2c40-4fb7-99e3-da59403db7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CB2FBEC-DEE5-47A9-A693-1F2EA9D819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TEMPLETE_紺ベース_original</Template>
  <TotalTime>17490</TotalTime>
  <Words>3906</Words>
  <Application>Microsoft Office PowerPoint</Application>
  <PresentationFormat>ワイド画面</PresentationFormat>
  <Paragraphs>1080</Paragraphs>
  <Slides>37</Slides>
  <Notes>37</Notes>
  <HiddenSlides>13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37</vt:i4>
      </vt:variant>
    </vt:vector>
  </HeadingPairs>
  <TitlesOfParts>
    <vt:vector size="46" baseType="lpstr">
      <vt:lpstr>游ゴシック</vt:lpstr>
      <vt:lpstr>游ゴシック Light</vt:lpstr>
      <vt:lpstr>Arial</vt:lpstr>
      <vt:lpstr>Cambria Math</vt:lpstr>
      <vt:lpstr>Montserrat</vt:lpstr>
      <vt:lpstr>Times New Roman</vt:lpstr>
      <vt:lpstr>Wingdings</vt:lpstr>
      <vt:lpstr>Office テーマ</vt:lpstr>
      <vt:lpstr>デザインの設定</vt:lpstr>
      <vt:lpstr>Progress Report</vt:lpstr>
      <vt:lpstr>Contents </vt:lpstr>
      <vt:lpstr>Seasonality </vt:lpstr>
      <vt:lpstr>Behavior of w(t) </vt:lpstr>
      <vt:lpstr>Simulated demand using several models</vt:lpstr>
      <vt:lpstr>Simulated demand using several models</vt:lpstr>
      <vt:lpstr>Simulated demand using several models</vt:lpstr>
      <vt:lpstr>Simulated demand using several models</vt:lpstr>
      <vt:lpstr>Demand Prediction </vt:lpstr>
      <vt:lpstr>Results (Exponential model, Part1: Both-seasons)</vt:lpstr>
      <vt:lpstr>Results (Exponential model, Part2: summer)</vt:lpstr>
      <vt:lpstr>Results (Exponential model, Part3: winter)</vt:lpstr>
      <vt:lpstr>Results (Exponential model, Part4: No-season)</vt:lpstr>
      <vt:lpstr>Feature Importance (Exponential model)</vt:lpstr>
      <vt:lpstr>Evaluation metrics (Exponential model)</vt:lpstr>
      <vt:lpstr>Results (gompertz model, Part1: Both-seasons)</vt:lpstr>
      <vt:lpstr>Results (gompertz model, Part2: summer)</vt:lpstr>
      <vt:lpstr>Results (gompertz model, Part3: winter)</vt:lpstr>
      <vt:lpstr>Results (gompertz model, Part4: No-season)</vt:lpstr>
      <vt:lpstr>Feature Importance (gompertz model)</vt:lpstr>
      <vt:lpstr>Evaluation metrics (gompertz model)</vt:lpstr>
      <vt:lpstr>Integration of Simulators </vt:lpstr>
      <vt:lpstr>1. Demand Simulator </vt:lpstr>
      <vt:lpstr>2. Forecasting Model </vt:lpstr>
      <vt:lpstr>3. Cost Simulator</vt:lpstr>
      <vt:lpstr>Demand Prediction Accuracy: MAE</vt:lpstr>
      <vt:lpstr>Demand Prediction Accuracy: MAE</vt:lpstr>
      <vt:lpstr>Demand Prediction Accuracy : RMSE</vt:lpstr>
      <vt:lpstr>Demand Prediction Accuracy : RMSE</vt:lpstr>
      <vt:lpstr>KPI: Total Cost</vt:lpstr>
      <vt:lpstr>KPI: Total Cost</vt:lpstr>
      <vt:lpstr>KPI: Service Level</vt:lpstr>
      <vt:lpstr>KPI: Service Level</vt:lpstr>
      <vt:lpstr>Result: Correlation Coefficient</vt:lpstr>
      <vt:lpstr>Total Cost vs. MAE, RMSE (XGBoost)</vt:lpstr>
      <vt:lpstr>Service Level vs. MAE, RMSE (XGBoost)</vt:lpstr>
      <vt:lpstr>The Paper Concept for IDA2026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固有振動数に基づく材料定数同定問題の一解法 （ハイブリッド法の提案）</dc:title>
  <dc:creator>福原　颯(s22g213)</dc:creator>
  <cp:lastModifiedBy>福原　颯(s24d164)</cp:lastModifiedBy>
  <cp:revision>17</cp:revision>
  <cp:lastPrinted>2025-09-23T08:49:42Z</cp:lastPrinted>
  <dcterms:created xsi:type="dcterms:W3CDTF">2023-09-12T23:50:25Z</dcterms:created>
  <dcterms:modified xsi:type="dcterms:W3CDTF">2025-11-12T12:56:37Z</dcterms:modified>
</cp:coreProperties>
</file>