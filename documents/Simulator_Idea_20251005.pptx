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  <p:sldMasterId id="2147483663" r:id="rId4"/>
  </p:sldMasterIdLst>
  <p:notesMasterIdLst>
    <p:notesMasterId r:id="rId8"/>
  </p:notesMasterIdLst>
  <p:handoutMasterIdLst>
    <p:handoutMasterId r:id="rId9"/>
  </p:handoutMasterIdLst>
  <p:sldIdLst>
    <p:sldId id="758" r:id="rId5"/>
    <p:sldId id="871" r:id="rId6"/>
    <p:sldId id="90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8587"/>
    <a:srgbClr val="20325C"/>
    <a:srgbClr val="F99698"/>
    <a:srgbClr val="FFFFFF"/>
    <a:srgbClr val="F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5AA750-875E-419A-991A-B3DFA71734EA}" v="11" dt="2025-10-02T13:18:55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3655" autoAdjust="0"/>
  </p:normalViewPr>
  <p:slideViewPr>
    <p:cSldViewPr snapToGrid="0">
      <p:cViewPr varScale="1">
        <p:scale>
          <a:sx n="87" d="100"/>
          <a:sy n="87" d="100"/>
        </p:scale>
        <p:origin x="21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2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原　颯(s24d164)" userId="5dad88b0-8d9f-4ea1-b2c6-c10a4d6d0a4a" providerId="ADAL" clId="{67AE16A1-D829-499F-AF83-97E0A1C30640}"/>
    <pc:docChg chg="undo custSel addSld delSld modSld sldOrd">
      <pc:chgData name="福原　颯(s24d164)" userId="5dad88b0-8d9f-4ea1-b2c6-c10a4d6d0a4a" providerId="ADAL" clId="{67AE16A1-D829-499F-AF83-97E0A1C30640}" dt="2025-04-24T11:42:40.411" v="11813" actId="20577"/>
      <pc:docMkLst>
        <pc:docMk/>
      </pc:docMkLst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2277363" sldId="26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90680131" sldId="2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0360261" sldId="41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26550954" sldId="5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16769270" sldId="51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881671" sldId="52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37048831" sldId="52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68594093" sldId="52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71877879" sldId="52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64677062" sldId="53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999478652" sldId="53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55930890" sldId="53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27594288" sldId="53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49721194" sldId="54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1412082" sldId="5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824474" sldId="5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83255463" sldId="54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32138665" sldId="54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42031104" sldId="55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46362254" sldId="55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93412889" sldId="55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981769942" sldId="55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75874043" sldId="55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63007250" sldId="559"/>
        </pc:sldMkLst>
      </pc:sldChg>
      <pc:sldChg chg="modNotesTx">
        <pc:chgData name="福原　颯(s24d164)" userId="5dad88b0-8d9f-4ea1-b2c6-c10a4d6d0a4a" providerId="ADAL" clId="{67AE16A1-D829-499F-AF83-97E0A1C30640}" dt="2025-04-24T09:56:08.147" v="10801" actId="20577"/>
        <pc:sldMkLst>
          <pc:docMk/>
          <pc:sldMk cId="3101350149" sldId="56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8280919" sldId="561"/>
        </pc:sldMkLst>
      </pc:sldChg>
      <pc:sldChg chg="del">
        <pc:chgData name="福原　颯(s24d164)" userId="5dad88b0-8d9f-4ea1-b2c6-c10a4d6d0a4a" providerId="ADAL" clId="{67AE16A1-D829-499F-AF83-97E0A1C30640}" dt="2025-04-24T04:15:18.611" v="8705" actId="47"/>
        <pc:sldMkLst>
          <pc:docMk/>
          <pc:sldMk cId="4002567523" sldId="56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06541456" sldId="56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61246623" sldId="566"/>
        </pc:sldMkLst>
      </pc:sldChg>
      <pc:sldChg chg="del">
        <pc:chgData name="福原　颯(s24d164)" userId="5dad88b0-8d9f-4ea1-b2c6-c10a4d6d0a4a" providerId="ADAL" clId="{67AE16A1-D829-499F-AF83-97E0A1C30640}" dt="2025-04-24T04:15:18.611" v="8705" actId="47"/>
        <pc:sldMkLst>
          <pc:docMk/>
          <pc:sldMk cId="4245538123" sldId="56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9975953" sldId="56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42564091" sldId="56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93433391" sldId="5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5789646" sldId="57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720103756" sldId="57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29114527" sldId="57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0128523" sldId="57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1772735" sldId="57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989882837" sldId="58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80352205" sldId="58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92325963" sldId="582"/>
        </pc:sldMkLst>
      </pc:sldChg>
      <pc:sldChg chg="modSp mod modNotesTx">
        <pc:chgData name="福原　颯(s24d164)" userId="5dad88b0-8d9f-4ea1-b2c6-c10a4d6d0a4a" providerId="ADAL" clId="{67AE16A1-D829-499F-AF83-97E0A1C30640}" dt="2025-04-24T11:25:05.307" v="10994" actId="20577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17469576" sldId="58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70606621" sldId="58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0717886" sldId="58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27815507" sldId="58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06200027" sldId="58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74660793" sldId="58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80040872" sldId="59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11555977" sldId="59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91046611" sldId="59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13503289" sldId="59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3020606" sldId="59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02867224" sldId="59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95465517" sldId="59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74749673" sldId="59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1485660" sldId="59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49903889" sldId="60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31599958" sldId="60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68996906" sldId="60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33983429" sldId="60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96460574" sldId="60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938146536" sldId="60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49273837" sldId="60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54251625" sldId="60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81354932" sldId="60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93994165" sldId="60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16087398" sldId="61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04855141" sldId="61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86030189" sldId="61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25515227" sldId="61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83981866" sldId="6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42136543" sldId="61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49619720" sldId="61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21636531" sldId="61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41011174" sldId="61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6450860" sldId="62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75098446" sldId="62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70648182" sldId="62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31147593" sldId="62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59519326" sldId="62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13505715" sldId="62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94116040" sldId="62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40532307" sldId="62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13932518" sldId="62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92886925" sldId="62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80521351" sldId="63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86713956" sldId="63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14971349" sldId="63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2508289" sldId="63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39621699" sldId="63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2543089" sldId="63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9582020" sldId="63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65830183" sldId="63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1929274" sldId="6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4404625" sldId="63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80300470" sldId="64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05259489" sldId="64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7232194" sldId="64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56207333" sldId="6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97089251" sldId="6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272165653" sldId="64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94470110" sldId="64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71444028" sldId="64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88907316" sldId="64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54967229" sldId="64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8225895" sldId="65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98799354" sldId="652"/>
        </pc:sldMkLst>
      </pc:sldChg>
      <pc:sldChg chg="addSp modSp mod modAnim modNotesTx">
        <pc:chgData name="福原　颯(s24d164)" userId="5dad88b0-8d9f-4ea1-b2c6-c10a4d6d0a4a" providerId="ADAL" clId="{67AE16A1-D829-499F-AF83-97E0A1C30640}" dt="2025-04-24T04:15:56.249" v="8713"/>
        <pc:sldMkLst>
          <pc:docMk/>
          <pc:sldMk cId="144107496" sldId="653"/>
        </pc:sldMkLst>
      </pc:sldChg>
      <pc:sldChg chg="modSp mod modNotesTx">
        <pc:chgData name="福原　颯(s24d164)" userId="5dad88b0-8d9f-4ea1-b2c6-c10a4d6d0a4a" providerId="ADAL" clId="{67AE16A1-D829-499F-AF83-97E0A1C30640}" dt="2025-04-23T14:02:27.600" v="641" actId="20577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24096391" sldId="655"/>
        </pc:sldMkLst>
      </pc:sldChg>
      <pc:sldChg chg="modNotesTx">
        <pc:chgData name="福原　颯(s24d164)" userId="5dad88b0-8d9f-4ea1-b2c6-c10a4d6d0a4a" providerId="ADAL" clId="{67AE16A1-D829-499F-AF83-97E0A1C30640}" dt="2025-04-24T05:07:49.705" v="8908" actId="20577"/>
        <pc:sldMkLst>
          <pc:docMk/>
          <pc:sldMk cId="937305246" sldId="65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0957894" sldId="65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03261849" sldId="65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47719176" sldId="65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45179736" sldId="66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18953403" sldId="66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51898642" sldId="66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43842067" sldId="663"/>
        </pc:sldMkLst>
      </pc:sldChg>
      <pc:sldChg chg="modNotesTx">
        <pc:chgData name="福原　颯(s24d164)" userId="5dad88b0-8d9f-4ea1-b2c6-c10a4d6d0a4a" providerId="ADAL" clId="{67AE16A1-D829-499F-AF83-97E0A1C30640}" dt="2025-04-23T14:12:38.232" v="883" actId="20577"/>
        <pc:sldMkLst>
          <pc:docMk/>
          <pc:sldMk cId="1774343298" sldId="66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48252875" sldId="66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07606998" sldId="66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308966791" sldId="66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917948682" sldId="66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46294482" sldId="66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6713512" sldId="6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84886546" sldId="67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07683021" sldId="672"/>
        </pc:sldMkLst>
      </pc:sldChg>
      <pc:sldChg chg="addSp modSp mod modNotesTx">
        <pc:chgData name="福原　颯(s24d164)" userId="5dad88b0-8d9f-4ea1-b2c6-c10a4d6d0a4a" providerId="ADAL" clId="{67AE16A1-D829-499F-AF83-97E0A1C30640}" dt="2025-04-24T05:46:27.927" v="9072" actId="1076"/>
        <pc:sldMkLst>
          <pc:docMk/>
          <pc:sldMk cId="3691397539" sldId="67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77431819" sldId="67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440547638" sldId="675"/>
        </pc:sldMkLst>
      </pc:sldChg>
      <pc:sldChg chg="del">
        <pc:chgData name="福原　颯(s24d164)" userId="5dad88b0-8d9f-4ea1-b2c6-c10a4d6d0a4a" providerId="ADAL" clId="{67AE16A1-D829-499F-AF83-97E0A1C30640}" dt="2025-04-23T04:41:38.466" v="0" actId="47"/>
        <pc:sldMkLst>
          <pc:docMk/>
          <pc:sldMk cId="2670103010" sldId="67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29552547" sldId="67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4789890" sldId="678"/>
        </pc:sldMkLst>
      </pc:sldChg>
      <pc:sldChg chg="del">
        <pc:chgData name="福原　颯(s24d164)" userId="5dad88b0-8d9f-4ea1-b2c6-c10a4d6d0a4a" providerId="ADAL" clId="{67AE16A1-D829-499F-AF83-97E0A1C30640}" dt="2025-04-23T16:09:58.696" v="2335" actId="47"/>
        <pc:sldMkLst>
          <pc:docMk/>
          <pc:sldMk cId="297312426" sldId="679"/>
        </pc:sldMkLst>
      </pc:sldChg>
      <pc:sldChg chg="modSp mod modNotesTx">
        <pc:chgData name="福原　颯(s24d164)" userId="5dad88b0-8d9f-4ea1-b2c6-c10a4d6d0a4a" providerId="ADAL" clId="{67AE16A1-D829-499F-AF83-97E0A1C30640}" dt="2025-04-24T07:01:40.528" v="9220" actId="20577"/>
        <pc:sldMkLst>
          <pc:docMk/>
          <pc:sldMk cId="1027494523" sldId="68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58402699" sldId="68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70542293" sldId="68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02076223" sldId="68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66899879" sldId="68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51438155" sldId="685"/>
        </pc:sldMkLst>
      </pc:sldChg>
      <pc:sldChg chg="modSp del mod modNotesTx">
        <pc:chgData name="福原　颯(s24d164)" userId="5dad88b0-8d9f-4ea1-b2c6-c10a4d6d0a4a" providerId="ADAL" clId="{67AE16A1-D829-499F-AF83-97E0A1C30640}" dt="2025-04-24T07:19:21.399" v="9637" actId="47"/>
        <pc:sldMkLst>
          <pc:docMk/>
          <pc:sldMk cId="3369265037" sldId="68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261298" sldId="68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03683084" sldId="688"/>
        </pc:sldMkLst>
      </pc:sldChg>
      <pc:sldChg chg="modSp mod modAnim modNotesTx">
        <pc:chgData name="福原　颯(s24d164)" userId="5dad88b0-8d9f-4ea1-b2c6-c10a4d6d0a4a" providerId="ADAL" clId="{67AE16A1-D829-499F-AF83-97E0A1C30640}" dt="2025-04-24T07:31:01.304" v="9782" actId="20577"/>
        <pc:sldMkLst>
          <pc:docMk/>
          <pc:sldMk cId="4007397206" sldId="68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25408814" sldId="69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93238509" sldId="69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07483113" sldId="69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202487081" sldId="69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42625462" sldId="69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26885756" sldId="69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09841563" sldId="69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09720823" sldId="69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27818713" sldId="69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347399491" sldId="69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95419144" sldId="70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14382704" sldId="70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11500637" sldId="70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84330178" sldId="70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6801525" sldId="70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64450396" sldId="70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435995" sldId="70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792825740" sldId="70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2024600" sldId="70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02385091" sldId="70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0444612" sldId="71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80915775" sldId="711"/>
        </pc:sldMkLst>
      </pc:sldChg>
      <pc:sldChg chg="modSp mod modNotesTx">
        <pc:chgData name="福原　颯(s24d164)" userId="5dad88b0-8d9f-4ea1-b2c6-c10a4d6d0a4a" providerId="ADAL" clId="{67AE16A1-D829-499F-AF83-97E0A1C30640}" dt="2025-04-24T07:30:13.644" v="9768" actId="20577"/>
        <pc:sldMkLst>
          <pc:docMk/>
          <pc:sldMk cId="3576073028" sldId="71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80937204" sldId="713"/>
        </pc:sldMkLst>
      </pc:sldChg>
      <pc:sldChg chg="modSp mod modNotesTx">
        <pc:chgData name="福原　颯(s24d164)" userId="5dad88b0-8d9f-4ea1-b2c6-c10a4d6d0a4a" providerId="ADAL" clId="{67AE16A1-D829-499F-AF83-97E0A1C30640}" dt="2025-04-24T07:30:28.180" v="9772" actId="20577"/>
        <pc:sldMkLst>
          <pc:docMk/>
          <pc:sldMk cId="1737742054" sldId="71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81876873" sldId="7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93737976" sldId="716"/>
        </pc:sldMkLst>
      </pc:sldChg>
      <pc:sldChg chg="modSp mod modNotesTx">
        <pc:chgData name="福原　颯(s24d164)" userId="5dad88b0-8d9f-4ea1-b2c6-c10a4d6d0a4a" providerId="ADAL" clId="{67AE16A1-D829-499F-AF83-97E0A1C30640}" dt="2025-04-24T08:33:08.348" v="10401" actId="20577"/>
        <pc:sldMkLst>
          <pc:docMk/>
          <pc:sldMk cId="4159215834" sldId="718"/>
        </pc:sldMkLst>
      </pc:sldChg>
      <pc:sldChg chg="modSp mod modNotesTx">
        <pc:chgData name="福原　颯(s24d164)" userId="5dad88b0-8d9f-4ea1-b2c6-c10a4d6d0a4a" providerId="ADAL" clId="{67AE16A1-D829-499F-AF83-97E0A1C30640}" dt="2025-04-24T09:29:14.766" v="10651" actId="20577"/>
        <pc:sldMkLst>
          <pc:docMk/>
          <pc:sldMk cId="1485345896" sldId="719"/>
        </pc:sldMkLst>
      </pc:sldChg>
      <pc:sldChg chg="modSp mod modNotesTx">
        <pc:chgData name="福原　颯(s24d164)" userId="5dad88b0-8d9f-4ea1-b2c6-c10a4d6d0a4a" providerId="ADAL" clId="{67AE16A1-D829-499F-AF83-97E0A1C30640}" dt="2025-04-24T09:29:35.543" v="10653" actId="20577"/>
        <pc:sldMkLst>
          <pc:docMk/>
          <pc:sldMk cId="3635740765" sldId="720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3:49.357" v="10940" actId="20577"/>
        <pc:sldMkLst>
          <pc:docMk/>
          <pc:sldMk cId="2347730015" sldId="721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4:03.932" v="10941" actId="20577"/>
        <pc:sldMkLst>
          <pc:docMk/>
          <pc:sldMk cId="2782943564" sldId="722"/>
        </pc:sldMkLst>
      </pc:sldChg>
      <pc:sldChg chg="delSp mod">
        <pc:chgData name="福原　颯(s24d164)" userId="5dad88b0-8d9f-4ea1-b2c6-c10a4d6d0a4a" providerId="ADAL" clId="{67AE16A1-D829-499F-AF83-97E0A1C30640}" dt="2025-04-24T09:32:31.860" v="10665" actId="478"/>
        <pc:sldMkLst>
          <pc:docMk/>
          <pc:sldMk cId="3176392747" sldId="723"/>
        </pc:sldMkLst>
      </pc:sldChg>
      <pc:sldChg chg="addSp modSp mod modAnim modNotesTx">
        <pc:chgData name="福原　颯(s24d164)" userId="5dad88b0-8d9f-4ea1-b2c6-c10a4d6d0a4a" providerId="ADAL" clId="{67AE16A1-D829-499F-AF83-97E0A1C30640}" dt="2025-04-24T10:52:48.017" v="10887" actId="20577"/>
        <pc:sldMkLst>
          <pc:docMk/>
          <pc:sldMk cId="3319081757" sldId="724"/>
        </pc:sldMkLst>
      </pc:sldChg>
      <pc:sldChg chg="modNotesTx">
        <pc:chgData name="福原　颯(s24d164)" userId="5dad88b0-8d9f-4ea1-b2c6-c10a4d6d0a4a" providerId="ADAL" clId="{67AE16A1-D829-499F-AF83-97E0A1C30640}" dt="2025-04-24T03:39:38.145" v="7703" actId="20577"/>
        <pc:sldMkLst>
          <pc:docMk/>
          <pc:sldMk cId="1946705632" sldId="727"/>
        </pc:sldMkLst>
      </pc:sldChg>
      <pc:sldChg chg="modSp mod modNotesTx">
        <pc:chgData name="福原　颯(s24d164)" userId="5dad88b0-8d9f-4ea1-b2c6-c10a4d6d0a4a" providerId="ADAL" clId="{67AE16A1-D829-499F-AF83-97E0A1C30640}" dt="2025-04-24T09:15:14.776" v="10644" actId="20577"/>
        <pc:sldMkLst>
          <pc:docMk/>
          <pc:sldMk cId="1641118007" sldId="728"/>
        </pc:sldMkLst>
      </pc:sldChg>
      <pc:sldChg chg="modSp mod modAnim modNotesTx">
        <pc:chgData name="福原　颯(s24d164)" userId="5dad88b0-8d9f-4ea1-b2c6-c10a4d6d0a4a" providerId="ADAL" clId="{67AE16A1-D829-499F-AF83-97E0A1C30640}" dt="2025-04-24T10:52:07.037" v="10863" actId="20577"/>
        <pc:sldMkLst>
          <pc:docMk/>
          <pc:sldMk cId="3127128952" sldId="729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1:42.789" v="10854" actId="20577"/>
        <pc:sldMkLst>
          <pc:docMk/>
          <pc:sldMk cId="2003993181" sldId="731"/>
        </pc:sldMkLst>
      </pc:sldChg>
      <pc:sldChg chg="modNotesTx">
        <pc:chgData name="福原　颯(s24d164)" userId="5dad88b0-8d9f-4ea1-b2c6-c10a4d6d0a4a" providerId="ADAL" clId="{67AE16A1-D829-499F-AF83-97E0A1C30640}" dt="2025-04-24T04:01:49.726" v="8254" actId="20577"/>
        <pc:sldMkLst>
          <pc:docMk/>
          <pc:sldMk cId="3661843088" sldId="732"/>
        </pc:sldMkLst>
      </pc:sldChg>
      <pc:sldChg chg="modNotesTx">
        <pc:chgData name="福原　颯(s24d164)" userId="5dad88b0-8d9f-4ea1-b2c6-c10a4d6d0a4a" providerId="ADAL" clId="{67AE16A1-D829-499F-AF83-97E0A1C30640}" dt="2025-04-24T04:03:30.785" v="8350" actId="20577"/>
        <pc:sldMkLst>
          <pc:docMk/>
          <pc:sldMk cId="3602831380" sldId="733"/>
        </pc:sldMkLst>
      </pc:sldChg>
      <pc:sldChg chg="addSp modSp mod modAnim modNotesTx">
        <pc:chgData name="福原　颯(s24d164)" userId="5dad88b0-8d9f-4ea1-b2c6-c10a4d6d0a4a" providerId="ADAL" clId="{67AE16A1-D829-499F-AF83-97E0A1C30640}" dt="2025-04-24T09:01:29.103" v="10540" actId="20577"/>
        <pc:sldMkLst>
          <pc:docMk/>
          <pc:sldMk cId="1056422292" sldId="734"/>
        </pc:sldMkLst>
      </pc:sldChg>
      <pc:sldChg chg="addSp modSp mod modAnim modNotesTx">
        <pc:chgData name="福原　颯(s24d164)" userId="5dad88b0-8d9f-4ea1-b2c6-c10a4d6d0a4a" providerId="ADAL" clId="{67AE16A1-D829-499F-AF83-97E0A1C30640}" dt="2025-04-24T10:50:39.937" v="10827" actId="113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336719" sldId="737"/>
        </pc:sldMkLst>
      </pc:sldChg>
      <pc:sldChg chg="addSp modSp mod ord modAnim modNotesTx">
        <pc:chgData name="福原　颯(s24d164)" userId="5dad88b0-8d9f-4ea1-b2c6-c10a4d6d0a4a" providerId="ADAL" clId="{67AE16A1-D829-499F-AF83-97E0A1C30640}" dt="2025-04-24T10:50:43.786" v="10828" actId="113"/>
        <pc:sldMkLst>
          <pc:docMk/>
          <pc:sldMk cId="4194224942" sldId="7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14919693" sldId="73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6073347" sldId="740"/>
        </pc:sldMkLst>
      </pc:sldChg>
      <pc:sldChg chg="modSp mod modNotesTx">
        <pc:chgData name="福原　颯(s24d164)" userId="5dad88b0-8d9f-4ea1-b2c6-c10a4d6d0a4a" providerId="ADAL" clId="{67AE16A1-D829-499F-AF83-97E0A1C30640}" dt="2025-04-24T06:51:12.277" v="9176" actId="20577"/>
        <pc:sldMkLst>
          <pc:docMk/>
          <pc:sldMk cId="1422684548" sldId="741"/>
        </pc:sldMkLst>
      </pc:sldChg>
      <pc:sldChg chg="modSp del mod modNotesTx">
        <pc:chgData name="福原　颯(s24d164)" userId="5dad88b0-8d9f-4ea1-b2c6-c10a4d6d0a4a" providerId="ADAL" clId="{67AE16A1-D829-499F-AF83-97E0A1C30640}" dt="2025-04-24T00:58:37.606" v="5579" actId="47"/>
        <pc:sldMkLst>
          <pc:docMk/>
          <pc:sldMk cId="3940873187" sldId="742"/>
        </pc:sldMkLst>
      </pc:sldChg>
      <pc:sldChg chg="modSp del mod modNotesTx">
        <pc:chgData name="福原　颯(s24d164)" userId="5dad88b0-8d9f-4ea1-b2c6-c10a4d6d0a4a" providerId="ADAL" clId="{67AE16A1-D829-499F-AF83-97E0A1C30640}" dt="2025-04-24T01:49:43.044" v="5937" actId="47"/>
        <pc:sldMkLst>
          <pc:docMk/>
          <pc:sldMk cId="626489003" sldId="7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16008063" sldId="7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84470614" sldId="745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07:42:06.358" v="9896"/>
        <pc:sldMkLst>
          <pc:docMk/>
          <pc:sldMk cId="2056876469" sldId="746"/>
        </pc:sldMkLst>
      </pc:sldChg>
      <pc:sldChg chg="modSp mod modNotesTx">
        <pc:chgData name="福原　颯(s24d164)" userId="5dad88b0-8d9f-4ea1-b2c6-c10a4d6d0a4a" providerId="ADAL" clId="{67AE16A1-D829-499F-AF83-97E0A1C30640}" dt="2025-04-24T05:21:26.458" v="9024" actId="20577"/>
        <pc:sldMkLst>
          <pc:docMk/>
          <pc:sldMk cId="403920293" sldId="747"/>
        </pc:sldMkLst>
      </pc:sldChg>
      <pc:sldChg chg="modSp add del mod modNotesTx">
        <pc:chgData name="福原　颯(s24d164)" userId="5dad88b0-8d9f-4ea1-b2c6-c10a4d6d0a4a" providerId="ADAL" clId="{67AE16A1-D829-499F-AF83-97E0A1C30640}" dt="2025-04-24T00:58:37.606" v="5579" actId="47"/>
        <pc:sldMkLst>
          <pc:docMk/>
          <pc:sldMk cId="2442892468" sldId="748"/>
        </pc:sldMkLst>
      </pc:sldChg>
      <pc:sldChg chg="modSp add mod modNotesTx">
        <pc:chgData name="福原　颯(s24d164)" userId="5dad88b0-8d9f-4ea1-b2c6-c10a4d6d0a4a" providerId="ADAL" clId="{67AE16A1-D829-499F-AF83-97E0A1C30640}" dt="2025-04-24T08:05:00.283" v="10168" actId="20577"/>
        <pc:sldMkLst>
          <pc:docMk/>
          <pc:sldMk cId="854759762" sldId="749"/>
        </pc:sldMkLst>
      </pc:sldChg>
      <pc:sldChg chg="modSp add del mod modNotesTx">
        <pc:chgData name="福原　颯(s24d164)" userId="5dad88b0-8d9f-4ea1-b2c6-c10a4d6d0a4a" providerId="ADAL" clId="{67AE16A1-D829-499F-AF83-97E0A1C30640}" dt="2025-04-24T01:49:43.044" v="5937" actId="47"/>
        <pc:sldMkLst>
          <pc:docMk/>
          <pc:sldMk cId="2607840950" sldId="750"/>
        </pc:sldMkLst>
      </pc:sldChg>
      <pc:sldChg chg="modSp add mod modNotesTx">
        <pc:chgData name="福原　颯(s24d164)" userId="5dad88b0-8d9f-4ea1-b2c6-c10a4d6d0a4a" providerId="ADAL" clId="{67AE16A1-D829-499F-AF83-97E0A1C30640}" dt="2025-04-24T08:11:06.118" v="10381" actId="1035"/>
        <pc:sldMkLst>
          <pc:docMk/>
          <pc:sldMk cId="3832020014" sldId="751"/>
        </pc:sldMkLst>
      </pc:sldChg>
      <pc:sldChg chg="modSp add mod modAnim modNotesTx">
        <pc:chgData name="福原　颯(s24d164)" userId="5dad88b0-8d9f-4ea1-b2c6-c10a4d6d0a4a" providerId="ADAL" clId="{67AE16A1-D829-499F-AF83-97E0A1C30640}" dt="2025-04-24T07:26:27.324" v="9738" actId="20577"/>
        <pc:sldMkLst>
          <pc:docMk/>
          <pc:sldMk cId="1210969522" sldId="752"/>
        </pc:sldMkLst>
      </pc:sldChg>
      <pc:sldChg chg="addSp delSp modSp add mod delAnim modAnim">
        <pc:chgData name="福原　颯(s24d164)" userId="5dad88b0-8d9f-4ea1-b2c6-c10a4d6d0a4a" providerId="ADAL" clId="{67AE16A1-D829-499F-AF83-97E0A1C30640}" dt="2025-04-24T10:53:04.093" v="10900" actId="20577"/>
        <pc:sldMkLst>
          <pc:docMk/>
          <pc:sldMk cId="3356421823" sldId="753"/>
        </pc:sldMkLst>
      </pc:sldChg>
      <pc:sldChg chg="add del">
        <pc:chgData name="福原　颯(s24d164)" userId="5dad88b0-8d9f-4ea1-b2c6-c10a4d6d0a4a" providerId="ADAL" clId="{67AE16A1-D829-499F-AF83-97E0A1C30640}" dt="2025-04-24T09:48:22.733" v="10799" actId="47"/>
        <pc:sldMkLst>
          <pc:docMk/>
          <pc:sldMk cId="3406810752" sldId="754"/>
        </pc:sldMkLst>
      </pc:sldChg>
      <pc:sldChg chg="delSp modSp add mod delAnim">
        <pc:chgData name="福原　颯(s24d164)" userId="5dad88b0-8d9f-4ea1-b2c6-c10a4d6d0a4a" providerId="ADAL" clId="{67AE16A1-D829-499F-AF83-97E0A1C30640}" dt="2025-04-24T10:55:46.137" v="10945" actId="113"/>
        <pc:sldMkLst>
          <pc:docMk/>
          <pc:sldMk cId="3112599749" sldId="755"/>
        </pc:sldMkLst>
      </pc:sldChg>
      <pc:sldChg chg="addSp delSp modSp add mod modNotesTx">
        <pc:chgData name="福原　颯(s24d164)" userId="5dad88b0-8d9f-4ea1-b2c6-c10a4d6d0a4a" providerId="ADAL" clId="{67AE16A1-D829-499F-AF83-97E0A1C30640}" dt="2025-04-24T11:42:40.411" v="11813" actId="20577"/>
        <pc:sldMkLst>
          <pc:docMk/>
          <pc:sldMk cId="3833613617" sldId="756"/>
        </pc:sldMkLst>
      </pc:sldChg>
      <pc:sldChg chg="delSp modSp add mod delAnim modNotesTx">
        <pc:chgData name="福原　颯(s24d164)" userId="5dad88b0-8d9f-4ea1-b2c6-c10a4d6d0a4a" providerId="ADAL" clId="{67AE16A1-D829-499F-AF83-97E0A1C30640}" dt="2025-04-24T11:36:16.369" v="11710" actId="20577"/>
        <pc:sldMkLst>
          <pc:docMk/>
          <pc:sldMk cId="1232371135" sldId="757"/>
        </pc:sldMkLst>
      </pc:sldChg>
    </pc:docChg>
  </pc:docChgLst>
  <pc:docChgLst>
    <pc:chgData name="福原　颯(s24d164)" userId="5dad88b0-8d9f-4ea1-b2c6-c10a4d6d0a4a" providerId="ADAL" clId="{88AD7964-CE5D-454E-BAEC-D2874E957E74}"/>
    <pc:docChg chg="modSld sldOrd">
      <pc:chgData name="福原　颯(s24d164)" userId="5dad88b0-8d9f-4ea1-b2c6-c10a4d6d0a4a" providerId="ADAL" clId="{88AD7964-CE5D-454E-BAEC-D2874E957E74}" dt="2025-04-18T07:32:18.107" v="12"/>
      <pc:docMkLst>
        <pc:docMk/>
      </pc:docMkLst>
      <pc:sldChg chg="modSp">
        <pc:chgData name="福原　颯(s24d164)" userId="5dad88b0-8d9f-4ea1-b2c6-c10a4d6d0a4a" providerId="ADAL" clId="{88AD7964-CE5D-454E-BAEC-D2874E957E74}" dt="2025-04-18T07:29:32.415" v="0" actId="20577"/>
        <pc:sldMkLst>
          <pc:docMk/>
          <pc:sldMk cId="993336348" sldId="581"/>
        </pc:sldMkLst>
      </pc:sldChg>
      <pc:sldChg chg="modSp mod">
        <pc:chgData name="福原　颯(s24d164)" userId="5dad88b0-8d9f-4ea1-b2c6-c10a4d6d0a4a" providerId="ADAL" clId="{88AD7964-CE5D-454E-BAEC-D2874E957E74}" dt="2025-04-18T07:31:19.451" v="10" actId="20577"/>
        <pc:sldMkLst>
          <pc:docMk/>
          <pc:sldMk cId="2593897383" sldId="590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2070648182" sldId="622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2113505715" sldId="625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3513932518" sldId="628"/>
        </pc:sldMkLst>
      </pc:sldChg>
    </pc:docChg>
  </pc:docChgLst>
  <pc:docChgLst>
    <pc:chgData name="福原　颯(s24d164)" userId="5dad88b0-8d9f-4ea1-b2c6-c10a4d6d0a4a" providerId="ADAL" clId="{E602A02B-0543-4021-B602-6D96E7014D30}"/>
    <pc:docChg chg="undo custSel addSld delSld modSld">
      <pc:chgData name="福原　颯(s24d164)" userId="5dad88b0-8d9f-4ea1-b2c6-c10a4d6d0a4a" providerId="ADAL" clId="{E602A02B-0543-4021-B602-6D96E7014D30}" dt="2024-09-17T09:14:07.909" v="801" actId="1076"/>
      <pc:docMkLst>
        <pc:docMk/>
      </pc:docMkLst>
      <pc:sldChg chg="del">
        <pc:chgData name="福原　颯(s24d164)" userId="5dad88b0-8d9f-4ea1-b2c6-c10a4d6d0a4a" providerId="ADAL" clId="{E602A02B-0543-4021-B602-6D96E7014D30}" dt="2024-09-17T08:48:49.686" v="1" actId="47"/>
        <pc:sldMkLst>
          <pc:docMk/>
          <pc:sldMk cId="3078364756" sldId="528"/>
        </pc:sldMkLst>
      </pc:sldChg>
      <pc:sldChg chg="modSp mod">
        <pc:chgData name="福原　颯(s24d164)" userId="5dad88b0-8d9f-4ea1-b2c6-c10a4d6d0a4a" providerId="ADAL" clId="{E602A02B-0543-4021-B602-6D96E7014D30}" dt="2024-09-17T08:57:02.923" v="242" actId="20577"/>
        <pc:sldMkLst>
          <pc:docMk/>
          <pc:sldMk cId="1777063703" sldId="531"/>
        </pc:sldMkLst>
      </pc:sldChg>
      <pc:sldChg chg="add">
        <pc:chgData name="福原　颯(s24d164)" userId="5dad88b0-8d9f-4ea1-b2c6-c10a4d6d0a4a" providerId="ADAL" clId="{E602A02B-0543-4021-B602-6D96E7014D30}" dt="2024-09-17T08:48:47.784" v="0"/>
        <pc:sldMkLst>
          <pc:docMk/>
          <pc:sldMk cId="3754821337" sldId="532"/>
        </pc:sldMkLst>
      </pc:sldChg>
      <pc:sldChg chg="addSp modSp add mod">
        <pc:chgData name="福原　颯(s24d164)" userId="5dad88b0-8d9f-4ea1-b2c6-c10a4d6d0a4a" providerId="ADAL" clId="{E602A02B-0543-4021-B602-6D96E7014D30}" dt="2024-09-17T09:13:42.953" v="792" actId="1076"/>
        <pc:sldMkLst>
          <pc:docMk/>
          <pc:sldMk cId="1278374331" sldId="533"/>
        </pc:sldMkLst>
      </pc:sldChg>
      <pc:sldChg chg="delSp modSp add mod">
        <pc:chgData name="福原　颯(s24d164)" userId="5dad88b0-8d9f-4ea1-b2c6-c10a4d6d0a4a" providerId="ADAL" clId="{E602A02B-0543-4021-B602-6D96E7014D30}" dt="2024-09-17T09:14:07.909" v="801" actId="1076"/>
        <pc:sldMkLst>
          <pc:docMk/>
          <pc:sldMk cId="3281802686" sldId="534"/>
        </pc:sldMkLst>
      </pc:sldChg>
    </pc:docChg>
  </pc:docChgLst>
  <pc:docChgLst>
    <pc:chgData name="福原　颯(s24d164)" userId="5dad88b0-8d9f-4ea1-b2c6-c10a4d6d0a4a" providerId="ADAL" clId="{B3240978-5F24-4AA0-8351-73504D8ADC5A}"/>
    <pc:docChg chg="undo custSel addSld delSld modSld">
      <pc:chgData name="福原　颯(s24d164)" userId="5dad88b0-8d9f-4ea1-b2c6-c10a4d6d0a4a" providerId="ADAL" clId="{B3240978-5F24-4AA0-8351-73504D8ADC5A}" dt="2025-05-21T16:27:48.534" v="3119" actId="20577"/>
      <pc:docMkLst>
        <pc:docMk/>
      </pc:docMkLst>
      <pc:sldChg chg="modNotesTx">
        <pc:chgData name="福原　颯(s24d164)" userId="5dad88b0-8d9f-4ea1-b2c6-c10a4d6d0a4a" providerId="ADAL" clId="{B3240978-5F24-4AA0-8351-73504D8ADC5A}" dt="2025-05-21T16:24:24.124" v="2981" actId="113"/>
        <pc:sldMkLst>
          <pc:docMk/>
          <pc:sldMk cId="4159215834" sldId="718"/>
        </pc:sldMkLst>
      </pc:sldChg>
      <pc:sldChg chg="modNotesTx">
        <pc:chgData name="福原　颯(s24d164)" userId="5dad88b0-8d9f-4ea1-b2c6-c10a4d6d0a4a" providerId="ADAL" clId="{B3240978-5F24-4AA0-8351-73504D8ADC5A}" dt="2025-05-21T13:16:39.396" v="505" actId="20577"/>
        <pc:sldMkLst>
          <pc:docMk/>
          <pc:sldMk cId="2615351689" sldId="758"/>
        </pc:sldMkLst>
      </pc:sldChg>
      <pc:sldChg chg="modSp mod modNotesTx">
        <pc:chgData name="福原　颯(s24d164)" userId="5dad88b0-8d9f-4ea1-b2c6-c10a4d6d0a4a" providerId="ADAL" clId="{B3240978-5F24-4AA0-8351-73504D8ADC5A}" dt="2025-05-21T15:52:11.443" v="1972" actId="20577"/>
        <pc:sldMkLst>
          <pc:docMk/>
          <pc:sldMk cId="1067871787" sldId="768"/>
        </pc:sldMkLst>
      </pc:sldChg>
      <pc:sldChg chg="modSp mod">
        <pc:chgData name="福原　颯(s24d164)" userId="5dad88b0-8d9f-4ea1-b2c6-c10a4d6d0a4a" providerId="ADAL" clId="{B3240978-5F24-4AA0-8351-73504D8ADC5A}" dt="2025-05-21T09:12:01.244" v="5" actId="20577"/>
        <pc:sldMkLst>
          <pc:docMk/>
          <pc:sldMk cId="2662678024" sldId="770"/>
        </pc:sldMkLst>
      </pc:sldChg>
      <pc:sldChg chg="modSp mod modNotesTx">
        <pc:chgData name="福原　颯(s24d164)" userId="5dad88b0-8d9f-4ea1-b2c6-c10a4d6d0a4a" providerId="ADAL" clId="{B3240978-5F24-4AA0-8351-73504D8ADC5A}" dt="2025-05-21T16:27:48.534" v="3119" actId="20577"/>
        <pc:sldMkLst>
          <pc:docMk/>
          <pc:sldMk cId="1123830566" sldId="77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966620949" sldId="776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3118778179" sldId="77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770270452" sldId="78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261761750" sldId="78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293909014" sldId="78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237612359" sldId="78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37573737" sldId="78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048241044" sldId="78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159782941" sldId="78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661080508" sldId="787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292101955" sldId="78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906458731" sldId="78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580826161" sldId="79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124655202" sldId="791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2451947027" sldId="79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9660724" sldId="79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958224478" sldId="79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499138244" sldId="79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045757155" sldId="79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333470137" sldId="79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201201007" sldId="79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78708712" sldId="79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140170195" sldId="80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744169427" sldId="80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27760683" sldId="80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043047303" sldId="80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010638594" sldId="80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223055461" sldId="80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59375935" sldId="80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069240060" sldId="80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484124929" sldId="80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773276949" sldId="80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837315838" sldId="81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444542119" sldId="81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300201696" sldId="81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224930651" sldId="81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861543991" sldId="81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842103758" sldId="815"/>
        </pc:sldMkLst>
      </pc:sldChg>
      <pc:sldChg chg="modSp add del modNotesTx">
        <pc:chgData name="福原　颯(s24d164)" userId="5dad88b0-8d9f-4ea1-b2c6-c10a4d6d0a4a" providerId="ADAL" clId="{B3240978-5F24-4AA0-8351-73504D8ADC5A}" dt="2025-05-21T16:24:07.824" v="2961" actId="20577"/>
        <pc:sldMkLst>
          <pc:docMk/>
          <pc:sldMk cId="1805178099" sldId="81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883598738" sldId="81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051204317" sldId="818"/>
        </pc:sldMkLst>
      </pc:sldChg>
      <pc:sldChg chg="modAnim">
        <pc:chgData name="福原　颯(s24d164)" userId="5dad88b0-8d9f-4ea1-b2c6-c10a4d6d0a4a" providerId="ADAL" clId="{B3240978-5F24-4AA0-8351-73504D8ADC5A}" dt="2025-05-21T16:25:08.275" v="2983"/>
        <pc:sldMkLst>
          <pc:docMk/>
          <pc:sldMk cId="2028234339" sldId="841"/>
        </pc:sldMkLst>
      </pc:sldChg>
      <pc:sldChg chg="modSp mod modNotesTx">
        <pc:chgData name="福原　颯(s24d164)" userId="5dad88b0-8d9f-4ea1-b2c6-c10a4d6d0a4a" providerId="ADAL" clId="{B3240978-5F24-4AA0-8351-73504D8ADC5A}" dt="2025-05-21T16:27:23.789" v="3088" actId="20577"/>
        <pc:sldMkLst>
          <pc:docMk/>
          <pc:sldMk cId="1263326900" sldId="843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536071769" sldId="846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451825540" sldId="849"/>
        </pc:sldMkLst>
      </pc:sldChg>
      <pc:sldChg chg="addSp delSp modSp add del mod modNotesTx">
        <pc:chgData name="福原　颯(s24d164)" userId="5dad88b0-8d9f-4ea1-b2c6-c10a4d6d0a4a" providerId="ADAL" clId="{B3240978-5F24-4AA0-8351-73504D8ADC5A}" dt="2025-05-21T15:53:32.524" v="2031" actId="20577"/>
        <pc:sldMkLst>
          <pc:docMk/>
          <pc:sldMk cId="2085457544" sldId="851"/>
        </pc:sldMkLst>
      </pc:sldChg>
      <pc:sldChg chg="modSp mod modNotesTx">
        <pc:chgData name="福原　颯(s24d164)" userId="5dad88b0-8d9f-4ea1-b2c6-c10a4d6d0a4a" providerId="ADAL" clId="{B3240978-5F24-4AA0-8351-73504D8ADC5A}" dt="2025-05-21T15:57:24.424" v="2154" actId="115"/>
        <pc:sldMkLst>
          <pc:docMk/>
          <pc:sldMk cId="446647372" sldId="852"/>
        </pc:sldMkLst>
      </pc:sldChg>
      <pc:sldChg chg="modSp mod modNotesTx">
        <pc:chgData name="福原　颯(s24d164)" userId="5dad88b0-8d9f-4ea1-b2c6-c10a4d6d0a4a" providerId="ADAL" clId="{B3240978-5F24-4AA0-8351-73504D8ADC5A}" dt="2025-05-21T16:10:09.324" v="2326" actId="1036"/>
        <pc:sldMkLst>
          <pc:docMk/>
          <pc:sldMk cId="2073588060" sldId="853"/>
        </pc:sldMkLst>
      </pc:sldChg>
      <pc:sldChg chg="modSp mod modNotesTx">
        <pc:chgData name="福原　颯(s24d164)" userId="5dad88b0-8d9f-4ea1-b2c6-c10a4d6d0a4a" providerId="ADAL" clId="{B3240978-5F24-4AA0-8351-73504D8ADC5A}" dt="2025-05-21T16:13:38.514" v="2540" actId="20577"/>
        <pc:sldMkLst>
          <pc:docMk/>
          <pc:sldMk cId="1254780454" sldId="854"/>
        </pc:sldMkLst>
      </pc:sldChg>
      <pc:sldChg chg="modSp mod modNotesTx">
        <pc:chgData name="福原　颯(s24d164)" userId="5dad88b0-8d9f-4ea1-b2c6-c10a4d6d0a4a" providerId="ADAL" clId="{B3240978-5F24-4AA0-8351-73504D8ADC5A}" dt="2025-05-21T16:20:45.534" v="2832" actId="20577"/>
        <pc:sldMkLst>
          <pc:docMk/>
          <pc:sldMk cId="1717734276" sldId="855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892485605" sldId="856"/>
        </pc:sldMkLst>
      </pc:sldChg>
    </pc:docChg>
  </pc:docChgLst>
  <pc:docChgLst>
    <pc:chgData name="福原　颯(s24d164)" userId="5dad88b0-8d9f-4ea1-b2c6-c10a4d6d0a4a" providerId="ADAL" clId="{82DD5C9F-9BFD-4D32-832E-DDDEB957F803}"/>
    <pc:docChg chg="undo custSel addSld delSld modSld sldOrd">
      <pc:chgData name="福原　颯(s24d164)" userId="5dad88b0-8d9f-4ea1-b2c6-c10a4d6d0a4a" providerId="ADAL" clId="{82DD5C9F-9BFD-4D32-832E-DDDEB957F803}" dt="2024-09-17T17:32:38.841" v="5371" actId="2165"/>
      <pc:docMkLst>
        <pc:docMk/>
      </pc:docMkLst>
      <pc:sldChg chg="modSp mod">
        <pc:chgData name="福原　颯(s24d164)" userId="5dad88b0-8d9f-4ea1-b2c6-c10a4d6d0a4a" providerId="ADAL" clId="{82DD5C9F-9BFD-4D32-832E-DDDEB957F803}" dt="2024-09-17T15:33:58.969" v="2658" actId="115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82DD5C9F-9BFD-4D32-832E-DDDEB957F803}" dt="2024-09-17T15:03:47.040" v="2010" actId="20577"/>
        <pc:sldMkLst>
          <pc:docMk/>
          <pc:sldMk cId="3280360261" sldId="416"/>
        </pc:sldMkLst>
      </pc:sldChg>
      <pc:sldChg chg="addSp modSp mod modAnim">
        <pc:chgData name="福原　颯(s24d164)" userId="5dad88b0-8d9f-4ea1-b2c6-c10a4d6d0a4a" providerId="ADAL" clId="{82DD5C9F-9BFD-4D32-832E-DDDEB957F803}" dt="2024-09-17T13:02:02.291" v="71"/>
        <pc:sldMkLst>
          <pc:docMk/>
          <pc:sldMk cId="707447553" sldId="517"/>
        </pc:sldMkLst>
      </pc:sldChg>
      <pc:sldChg chg="modSp mod">
        <pc:chgData name="福原　颯(s24d164)" userId="5dad88b0-8d9f-4ea1-b2c6-c10a4d6d0a4a" providerId="ADAL" clId="{82DD5C9F-9BFD-4D32-832E-DDDEB957F803}" dt="2024-09-17T12:58:29.069" v="0" actId="113"/>
        <pc:sldMkLst>
          <pc:docMk/>
          <pc:sldMk cId="1492636824" sldId="524"/>
        </pc:sldMkLst>
      </pc:sldChg>
      <pc:sldChg chg="modSp mod">
        <pc:chgData name="福原　颯(s24d164)" userId="5dad88b0-8d9f-4ea1-b2c6-c10a4d6d0a4a" providerId="ADAL" clId="{82DD5C9F-9BFD-4D32-832E-DDDEB957F803}" dt="2024-09-17T15:04:40.590" v="2034" actId="20577"/>
        <pc:sldMkLst>
          <pc:docMk/>
          <pc:sldMk cId="1777063703" sldId="531"/>
        </pc:sldMkLst>
      </pc:sldChg>
      <pc:sldChg chg="ord">
        <pc:chgData name="福原　颯(s24d164)" userId="5dad88b0-8d9f-4ea1-b2c6-c10a4d6d0a4a" providerId="ADAL" clId="{82DD5C9F-9BFD-4D32-832E-DDDEB957F803}" dt="2024-09-17T13:45:29.144" v="1014"/>
        <pc:sldMkLst>
          <pc:docMk/>
          <pc:sldMk cId="1278374331" sldId="533"/>
        </pc:sldMkLst>
      </pc:sldChg>
      <pc:sldChg chg="modSp mod ord">
        <pc:chgData name="福原　颯(s24d164)" userId="5dad88b0-8d9f-4ea1-b2c6-c10a4d6d0a4a" providerId="ADAL" clId="{82DD5C9F-9BFD-4D32-832E-DDDEB957F803}" dt="2024-09-17T15:05:21.945" v="2038"/>
        <pc:sldMkLst>
          <pc:docMk/>
          <pc:sldMk cId="3281802686" sldId="534"/>
        </pc:sldMkLst>
      </pc:sldChg>
      <pc:sldChg chg="addSp delSp modSp add mod delAnim modAnim">
        <pc:chgData name="福原　颯(s24d164)" userId="5dad88b0-8d9f-4ea1-b2c6-c10a4d6d0a4a" providerId="ADAL" clId="{82DD5C9F-9BFD-4D32-832E-DDDEB957F803}" dt="2024-09-17T15:04:49.736" v="2035" actId="21"/>
        <pc:sldMkLst>
          <pc:docMk/>
          <pc:sldMk cId="787021457" sldId="535"/>
        </pc:sldMkLst>
      </pc:sldChg>
      <pc:sldChg chg="modSp add mod">
        <pc:chgData name="福原　颯(s24d164)" userId="5dad88b0-8d9f-4ea1-b2c6-c10a4d6d0a4a" providerId="ADAL" clId="{82DD5C9F-9BFD-4D32-832E-DDDEB957F803}" dt="2024-09-17T13:24:06.875" v="572" actId="20577"/>
        <pc:sldMkLst>
          <pc:docMk/>
          <pc:sldMk cId="657489115" sldId="536"/>
        </pc:sldMkLst>
      </pc:sldChg>
      <pc:sldChg chg="modSp add mod">
        <pc:chgData name="福原　颯(s24d164)" userId="5dad88b0-8d9f-4ea1-b2c6-c10a4d6d0a4a" providerId="ADAL" clId="{82DD5C9F-9BFD-4D32-832E-DDDEB957F803}" dt="2024-09-17T13:23:42.427" v="563"/>
        <pc:sldMkLst>
          <pc:docMk/>
          <pc:sldMk cId="2340234848" sldId="537"/>
        </pc:sldMkLst>
      </pc:sldChg>
      <pc:sldChg chg="addSp delSp modSp add mod">
        <pc:chgData name="福原　颯(s24d164)" userId="5dad88b0-8d9f-4ea1-b2c6-c10a4d6d0a4a" providerId="ADAL" clId="{82DD5C9F-9BFD-4D32-832E-DDDEB957F803}" dt="2024-09-17T13:31:04.228" v="798" actId="20577"/>
        <pc:sldMkLst>
          <pc:docMk/>
          <pc:sldMk cId="1184372124" sldId="538"/>
        </pc:sldMkLst>
      </pc:sldChg>
      <pc:sldChg chg="addSp delSp modSp add mod">
        <pc:chgData name="福原　颯(s24d164)" userId="5dad88b0-8d9f-4ea1-b2c6-c10a4d6d0a4a" providerId="ADAL" clId="{82DD5C9F-9BFD-4D32-832E-DDDEB957F803}" dt="2024-09-17T13:35:31.339" v="965" actId="1076"/>
        <pc:sldMkLst>
          <pc:docMk/>
          <pc:sldMk cId="2634214433" sldId="539"/>
        </pc:sldMkLst>
      </pc:sldChg>
      <pc:sldChg chg="addSp modSp add mod modAnim">
        <pc:chgData name="福原　颯(s24d164)" userId="5dad88b0-8d9f-4ea1-b2c6-c10a4d6d0a4a" providerId="ADAL" clId="{82DD5C9F-9BFD-4D32-832E-DDDEB957F803}" dt="2024-09-17T15:04:59.250" v="2036"/>
        <pc:sldMkLst>
          <pc:docMk/>
          <pc:sldMk cId="2779778668" sldId="540"/>
        </pc:sldMkLst>
      </pc:sldChg>
      <pc:sldChg chg="modSp add mod">
        <pc:chgData name="福原　颯(s24d164)" userId="5dad88b0-8d9f-4ea1-b2c6-c10a4d6d0a4a" providerId="ADAL" clId="{82DD5C9F-9BFD-4D32-832E-DDDEB957F803}" dt="2024-09-17T13:36:41.684" v="979" actId="113"/>
        <pc:sldMkLst>
          <pc:docMk/>
          <pc:sldMk cId="2536414103" sldId="541"/>
        </pc:sldMkLst>
      </pc:sldChg>
      <pc:sldChg chg="addSp delSp modSp add mod">
        <pc:chgData name="福原　颯(s24d164)" userId="5dad88b0-8d9f-4ea1-b2c6-c10a4d6d0a4a" providerId="ADAL" clId="{82DD5C9F-9BFD-4D32-832E-DDDEB957F803}" dt="2024-09-17T14:15:51.101" v="1320" actId="1076"/>
        <pc:sldMkLst>
          <pc:docMk/>
          <pc:sldMk cId="4135016211" sldId="542"/>
        </pc:sldMkLst>
      </pc:sldChg>
      <pc:sldChg chg="addSp delSp modSp add mod">
        <pc:chgData name="福原　颯(s24d164)" userId="5dad88b0-8d9f-4ea1-b2c6-c10a4d6d0a4a" providerId="ADAL" clId="{82DD5C9F-9BFD-4D32-832E-DDDEB957F803}" dt="2024-09-17T14:45:17.197" v="1842" actId="13822"/>
        <pc:sldMkLst>
          <pc:docMk/>
          <pc:sldMk cId="2530920632" sldId="543"/>
        </pc:sldMkLst>
      </pc:sldChg>
      <pc:sldChg chg="addSp delSp modSp add mod">
        <pc:chgData name="福原　颯(s24d164)" userId="5dad88b0-8d9f-4ea1-b2c6-c10a4d6d0a4a" providerId="ADAL" clId="{82DD5C9F-9BFD-4D32-832E-DDDEB957F803}" dt="2024-09-17T14:49:51.037" v="1977" actId="1076"/>
        <pc:sldMkLst>
          <pc:docMk/>
          <pc:sldMk cId="1074092287" sldId="544"/>
        </pc:sldMkLst>
      </pc:sldChg>
      <pc:sldChg chg="modSp add mod">
        <pc:chgData name="福原　颯(s24d164)" userId="5dad88b0-8d9f-4ea1-b2c6-c10a4d6d0a4a" providerId="ADAL" clId="{82DD5C9F-9BFD-4D32-832E-DDDEB957F803}" dt="2024-09-17T15:03:37.133" v="2005" actId="20577"/>
        <pc:sldMkLst>
          <pc:docMk/>
          <pc:sldMk cId="2083591494" sldId="545"/>
        </pc:sldMkLst>
      </pc:sldChg>
      <pc:sldChg chg="addSp delSp modSp add mod ord">
        <pc:chgData name="福原　颯(s24d164)" userId="5dad88b0-8d9f-4ea1-b2c6-c10a4d6d0a4a" providerId="ADAL" clId="{82DD5C9F-9BFD-4D32-832E-DDDEB957F803}" dt="2024-09-17T15:36:20.770" v="2671" actId="15"/>
        <pc:sldMkLst>
          <pc:docMk/>
          <pc:sldMk cId="2393299346" sldId="546"/>
        </pc:sldMkLst>
      </pc:sldChg>
      <pc:sldChg chg="add del">
        <pc:chgData name="福原　颯(s24d164)" userId="5dad88b0-8d9f-4ea1-b2c6-c10a4d6d0a4a" providerId="ADAL" clId="{82DD5C9F-9BFD-4D32-832E-DDDEB957F803}" dt="2024-09-17T16:22:26.400" v="3584" actId="47"/>
        <pc:sldMkLst>
          <pc:docMk/>
          <pc:sldMk cId="1456943434" sldId="547"/>
        </pc:sldMkLst>
      </pc:sldChg>
      <pc:sldChg chg="add del">
        <pc:chgData name="福原　颯(s24d164)" userId="5dad88b0-8d9f-4ea1-b2c6-c10a4d6d0a4a" providerId="ADAL" clId="{82DD5C9F-9BFD-4D32-832E-DDDEB957F803}" dt="2024-09-17T16:22:26.400" v="3584" actId="47"/>
        <pc:sldMkLst>
          <pc:docMk/>
          <pc:sldMk cId="2719921329" sldId="548"/>
        </pc:sldMkLst>
      </pc:sldChg>
      <pc:sldChg chg="modSp add mod">
        <pc:chgData name="福原　颯(s24d164)" userId="5dad88b0-8d9f-4ea1-b2c6-c10a4d6d0a4a" providerId="ADAL" clId="{82DD5C9F-9BFD-4D32-832E-DDDEB957F803}" dt="2024-09-17T15:06:57.900" v="2057" actId="20577"/>
        <pc:sldMkLst>
          <pc:docMk/>
          <pc:sldMk cId="4238848866" sldId="549"/>
        </pc:sldMkLst>
      </pc:sldChg>
      <pc:sldChg chg="add">
        <pc:chgData name="福原　颯(s24d164)" userId="5dad88b0-8d9f-4ea1-b2c6-c10a4d6d0a4a" providerId="ADAL" clId="{82DD5C9F-9BFD-4D32-832E-DDDEB957F803}" dt="2024-09-17T15:05:41.447" v="2039"/>
        <pc:sldMkLst>
          <pc:docMk/>
          <pc:sldMk cId="2971353691" sldId="550"/>
        </pc:sldMkLst>
      </pc:sldChg>
      <pc:sldChg chg="delSp modSp add mod ord">
        <pc:chgData name="福原　颯(s24d164)" userId="5dad88b0-8d9f-4ea1-b2c6-c10a4d6d0a4a" providerId="ADAL" clId="{82DD5C9F-9BFD-4D32-832E-DDDEB957F803}" dt="2024-09-17T16:33:00.178" v="3806" actId="20577"/>
        <pc:sldMkLst>
          <pc:docMk/>
          <pc:sldMk cId="245135390" sldId="551"/>
        </pc:sldMkLst>
      </pc:sldChg>
      <pc:sldChg chg="addSp delSp modSp add mod">
        <pc:chgData name="福原　颯(s24d164)" userId="5dad88b0-8d9f-4ea1-b2c6-c10a4d6d0a4a" providerId="ADAL" clId="{82DD5C9F-9BFD-4D32-832E-DDDEB957F803}" dt="2024-09-17T16:09:36.099" v="3426" actId="1076"/>
        <pc:sldMkLst>
          <pc:docMk/>
          <pc:sldMk cId="338589204" sldId="552"/>
        </pc:sldMkLst>
      </pc:sldChg>
      <pc:sldChg chg="addSp delSp modSp add mod">
        <pc:chgData name="福原　颯(s24d164)" userId="5dad88b0-8d9f-4ea1-b2c6-c10a4d6d0a4a" providerId="ADAL" clId="{82DD5C9F-9BFD-4D32-832E-DDDEB957F803}" dt="2024-09-17T16:22:04.308" v="3583" actId="20577"/>
        <pc:sldMkLst>
          <pc:docMk/>
          <pc:sldMk cId="561060879" sldId="553"/>
        </pc:sldMkLst>
      </pc:sldChg>
      <pc:sldChg chg="add del">
        <pc:chgData name="福原　颯(s24d164)" userId="5dad88b0-8d9f-4ea1-b2c6-c10a4d6d0a4a" providerId="ADAL" clId="{82DD5C9F-9BFD-4D32-832E-DDDEB957F803}" dt="2024-09-17T16:26:22.760" v="3586" actId="47"/>
        <pc:sldMkLst>
          <pc:docMk/>
          <pc:sldMk cId="1444847222" sldId="554"/>
        </pc:sldMkLst>
      </pc:sldChg>
      <pc:sldChg chg="add mod modShow">
        <pc:chgData name="福原　颯(s24d164)" userId="5dad88b0-8d9f-4ea1-b2c6-c10a4d6d0a4a" providerId="ADAL" clId="{82DD5C9F-9BFD-4D32-832E-DDDEB957F803}" dt="2024-09-17T16:26:28.859" v="3587" actId="729"/>
        <pc:sldMkLst>
          <pc:docMk/>
          <pc:sldMk cId="3555829080" sldId="555"/>
        </pc:sldMkLst>
      </pc:sldChg>
      <pc:sldChg chg="add mod modShow">
        <pc:chgData name="福原　颯(s24d164)" userId="5dad88b0-8d9f-4ea1-b2c6-c10a4d6d0a4a" providerId="ADAL" clId="{82DD5C9F-9BFD-4D32-832E-DDDEB957F803}" dt="2024-09-17T16:26:31.246" v="3588" actId="729"/>
        <pc:sldMkLst>
          <pc:docMk/>
          <pc:sldMk cId="1706130816" sldId="556"/>
        </pc:sldMkLst>
      </pc:sldChg>
      <pc:sldChg chg="add ord">
        <pc:chgData name="福原　颯(s24d164)" userId="5dad88b0-8d9f-4ea1-b2c6-c10a4d6d0a4a" providerId="ADAL" clId="{82DD5C9F-9BFD-4D32-832E-DDDEB957F803}" dt="2024-09-17T17:27:49.883" v="5331"/>
        <pc:sldMkLst>
          <pc:docMk/>
          <pc:sldMk cId="3098468264" sldId="557"/>
        </pc:sldMkLst>
      </pc:sldChg>
      <pc:sldChg chg="addSp delSp modSp add mod">
        <pc:chgData name="福原　颯(s24d164)" userId="5dad88b0-8d9f-4ea1-b2c6-c10a4d6d0a4a" providerId="ADAL" clId="{82DD5C9F-9BFD-4D32-832E-DDDEB957F803}" dt="2024-09-17T16:29:37.098" v="3694" actId="478"/>
        <pc:sldMkLst>
          <pc:docMk/>
          <pc:sldMk cId="2437348224" sldId="558"/>
        </pc:sldMkLst>
      </pc:sldChg>
      <pc:sldChg chg="addSp delSp modSp add mod">
        <pc:chgData name="福原　颯(s24d164)" userId="5dad88b0-8d9f-4ea1-b2c6-c10a4d6d0a4a" providerId="ADAL" clId="{82DD5C9F-9BFD-4D32-832E-DDDEB957F803}" dt="2024-09-17T16:48:55.178" v="4233" actId="12385"/>
        <pc:sldMkLst>
          <pc:docMk/>
          <pc:sldMk cId="1399150608" sldId="559"/>
        </pc:sldMkLst>
      </pc:sldChg>
      <pc:sldChg chg="add">
        <pc:chgData name="福原　颯(s24d164)" userId="5dad88b0-8d9f-4ea1-b2c6-c10a4d6d0a4a" providerId="ADAL" clId="{82DD5C9F-9BFD-4D32-832E-DDDEB957F803}" dt="2024-09-17T16:48:27.879" v="4230" actId="2890"/>
        <pc:sldMkLst>
          <pc:docMk/>
          <pc:sldMk cId="3180030950" sldId="560"/>
        </pc:sldMkLst>
      </pc:sldChg>
      <pc:sldChg chg="addSp delSp modSp add del mod">
        <pc:chgData name="福原　颯(s24d164)" userId="5dad88b0-8d9f-4ea1-b2c6-c10a4d6d0a4a" providerId="ADAL" clId="{82DD5C9F-9BFD-4D32-832E-DDDEB957F803}" dt="2024-09-17T17:26:21.977" v="5319" actId="47"/>
        <pc:sldMkLst>
          <pc:docMk/>
          <pc:sldMk cId="2792239101" sldId="561"/>
        </pc:sldMkLst>
      </pc:sldChg>
      <pc:sldChg chg="modSp add mod ord">
        <pc:chgData name="福原　颯(s24d164)" userId="5dad88b0-8d9f-4ea1-b2c6-c10a4d6d0a4a" providerId="ADAL" clId="{82DD5C9F-9BFD-4D32-832E-DDDEB957F803}" dt="2024-09-17T16:52:08.127" v="4310" actId="20577"/>
        <pc:sldMkLst>
          <pc:docMk/>
          <pc:sldMk cId="3086407600" sldId="562"/>
        </pc:sldMkLst>
      </pc:sldChg>
      <pc:sldChg chg="modSp add mod">
        <pc:chgData name="福原　颯(s24d164)" userId="5dad88b0-8d9f-4ea1-b2c6-c10a4d6d0a4a" providerId="ADAL" clId="{82DD5C9F-9BFD-4D32-832E-DDDEB957F803}" dt="2024-09-17T16:55:08.940" v="4378" actId="1076"/>
        <pc:sldMkLst>
          <pc:docMk/>
          <pc:sldMk cId="411907626" sldId="563"/>
        </pc:sldMkLst>
      </pc:sldChg>
      <pc:sldChg chg="addSp delSp modSp add mod ord">
        <pc:chgData name="福原　颯(s24d164)" userId="5dad88b0-8d9f-4ea1-b2c6-c10a4d6d0a4a" providerId="ADAL" clId="{82DD5C9F-9BFD-4D32-832E-DDDEB957F803}" dt="2024-09-17T17:30:32.247" v="5355" actId="207"/>
        <pc:sldMkLst>
          <pc:docMk/>
          <pc:sldMk cId="2499128212" sldId="564"/>
        </pc:sldMkLst>
      </pc:sldChg>
      <pc:sldChg chg="addSp modSp add mod ord">
        <pc:chgData name="福原　颯(s24d164)" userId="5dad88b0-8d9f-4ea1-b2c6-c10a4d6d0a4a" providerId="ADAL" clId="{82DD5C9F-9BFD-4D32-832E-DDDEB957F803}" dt="2024-09-17T17:32:38.841" v="5371" actId="2165"/>
        <pc:sldMkLst>
          <pc:docMk/>
          <pc:sldMk cId="2608318930" sldId="565"/>
        </pc:sldMkLst>
      </pc:sldChg>
    </pc:docChg>
  </pc:docChgLst>
  <pc:docChgLst>
    <pc:chgData name="福原　颯(s24d164)" userId="5dad88b0-8d9f-4ea1-b2c6-c10a4d6d0a4a" providerId="ADAL" clId="{9F95D385-F789-44B6-9889-5D5551D3867E}"/>
    <pc:docChg chg="undo custSel addSld modSld sldOrd">
      <pc:chgData name="福原　颯(s24d164)" userId="5dad88b0-8d9f-4ea1-b2c6-c10a4d6d0a4a" providerId="ADAL" clId="{9F95D385-F789-44B6-9889-5D5551D3867E}" dt="2025-05-19T03:41:49.715" v="2934" actId="1076"/>
      <pc:docMkLst>
        <pc:docMk/>
      </pc:docMkLst>
      <pc:sldChg chg="addSp delSp modSp mod">
        <pc:chgData name="福原　颯(s24d164)" userId="5dad88b0-8d9f-4ea1-b2c6-c10a4d6d0a4a" providerId="ADAL" clId="{9F95D385-F789-44B6-9889-5D5551D3867E}" dt="2025-05-19T03:41:49.715" v="2934" actId="1076"/>
        <pc:sldMkLst>
          <pc:docMk/>
          <pc:sldMk cId="3333470137" sldId="797"/>
        </pc:sldMkLst>
      </pc:sldChg>
      <pc:sldChg chg="addSp modSp mod">
        <pc:chgData name="福原　颯(s24d164)" userId="5dad88b0-8d9f-4ea1-b2c6-c10a4d6d0a4a" providerId="ADAL" clId="{9F95D385-F789-44B6-9889-5D5551D3867E}" dt="2025-05-19T03:39:40.381" v="2906" actId="1036"/>
        <pc:sldMkLst>
          <pc:docMk/>
          <pc:sldMk cId="4140170195" sldId="800"/>
        </pc:sldMkLst>
      </pc:sldChg>
      <pc:sldChg chg="ord">
        <pc:chgData name="福原　颯(s24d164)" userId="5dad88b0-8d9f-4ea1-b2c6-c10a4d6d0a4a" providerId="ADAL" clId="{9F95D385-F789-44B6-9889-5D5551D3867E}" dt="2025-05-18T07:59:09.796" v="1"/>
        <pc:sldMkLst>
          <pc:docMk/>
          <pc:sldMk cId="744169427" sldId="801"/>
        </pc:sldMkLst>
      </pc:sldChg>
      <pc:sldChg chg="modSp mod">
        <pc:chgData name="福原　颯(s24d164)" userId="5dad88b0-8d9f-4ea1-b2c6-c10a4d6d0a4a" providerId="ADAL" clId="{9F95D385-F789-44B6-9889-5D5551D3867E}" dt="2025-05-19T03:37:04.614" v="2837" actId="20577"/>
        <pc:sldMkLst>
          <pc:docMk/>
          <pc:sldMk cId="2069240060" sldId="807"/>
        </pc:sldMkLst>
      </pc:sldChg>
      <pc:sldChg chg="addSp delSp modSp mod">
        <pc:chgData name="福原　颯(s24d164)" userId="5dad88b0-8d9f-4ea1-b2c6-c10a4d6d0a4a" providerId="ADAL" clId="{9F95D385-F789-44B6-9889-5D5551D3867E}" dt="2025-05-18T08:16:25.582" v="382" actId="1076"/>
        <pc:sldMkLst>
          <pc:docMk/>
          <pc:sldMk cId="3484124929" sldId="808"/>
        </pc:sldMkLst>
      </pc:sldChg>
      <pc:sldChg chg="addSp modSp mod ord">
        <pc:chgData name="福原　颯(s24d164)" userId="5dad88b0-8d9f-4ea1-b2c6-c10a4d6d0a4a" providerId="ADAL" clId="{9F95D385-F789-44B6-9889-5D5551D3867E}" dt="2025-05-19T03:34:15.836" v="2763" actId="113"/>
        <pc:sldMkLst>
          <pc:docMk/>
          <pc:sldMk cId="2773276949" sldId="809"/>
        </pc:sldMkLst>
      </pc:sldChg>
      <pc:sldChg chg="modSp mod ord">
        <pc:chgData name="福原　颯(s24d164)" userId="5dad88b0-8d9f-4ea1-b2c6-c10a4d6d0a4a" providerId="ADAL" clId="{9F95D385-F789-44B6-9889-5D5551D3867E}" dt="2025-05-18T08:26:52.543" v="660"/>
        <pc:sldMkLst>
          <pc:docMk/>
          <pc:sldMk cId="837315838" sldId="810"/>
        </pc:sldMkLst>
      </pc:sldChg>
      <pc:sldChg chg="addSp delSp modSp add mod modAnim">
        <pc:chgData name="福原　颯(s24d164)" userId="5dad88b0-8d9f-4ea1-b2c6-c10a4d6d0a4a" providerId="ADAL" clId="{9F95D385-F789-44B6-9889-5D5551D3867E}" dt="2025-05-18T09:42:09.706" v="688" actId="478"/>
        <pc:sldMkLst>
          <pc:docMk/>
          <pc:sldMk cId="1444542119" sldId="811"/>
        </pc:sldMkLst>
      </pc:sldChg>
      <pc:sldChg chg="addSp delSp modSp add mod delAnim modAnim">
        <pc:chgData name="福原　颯(s24d164)" userId="5dad88b0-8d9f-4ea1-b2c6-c10a4d6d0a4a" providerId="ADAL" clId="{9F95D385-F789-44B6-9889-5D5551D3867E}" dt="2025-05-19T03:29:26.713" v="2705" actId="113"/>
        <pc:sldMkLst>
          <pc:docMk/>
          <pc:sldMk cId="1300201696" sldId="812"/>
        </pc:sldMkLst>
      </pc:sldChg>
      <pc:sldChg chg="addSp modSp add mod ord">
        <pc:chgData name="福原　颯(s24d164)" userId="5dad88b0-8d9f-4ea1-b2c6-c10a4d6d0a4a" providerId="ADAL" clId="{9F95D385-F789-44B6-9889-5D5551D3867E}" dt="2025-05-19T03:33:41.795" v="2756" actId="20578"/>
        <pc:sldMkLst>
          <pc:docMk/>
          <pc:sldMk cId="4224930651" sldId="813"/>
        </pc:sldMkLst>
      </pc:sldChg>
      <pc:sldChg chg="modSp add mod ord">
        <pc:chgData name="福原　颯(s24d164)" userId="5dad88b0-8d9f-4ea1-b2c6-c10a4d6d0a4a" providerId="ADAL" clId="{9F95D385-F789-44B6-9889-5D5551D3867E}" dt="2025-05-18T11:04:27.301" v="2423"/>
        <pc:sldMkLst>
          <pc:docMk/>
          <pc:sldMk cId="1861543991" sldId="814"/>
        </pc:sldMkLst>
      </pc:sldChg>
      <pc:sldChg chg="modSp add mod">
        <pc:chgData name="福原　颯(s24d164)" userId="5dad88b0-8d9f-4ea1-b2c6-c10a4d6d0a4a" providerId="ADAL" clId="{9F95D385-F789-44B6-9889-5D5551D3867E}" dt="2025-05-18T10:56:11.354" v="2309" actId="20577"/>
        <pc:sldMkLst>
          <pc:docMk/>
          <pc:sldMk cId="842103758" sldId="815"/>
        </pc:sldMkLst>
      </pc:sldChg>
      <pc:sldChg chg="addSp modSp mod">
        <pc:chgData name="福原　颯(s24d164)" userId="5dad88b0-8d9f-4ea1-b2c6-c10a4d6d0a4a" providerId="ADAL" clId="{9F95D385-F789-44B6-9889-5D5551D3867E}" dt="2025-05-19T03:35:41.509" v="2789" actId="27636"/>
        <pc:sldMkLst>
          <pc:docMk/>
          <pc:sldMk cId="1805178099" sldId="816"/>
        </pc:sldMkLst>
      </pc:sldChg>
      <pc:sldChg chg="addSp delSp modSp new mod">
        <pc:chgData name="福原　颯(s24d164)" userId="5dad88b0-8d9f-4ea1-b2c6-c10a4d6d0a4a" providerId="ADAL" clId="{9F95D385-F789-44B6-9889-5D5551D3867E}" dt="2025-05-19T03:40:50.012" v="2923" actId="122"/>
        <pc:sldMkLst>
          <pc:docMk/>
          <pc:sldMk cId="1883598738" sldId="817"/>
        </pc:sldMkLst>
      </pc:sldChg>
      <pc:sldChg chg="addSp delSp modSp add mod">
        <pc:chgData name="福原　颯(s24d164)" userId="5dad88b0-8d9f-4ea1-b2c6-c10a4d6d0a4a" providerId="ADAL" clId="{9F95D385-F789-44B6-9889-5D5551D3867E}" dt="2025-05-19T03:41:35.045" v="2933" actId="478"/>
        <pc:sldMkLst>
          <pc:docMk/>
          <pc:sldMk cId="4051204317" sldId="818"/>
        </pc:sldMkLst>
      </pc:sldChg>
    </pc:docChg>
  </pc:docChgLst>
  <pc:docChgLst>
    <pc:chgData name="福原　颯(s24d164)" userId="5dad88b0-8d9f-4ea1-b2c6-c10a4d6d0a4a" providerId="ADAL" clId="{96BED9BE-8595-4B5A-B87B-E5B8A021441E}"/>
    <pc:docChg chg="undo custSel addSld delSld modSld sldOrd">
      <pc:chgData name="福原　颯(s24d164)" userId="5dad88b0-8d9f-4ea1-b2c6-c10a4d6d0a4a" providerId="ADAL" clId="{96BED9BE-8595-4B5A-B87B-E5B8A021441E}" dt="2025-04-19T13:27:16.267" v="3357"/>
      <pc:docMkLst>
        <pc:docMk/>
      </pc:docMkLst>
      <pc:sldChg chg="del">
        <pc:chgData name="福原　颯(s24d164)" userId="5dad88b0-8d9f-4ea1-b2c6-c10a4d6d0a4a" providerId="ADAL" clId="{96BED9BE-8595-4B5A-B87B-E5B8A021441E}" dt="2025-04-19T03:13:32.499" v="2" actId="47"/>
        <pc:sldMkLst>
          <pc:docMk/>
          <pc:sldMk cId="4113360082" sldId="563"/>
        </pc:sldMkLst>
      </pc:sldChg>
      <pc:sldChg chg="del">
        <pc:chgData name="福原　颯(s24d164)" userId="5dad88b0-8d9f-4ea1-b2c6-c10a4d6d0a4a" providerId="ADAL" clId="{96BED9BE-8595-4B5A-B87B-E5B8A021441E}" dt="2025-04-19T03:13:22.388" v="0" actId="47"/>
        <pc:sldMkLst>
          <pc:docMk/>
          <pc:sldMk cId="70252964" sldId="564"/>
        </pc:sldMkLst>
      </pc:sldChg>
      <pc:sldChg chg="del">
        <pc:chgData name="福原　颯(s24d164)" userId="5dad88b0-8d9f-4ea1-b2c6-c10a4d6d0a4a" providerId="ADAL" clId="{96BED9BE-8595-4B5A-B87B-E5B8A021441E}" dt="2025-04-19T03:13:22.388" v="0" actId="47"/>
        <pc:sldMkLst>
          <pc:docMk/>
          <pc:sldMk cId="2952434325" sldId="575"/>
        </pc:sldMkLst>
      </pc:sldChg>
      <pc:sldChg chg="del">
        <pc:chgData name="福原　颯(s24d164)" userId="5dad88b0-8d9f-4ea1-b2c6-c10a4d6d0a4a" providerId="ADAL" clId="{96BED9BE-8595-4B5A-B87B-E5B8A021441E}" dt="2025-04-19T03:13:25.993" v="1" actId="47"/>
        <pc:sldMkLst>
          <pc:docMk/>
          <pc:sldMk cId="1333854303" sldId="576"/>
        </pc:sldMkLst>
      </pc:sldChg>
      <pc:sldChg chg="delSp modSp mod">
        <pc:chgData name="福原　颯(s24d164)" userId="5dad88b0-8d9f-4ea1-b2c6-c10a4d6d0a4a" providerId="ADAL" clId="{96BED9BE-8595-4B5A-B87B-E5B8A021441E}" dt="2025-04-19T03:17:45.706" v="6" actId="1076"/>
        <pc:sldMkLst>
          <pc:docMk/>
          <pc:sldMk cId="3361981834" sldId="577"/>
        </pc:sldMkLst>
      </pc:sldChg>
      <pc:sldChg chg="del">
        <pc:chgData name="福原　颯(s24d164)" userId="5dad88b0-8d9f-4ea1-b2c6-c10a4d6d0a4a" providerId="ADAL" clId="{96BED9BE-8595-4B5A-B87B-E5B8A021441E}" dt="2025-04-19T03:13:35.659" v="3" actId="47"/>
        <pc:sldMkLst>
          <pc:docMk/>
          <pc:sldMk cId="2478096095" sldId="578"/>
        </pc:sldMkLst>
      </pc:sldChg>
      <pc:sldChg chg="del">
        <pc:chgData name="福原　颯(s24d164)" userId="5dad88b0-8d9f-4ea1-b2c6-c10a4d6d0a4a" providerId="ADAL" clId="{96BED9BE-8595-4B5A-B87B-E5B8A021441E}" dt="2025-04-19T03:13:46.138" v="4" actId="47"/>
        <pc:sldMkLst>
          <pc:docMk/>
          <pc:sldMk cId="1048482102" sldId="579"/>
        </pc:sldMkLst>
      </pc:sldChg>
      <pc:sldChg chg="modSp mod ord">
        <pc:chgData name="福原　颯(s24d164)" userId="5dad88b0-8d9f-4ea1-b2c6-c10a4d6d0a4a" providerId="ADAL" clId="{96BED9BE-8595-4B5A-B87B-E5B8A021441E}" dt="2025-04-19T04:07:18.876" v="546"/>
        <pc:sldMkLst>
          <pc:docMk/>
          <pc:sldMk cId="1684236110" sldId="580"/>
        </pc:sldMkLst>
      </pc:sldChg>
      <pc:sldChg chg="ord">
        <pc:chgData name="福原　颯(s24d164)" userId="5dad88b0-8d9f-4ea1-b2c6-c10a4d6d0a4a" providerId="ADAL" clId="{96BED9BE-8595-4B5A-B87B-E5B8A021441E}" dt="2025-04-19T04:07:18.876" v="546"/>
        <pc:sldMkLst>
          <pc:docMk/>
          <pc:sldMk cId="993336348" sldId="581"/>
        </pc:sldMkLst>
      </pc:sldChg>
      <pc:sldChg chg="addSp delSp modSp mod ord">
        <pc:chgData name="福原　颯(s24d164)" userId="5dad88b0-8d9f-4ea1-b2c6-c10a4d6d0a4a" providerId="ADAL" clId="{96BED9BE-8595-4B5A-B87B-E5B8A021441E}" dt="2025-04-19T05:28:55.160" v="648" actId="14100"/>
        <pc:sldMkLst>
          <pc:docMk/>
          <pc:sldMk cId="2192325963" sldId="582"/>
        </pc:sldMkLst>
      </pc:sldChg>
      <pc:sldChg chg="addSp delSp modSp mod ord">
        <pc:chgData name="福原　颯(s24d164)" userId="5dad88b0-8d9f-4ea1-b2c6-c10a4d6d0a4a" providerId="ADAL" clId="{96BED9BE-8595-4B5A-B87B-E5B8A021441E}" dt="2025-04-19T07:32:54.794" v="1740" actId="1036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729516588" sldId="58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474660793" sldId="58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2593897383" sldId="590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108693724" sldId="591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216974437" sldId="591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215048903" sldId="59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506124534" sldId="59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51395974" sldId="594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613503289" sldId="594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2529600253" sldId="59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852719291" sldId="599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07944673" sldId="601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806481061" sldId="601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865510053" sldId="602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911912985" sldId="60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46573435" sldId="604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701324578" sldId="604"/>
        </pc:sldMkLst>
      </pc:sldChg>
      <pc:sldChg chg="add">
        <pc:chgData name="福原　颯(s24d164)" userId="5dad88b0-8d9f-4ea1-b2c6-c10a4d6d0a4a" providerId="ADAL" clId="{96BED9BE-8595-4B5A-B87B-E5B8A021441E}" dt="2025-04-19T03:17:58.038" v="7"/>
        <pc:sldMkLst>
          <pc:docMk/>
          <pc:sldMk cId="144107496" sldId="653"/>
        </pc:sldMkLst>
      </pc:sldChg>
      <pc:sldChg chg="addSp delSp modSp add del mod modAnim">
        <pc:chgData name="福原　颯(s24d164)" userId="5dad88b0-8d9f-4ea1-b2c6-c10a4d6d0a4a" providerId="ADAL" clId="{96BED9BE-8595-4B5A-B87B-E5B8A021441E}" dt="2025-04-19T12:49:28.303" v="2755" actId="2696"/>
        <pc:sldMkLst>
          <pc:docMk/>
          <pc:sldMk cId="1514378634" sldId="654"/>
        </pc:sldMkLst>
      </pc:sldChg>
      <pc:sldChg chg="add">
        <pc:chgData name="福原　颯(s24d164)" userId="5dad88b0-8d9f-4ea1-b2c6-c10a4d6d0a4a" providerId="ADAL" clId="{96BED9BE-8595-4B5A-B87B-E5B8A021441E}" dt="2025-04-19T12:49:36.852" v="2756"/>
        <pc:sldMkLst>
          <pc:docMk/>
          <pc:sldMk cId="1523709395" sldId="654"/>
        </pc:sldMkLst>
      </pc:sldChg>
      <pc:sldChg chg="add">
        <pc:chgData name="福原　颯(s24d164)" userId="5dad88b0-8d9f-4ea1-b2c6-c10a4d6d0a4a" providerId="ADAL" clId="{96BED9BE-8595-4B5A-B87B-E5B8A021441E}" dt="2025-04-19T12:49:36.852" v="2756"/>
        <pc:sldMkLst>
          <pc:docMk/>
          <pc:sldMk cId="1824096391" sldId="655"/>
        </pc:sldMkLst>
      </pc:sldChg>
      <pc:sldChg chg="add del modAnim">
        <pc:chgData name="福原　颯(s24d164)" userId="5dad88b0-8d9f-4ea1-b2c6-c10a4d6d0a4a" providerId="ADAL" clId="{96BED9BE-8595-4B5A-B87B-E5B8A021441E}" dt="2025-04-19T12:49:28.303" v="2755" actId="2696"/>
        <pc:sldMkLst>
          <pc:docMk/>
          <pc:sldMk cId="2955390901" sldId="655"/>
        </pc:sldMkLst>
      </pc:sldChg>
      <pc:sldChg chg="addSp delSp modSp add mod ord delAnim modAnim">
        <pc:chgData name="福原　颯(s24d164)" userId="5dad88b0-8d9f-4ea1-b2c6-c10a4d6d0a4a" providerId="ADAL" clId="{96BED9BE-8595-4B5A-B87B-E5B8A021441E}" dt="2025-04-19T04:05:15.780" v="539" actId="20577"/>
        <pc:sldMkLst>
          <pc:docMk/>
          <pc:sldMk cId="937305246" sldId="656"/>
        </pc:sldMkLst>
      </pc:sldChg>
      <pc:sldChg chg="add modAnim">
        <pc:chgData name="福原　颯(s24d164)" userId="5dad88b0-8d9f-4ea1-b2c6-c10a4d6d0a4a" providerId="ADAL" clId="{96BED9BE-8595-4B5A-B87B-E5B8A021441E}" dt="2025-04-19T04:06:50.036" v="544"/>
        <pc:sldMkLst>
          <pc:docMk/>
          <pc:sldMk cId="3137772186" sldId="657"/>
        </pc:sldMkLst>
      </pc:sldChg>
      <pc:sldChg chg="add">
        <pc:chgData name="福原　颯(s24d164)" userId="5dad88b0-8d9f-4ea1-b2c6-c10a4d6d0a4a" providerId="ADAL" clId="{96BED9BE-8595-4B5A-B87B-E5B8A021441E}" dt="2025-04-19T05:21:29.972" v="547"/>
        <pc:sldMkLst>
          <pc:docMk/>
          <pc:sldMk cId="603261849" sldId="658"/>
        </pc:sldMkLst>
      </pc:sldChg>
      <pc:sldChg chg="addSp delSp modSp add mod">
        <pc:chgData name="福原　颯(s24d164)" userId="5dad88b0-8d9f-4ea1-b2c6-c10a4d6d0a4a" providerId="ADAL" clId="{96BED9BE-8595-4B5A-B87B-E5B8A021441E}" dt="2025-04-19T05:36:40.084" v="716" actId="1076"/>
        <pc:sldMkLst>
          <pc:docMk/>
          <pc:sldMk cId="747719176" sldId="659"/>
        </pc:sldMkLst>
      </pc:sldChg>
      <pc:sldChg chg="addSp delSp modSp add mod">
        <pc:chgData name="福原　颯(s24d164)" userId="5dad88b0-8d9f-4ea1-b2c6-c10a4d6d0a4a" providerId="ADAL" clId="{96BED9BE-8595-4B5A-B87B-E5B8A021441E}" dt="2025-04-19T05:57:21.325" v="1019" actId="20577"/>
        <pc:sldMkLst>
          <pc:docMk/>
          <pc:sldMk cId="945179736" sldId="660"/>
        </pc:sldMkLst>
      </pc:sldChg>
      <pc:sldChg chg="addSp delSp modSp add mod">
        <pc:chgData name="福原　颯(s24d164)" userId="5dad88b0-8d9f-4ea1-b2c6-c10a4d6d0a4a" providerId="ADAL" clId="{96BED9BE-8595-4B5A-B87B-E5B8A021441E}" dt="2025-04-19T06:00:01.430" v="1043" actId="14100"/>
        <pc:sldMkLst>
          <pc:docMk/>
          <pc:sldMk cId="2518953403" sldId="661"/>
        </pc:sldMkLst>
      </pc:sldChg>
      <pc:sldChg chg="addSp delSp modSp add mod">
        <pc:chgData name="福原　颯(s24d164)" userId="5dad88b0-8d9f-4ea1-b2c6-c10a4d6d0a4a" providerId="ADAL" clId="{96BED9BE-8595-4B5A-B87B-E5B8A021441E}" dt="2025-04-19T06:08:43.686" v="1133" actId="1076"/>
        <pc:sldMkLst>
          <pc:docMk/>
          <pc:sldMk cId="3351898642" sldId="662"/>
        </pc:sldMkLst>
      </pc:sldChg>
      <pc:sldChg chg="addSp delSp modSp add mod">
        <pc:chgData name="福原　颯(s24d164)" userId="5dad88b0-8d9f-4ea1-b2c6-c10a4d6d0a4a" providerId="ADAL" clId="{96BED9BE-8595-4B5A-B87B-E5B8A021441E}" dt="2025-04-19T06:32:02.735" v="1307" actId="20577"/>
        <pc:sldMkLst>
          <pc:docMk/>
          <pc:sldMk cId="2143842067" sldId="663"/>
        </pc:sldMkLst>
      </pc:sldChg>
      <pc:sldChg chg="addSp modSp add mod ord">
        <pc:chgData name="福原　颯(s24d164)" userId="5dad88b0-8d9f-4ea1-b2c6-c10a4d6d0a4a" providerId="ADAL" clId="{96BED9BE-8595-4B5A-B87B-E5B8A021441E}" dt="2025-04-19T07:33:21.474" v="1743" actId="14100"/>
        <pc:sldMkLst>
          <pc:docMk/>
          <pc:sldMk cId="1774343298" sldId="664"/>
        </pc:sldMkLst>
      </pc:sldChg>
      <pc:sldChg chg="modSp add mod">
        <pc:chgData name="福原　颯(s24d164)" userId="5dad88b0-8d9f-4ea1-b2c6-c10a4d6d0a4a" providerId="ADAL" clId="{96BED9BE-8595-4B5A-B87B-E5B8A021441E}" dt="2025-04-19T06:51:24.372" v="1541" actId="5793"/>
        <pc:sldMkLst>
          <pc:docMk/>
          <pc:sldMk cId="2548252875" sldId="665"/>
        </pc:sldMkLst>
      </pc:sldChg>
      <pc:sldChg chg="modSp add mod">
        <pc:chgData name="福原　颯(s24d164)" userId="5dad88b0-8d9f-4ea1-b2c6-c10a4d6d0a4a" providerId="ADAL" clId="{96BED9BE-8595-4B5A-B87B-E5B8A021441E}" dt="2025-04-19T07:02:55.232" v="1597" actId="20577"/>
        <pc:sldMkLst>
          <pc:docMk/>
          <pc:sldMk cId="1207606998" sldId="666"/>
        </pc:sldMkLst>
      </pc:sldChg>
      <pc:sldChg chg="add del">
        <pc:chgData name="福原　颯(s24d164)" userId="5dad88b0-8d9f-4ea1-b2c6-c10a4d6d0a4a" providerId="ADAL" clId="{96BED9BE-8595-4B5A-B87B-E5B8A021441E}" dt="2025-04-19T06:51:19.862" v="1535"/>
        <pc:sldMkLst>
          <pc:docMk/>
          <pc:sldMk cId="3369576319" sldId="666"/>
        </pc:sldMkLst>
      </pc:sldChg>
      <pc:sldChg chg="modSp add mod ord">
        <pc:chgData name="福原　颯(s24d164)" userId="5dad88b0-8d9f-4ea1-b2c6-c10a4d6d0a4a" providerId="ADAL" clId="{96BED9BE-8595-4B5A-B87B-E5B8A021441E}" dt="2025-04-19T08:10:42.329" v="2233"/>
        <pc:sldMkLst>
          <pc:docMk/>
          <pc:sldMk cId="1308966791" sldId="667"/>
        </pc:sldMkLst>
      </pc:sldChg>
      <pc:sldChg chg="modSp add mod">
        <pc:chgData name="福原　颯(s24d164)" userId="5dad88b0-8d9f-4ea1-b2c6-c10a4d6d0a4a" providerId="ADAL" clId="{96BED9BE-8595-4B5A-B87B-E5B8A021441E}" dt="2025-04-19T07:04:26.118" v="1649" actId="20577"/>
        <pc:sldMkLst>
          <pc:docMk/>
          <pc:sldMk cId="1917948682" sldId="668"/>
        </pc:sldMkLst>
      </pc:sldChg>
      <pc:sldChg chg="modSp add del mod">
        <pc:chgData name="福原　颯(s24d164)" userId="5dad88b0-8d9f-4ea1-b2c6-c10a4d6d0a4a" providerId="ADAL" clId="{96BED9BE-8595-4B5A-B87B-E5B8A021441E}" dt="2025-04-19T12:50:39.258" v="2772" actId="2696"/>
        <pc:sldMkLst>
          <pc:docMk/>
          <pc:sldMk cId="3346294482" sldId="669"/>
        </pc:sldMkLst>
      </pc:sldChg>
      <pc:sldChg chg="modSp add mod">
        <pc:chgData name="福原　颯(s24d164)" userId="5dad88b0-8d9f-4ea1-b2c6-c10a4d6d0a4a" providerId="ADAL" clId="{96BED9BE-8595-4B5A-B87B-E5B8A021441E}" dt="2025-04-19T07:07:58.023" v="1692" actId="1035"/>
        <pc:sldMkLst>
          <pc:docMk/>
          <pc:sldMk cId="246713512" sldId="670"/>
        </pc:sldMkLst>
      </pc:sldChg>
      <pc:sldChg chg="addSp delSp modSp add mod">
        <pc:chgData name="福原　颯(s24d164)" userId="5dad88b0-8d9f-4ea1-b2c6-c10a4d6d0a4a" providerId="ADAL" clId="{96BED9BE-8595-4B5A-B87B-E5B8A021441E}" dt="2025-04-19T08:08:08.283" v="2181" actId="1076"/>
        <pc:sldMkLst>
          <pc:docMk/>
          <pc:sldMk cId="2884886546" sldId="671"/>
        </pc:sldMkLst>
      </pc:sldChg>
      <pc:sldChg chg="modSp add mod">
        <pc:chgData name="福原　颯(s24d164)" userId="5dad88b0-8d9f-4ea1-b2c6-c10a4d6d0a4a" providerId="ADAL" clId="{96BED9BE-8595-4B5A-B87B-E5B8A021441E}" dt="2025-04-19T08:07:52.788" v="2161" actId="20577"/>
        <pc:sldMkLst>
          <pc:docMk/>
          <pc:sldMk cId="3207683021" sldId="672"/>
        </pc:sldMkLst>
      </pc:sldChg>
      <pc:sldChg chg="modSp add mod ord">
        <pc:chgData name="福原　颯(s24d164)" userId="5dad88b0-8d9f-4ea1-b2c6-c10a4d6d0a4a" providerId="ADAL" clId="{96BED9BE-8595-4B5A-B87B-E5B8A021441E}" dt="2025-04-19T12:49:56.995" v="2759" actId="113"/>
        <pc:sldMkLst>
          <pc:docMk/>
          <pc:sldMk cId="3691397539" sldId="673"/>
        </pc:sldMkLst>
      </pc:sldChg>
      <pc:sldChg chg="addSp delSp modSp add mod ord">
        <pc:chgData name="福原　颯(s24d164)" userId="5dad88b0-8d9f-4ea1-b2c6-c10a4d6d0a4a" providerId="ADAL" clId="{96BED9BE-8595-4B5A-B87B-E5B8A021441E}" dt="2025-04-19T12:57:01.544" v="2775"/>
        <pc:sldMkLst>
          <pc:docMk/>
          <pc:sldMk cId="1477431819" sldId="674"/>
        </pc:sldMkLst>
      </pc:sldChg>
      <pc:sldChg chg="add">
        <pc:chgData name="福原　颯(s24d164)" userId="5dad88b0-8d9f-4ea1-b2c6-c10a4d6d0a4a" providerId="ADAL" clId="{96BED9BE-8595-4B5A-B87B-E5B8A021441E}" dt="2025-04-19T08:15:20.207" v="2300" actId="2890"/>
        <pc:sldMkLst>
          <pc:docMk/>
          <pc:sldMk cId="3440547638" sldId="675"/>
        </pc:sldMkLst>
      </pc:sldChg>
      <pc:sldChg chg="modSp add mod">
        <pc:chgData name="福原　颯(s24d164)" userId="5dad88b0-8d9f-4ea1-b2c6-c10a4d6d0a4a" providerId="ADAL" clId="{96BED9BE-8595-4B5A-B87B-E5B8A021441E}" dt="2025-04-19T12:50:18.450" v="2770" actId="1035"/>
        <pc:sldMkLst>
          <pc:docMk/>
          <pc:sldMk cId="2670103010" sldId="676"/>
        </pc:sldMkLst>
      </pc:sldChg>
      <pc:sldChg chg="modSp add mod">
        <pc:chgData name="福原　颯(s24d164)" userId="5dad88b0-8d9f-4ea1-b2c6-c10a4d6d0a4a" providerId="ADAL" clId="{96BED9BE-8595-4B5A-B87B-E5B8A021441E}" dt="2025-04-19T12:58:16.854" v="2811" actId="20577"/>
        <pc:sldMkLst>
          <pc:docMk/>
          <pc:sldMk cId="4129552547" sldId="677"/>
        </pc:sldMkLst>
      </pc:sldChg>
      <pc:sldChg chg="addSp delSp modSp add mod modAnim">
        <pc:chgData name="福原　颯(s24d164)" userId="5dad88b0-8d9f-4ea1-b2c6-c10a4d6d0a4a" providerId="ADAL" clId="{96BED9BE-8595-4B5A-B87B-E5B8A021441E}" dt="2025-04-19T13:23:58.834" v="3324" actId="1076"/>
        <pc:sldMkLst>
          <pc:docMk/>
          <pc:sldMk cId="1544789890" sldId="678"/>
        </pc:sldMkLst>
      </pc:sldChg>
      <pc:sldChg chg="addSp modSp add mod ord">
        <pc:chgData name="福原　颯(s24d164)" userId="5dad88b0-8d9f-4ea1-b2c6-c10a4d6d0a4a" providerId="ADAL" clId="{96BED9BE-8595-4B5A-B87B-E5B8A021441E}" dt="2025-04-19T13:26:19.845" v="3355"/>
        <pc:sldMkLst>
          <pc:docMk/>
          <pc:sldMk cId="297312426" sldId="679"/>
        </pc:sldMkLst>
      </pc:sldChg>
      <pc:sldChg chg="modSp add del mod">
        <pc:chgData name="福原　颯(s24d164)" userId="5dad88b0-8d9f-4ea1-b2c6-c10a4d6d0a4a" providerId="ADAL" clId="{96BED9BE-8595-4B5A-B87B-E5B8A021441E}" dt="2025-04-19T13:24:39.427" v="3325" actId="47"/>
        <pc:sldMkLst>
          <pc:docMk/>
          <pc:sldMk cId="2114749100" sldId="679"/>
        </pc:sldMkLst>
      </pc:sldChg>
    </pc:docChg>
  </pc:docChgLst>
  <pc:docChgLst>
    <pc:chgData name="福原　颯(s24d164)" userId="5dad88b0-8d9f-4ea1-b2c6-c10a4d6d0a4a" providerId="ADAL" clId="{614A5EBC-D487-4DE9-BD2A-2B44EB77DE1C}"/>
    <pc:docChg chg="undo custSel addSld modSld">
      <pc:chgData name="福原　颯(s24d164)" userId="5dad88b0-8d9f-4ea1-b2c6-c10a4d6d0a4a" providerId="ADAL" clId="{614A5EBC-D487-4DE9-BD2A-2B44EB77DE1C}" dt="2025-05-17T08:48:47.308" v="447" actId="20577"/>
      <pc:docMkLst>
        <pc:docMk/>
      </pc:docMkLst>
      <pc:sldChg chg="modSp mod">
        <pc:chgData name="福原　颯(s24d164)" userId="5dad88b0-8d9f-4ea1-b2c6-c10a4d6d0a4a" providerId="ADAL" clId="{614A5EBC-D487-4DE9-BD2A-2B44EB77DE1C}" dt="2025-05-17T08:31:31.881" v="96" actId="20577"/>
        <pc:sldMkLst>
          <pc:docMk/>
          <pc:sldMk cId="372302214" sldId="777"/>
        </pc:sldMkLst>
      </pc:sldChg>
      <pc:sldChg chg="modSp mod">
        <pc:chgData name="福原　颯(s24d164)" userId="5dad88b0-8d9f-4ea1-b2c6-c10a4d6d0a4a" providerId="ADAL" clId="{614A5EBC-D487-4DE9-BD2A-2B44EB77DE1C}" dt="2025-05-17T08:35:17.627" v="199" actId="115"/>
        <pc:sldMkLst>
          <pc:docMk/>
          <pc:sldMk cId="1044232084" sldId="779"/>
        </pc:sldMkLst>
      </pc:sldChg>
      <pc:sldChg chg="modSp mod">
        <pc:chgData name="福原　颯(s24d164)" userId="5dad88b0-8d9f-4ea1-b2c6-c10a4d6d0a4a" providerId="ADAL" clId="{614A5EBC-D487-4DE9-BD2A-2B44EB77DE1C}" dt="2025-05-17T08:29:33.269" v="64" actId="20577"/>
        <pc:sldMkLst>
          <pc:docMk/>
          <pc:sldMk cId="3237612359" sldId="783"/>
        </pc:sldMkLst>
      </pc:sldChg>
      <pc:sldChg chg="modSp mod">
        <pc:chgData name="福原　颯(s24d164)" userId="5dad88b0-8d9f-4ea1-b2c6-c10a4d6d0a4a" providerId="ADAL" clId="{614A5EBC-D487-4DE9-BD2A-2B44EB77DE1C}" dt="2025-05-17T08:42:05.251" v="289"/>
        <pc:sldMkLst>
          <pc:docMk/>
          <pc:sldMk cId="337573737" sldId="784"/>
        </pc:sldMkLst>
      </pc:sldChg>
      <pc:sldChg chg="add">
        <pc:chgData name="福原　颯(s24d164)" userId="5dad88b0-8d9f-4ea1-b2c6-c10a4d6d0a4a" providerId="ADAL" clId="{614A5EBC-D487-4DE9-BD2A-2B44EB77DE1C}" dt="2025-05-17T08:22:18.869" v="18"/>
        <pc:sldMkLst>
          <pc:docMk/>
          <pc:sldMk cId="4048241044" sldId="785"/>
        </pc:sldMkLst>
      </pc:sldChg>
      <pc:sldChg chg="add">
        <pc:chgData name="福原　颯(s24d164)" userId="5dad88b0-8d9f-4ea1-b2c6-c10a4d6d0a4a" providerId="ADAL" clId="{614A5EBC-D487-4DE9-BD2A-2B44EB77DE1C}" dt="2025-05-17T08:42:11.473" v="290"/>
        <pc:sldMkLst>
          <pc:docMk/>
          <pc:sldMk cId="2159782941" sldId="786"/>
        </pc:sldMkLst>
      </pc:sldChg>
      <pc:sldChg chg="modSp add mod">
        <pc:chgData name="福原　颯(s24d164)" userId="5dad88b0-8d9f-4ea1-b2c6-c10a4d6d0a4a" providerId="ADAL" clId="{614A5EBC-D487-4DE9-BD2A-2B44EB77DE1C}" dt="2025-05-17T08:48:47.308" v="447" actId="20577"/>
        <pc:sldMkLst>
          <pc:docMk/>
          <pc:sldMk cId="1661080508" sldId="787"/>
        </pc:sldMkLst>
      </pc:sldChg>
    </pc:docChg>
  </pc:docChgLst>
  <pc:docChgLst>
    <pc:chgData name="福原　颯(s24d164)" userId="5dad88b0-8d9f-4ea1-b2c6-c10a4d6d0a4a" providerId="ADAL" clId="{B3175C1D-6E6D-47D8-B964-B85A915674B2}"/>
    <pc:docChg chg="undo custSel addSld delSld modSld">
      <pc:chgData name="福原　颯(s24d164)" userId="5dad88b0-8d9f-4ea1-b2c6-c10a4d6d0a4a" providerId="ADAL" clId="{B3175C1D-6E6D-47D8-B964-B85A915674B2}" dt="2025-05-21T17:36:34.983" v="1075"/>
      <pc:docMkLst>
        <pc:docMk/>
      </pc:docMkLst>
      <pc:sldChg chg="addSp modSp mod modAnim modNotesTx">
        <pc:chgData name="福原　颯(s24d164)" userId="5dad88b0-8d9f-4ea1-b2c6-c10a4d6d0a4a" providerId="ADAL" clId="{B3175C1D-6E6D-47D8-B964-B85A915674B2}" dt="2025-05-21T17:36:34.983" v="1075"/>
        <pc:sldMkLst>
          <pc:docMk/>
          <pc:sldMk cId="249835358" sldId="762"/>
        </pc:sldMkLst>
      </pc:sldChg>
      <pc:sldChg chg="addSp delSp modSp mod modNotesTx">
        <pc:chgData name="福原　颯(s24d164)" userId="5dad88b0-8d9f-4ea1-b2c6-c10a4d6d0a4a" providerId="ADAL" clId="{B3175C1D-6E6D-47D8-B964-B85A915674B2}" dt="2025-05-21T17:22:58.712" v="1052" actId="20577"/>
        <pc:sldMkLst>
          <pc:docMk/>
          <pc:sldMk cId="1067871787" sldId="768"/>
        </pc:sldMkLst>
      </pc:sldChg>
      <pc:sldChg chg="modNotesTx">
        <pc:chgData name="福原　颯(s24d164)" userId="5dad88b0-8d9f-4ea1-b2c6-c10a4d6d0a4a" providerId="ADAL" clId="{B3175C1D-6E6D-47D8-B964-B85A915674B2}" dt="2025-05-21T17:22:19.094" v="1029" actId="20577"/>
        <pc:sldMkLst>
          <pc:docMk/>
          <pc:sldMk cId="3516470228" sldId="769"/>
        </pc:sldMkLst>
      </pc:sldChg>
      <pc:sldChg chg="modSp mod">
        <pc:chgData name="福原　颯(s24d164)" userId="5dad88b0-8d9f-4ea1-b2c6-c10a4d6d0a4a" providerId="ADAL" clId="{B3175C1D-6E6D-47D8-B964-B85A915674B2}" dt="2025-05-21T16:33:23.854" v="35" actId="20577"/>
        <pc:sldMkLst>
          <pc:docMk/>
          <pc:sldMk cId="372302214" sldId="777"/>
        </pc:sldMkLst>
      </pc:sldChg>
      <pc:sldChg chg="modSp modNotesTx">
        <pc:chgData name="福原　颯(s24d164)" userId="5dad88b0-8d9f-4ea1-b2c6-c10a4d6d0a4a" providerId="ADAL" clId="{B3175C1D-6E6D-47D8-B964-B85A915674B2}" dt="2025-05-21T16:34:15.694" v="76" actId="20577"/>
        <pc:sldMkLst>
          <pc:docMk/>
          <pc:sldMk cId="928857032" sldId="778"/>
        </pc:sldMkLst>
      </pc:sldChg>
      <pc:sldChg chg="modSp mod modNotesTx">
        <pc:chgData name="福原　颯(s24d164)" userId="5dad88b0-8d9f-4ea1-b2c6-c10a4d6d0a4a" providerId="ADAL" clId="{B3175C1D-6E6D-47D8-B964-B85A915674B2}" dt="2025-05-21T16:38:37.083" v="229" actId="20577"/>
        <pc:sldMkLst>
          <pc:docMk/>
          <pc:sldMk cId="1805178099" sldId="816"/>
        </pc:sldMkLst>
      </pc:sldChg>
      <pc:sldChg chg="modSp del mod modNotesTx">
        <pc:chgData name="福原　颯(s24d164)" userId="5dad88b0-8d9f-4ea1-b2c6-c10a4d6d0a4a" providerId="ADAL" clId="{B3175C1D-6E6D-47D8-B964-B85A915674B2}" dt="2025-05-21T17:01:54.947" v="339" actId="47"/>
        <pc:sldMkLst>
          <pc:docMk/>
          <pc:sldMk cId="1263326900" sldId="843"/>
        </pc:sldMkLst>
      </pc:sldChg>
      <pc:sldChg chg="modSp">
        <pc:chgData name="福原　颯(s24d164)" userId="5dad88b0-8d9f-4ea1-b2c6-c10a4d6d0a4a" providerId="ADAL" clId="{B3175C1D-6E6D-47D8-B964-B85A915674B2}" dt="2025-05-21T16:34:41.364" v="93" actId="20577"/>
        <pc:sldMkLst>
          <pc:docMk/>
          <pc:sldMk cId="4022854633" sldId="847"/>
        </pc:sldMkLst>
      </pc:sldChg>
      <pc:sldChg chg="addSp modSp mod">
        <pc:chgData name="福原　颯(s24d164)" userId="5dad88b0-8d9f-4ea1-b2c6-c10a4d6d0a4a" providerId="ADAL" clId="{B3175C1D-6E6D-47D8-B964-B85A915674B2}" dt="2025-05-21T16:36:04.724" v="126" actId="20577"/>
        <pc:sldMkLst>
          <pc:docMk/>
          <pc:sldMk cId="2085457544" sldId="851"/>
        </pc:sldMkLst>
      </pc:sldChg>
      <pc:sldChg chg="addSp modSp del mod">
        <pc:chgData name="福原　颯(s24d164)" userId="5dad88b0-8d9f-4ea1-b2c6-c10a4d6d0a4a" providerId="ADAL" clId="{B3175C1D-6E6D-47D8-B964-B85A915674B2}" dt="2025-05-21T16:39:48.790" v="239" actId="47"/>
        <pc:sldMkLst>
          <pc:docMk/>
          <pc:sldMk cId="2073588060" sldId="853"/>
        </pc:sldMkLst>
      </pc:sldChg>
      <pc:sldChg chg="modSp">
        <pc:chgData name="福原　颯(s24d164)" userId="5dad88b0-8d9f-4ea1-b2c6-c10a4d6d0a4a" providerId="ADAL" clId="{B3175C1D-6E6D-47D8-B964-B85A915674B2}" dt="2025-05-21T16:37:29.789" v="172"/>
        <pc:sldMkLst>
          <pc:docMk/>
          <pc:sldMk cId="1254780454" sldId="854"/>
        </pc:sldMkLst>
      </pc:sldChg>
      <pc:sldChg chg="modSp add mod modAnim">
        <pc:chgData name="福原　颯(s24d164)" userId="5dad88b0-8d9f-4ea1-b2c6-c10a4d6d0a4a" providerId="ADAL" clId="{B3175C1D-6E6D-47D8-B964-B85A915674B2}" dt="2025-05-21T16:39:39.524" v="238"/>
        <pc:sldMkLst>
          <pc:docMk/>
          <pc:sldMk cId="3421327457" sldId="856"/>
        </pc:sldMkLst>
      </pc:sldChg>
      <pc:sldChg chg="modSp add mod">
        <pc:chgData name="福原　颯(s24d164)" userId="5dad88b0-8d9f-4ea1-b2c6-c10a4d6d0a4a" providerId="ADAL" clId="{B3175C1D-6E6D-47D8-B964-B85A915674B2}" dt="2025-05-21T17:01:25.793" v="338" actId="403"/>
        <pc:sldMkLst>
          <pc:docMk/>
          <pc:sldMk cId="801973835" sldId="857"/>
        </pc:sldMkLst>
      </pc:sldChg>
      <pc:sldChg chg="addSp delSp modSp add mod modNotesTx">
        <pc:chgData name="福原　颯(s24d164)" userId="5dad88b0-8d9f-4ea1-b2c6-c10a4d6d0a4a" providerId="ADAL" clId="{B3175C1D-6E6D-47D8-B964-B85A915674B2}" dt="2025-05-21T17:23:05.985" v="1061" actId="20577"/>
        <pc:sldMkLst>
          <pc:docMk/>
          <pc:sldMk cId="2594906814" sldId="858"/>
        </pc:sldMkLst>
      </pc:sldChg>
    </pc:docChg>
  </pc:docChgLst>
  <pc:docChgLst>
    <pc:chgData name="福原　颯(s24d164)" userId="5dad88b0-8d9f-4ea1-b2c6-c10a4d6d0a4a" providerId="ADAL" clId="{571271B5-7133-4B32-9700-DD686614BF35}"/>
    <pc:docChg chg="modSld">
      <pc:chgData name="福原　颯(s24d164)" userId="5dad88b0-8d9f-4ea1-b2c6-c10a4d6d0a4a" providerId="ADAL" clId="{571271B5-7133-4B32-9700-DD686614BF35}" dt="2025-02-21T00:57:51.833" v="37" actId="20577"/>
      <pc:docMkLst>
        <pc:docMk/>
      </pc:docMkLst>
      <pc:sldChg chg="modNotesTx">
        <pc:chgData name="福原　颯(s24d164)" userId="5dad88b0-8d9f-4ea1-b2c6-c10a4d6d0a4a" providerId="ADAL" clId="{571271B5-7133-4B32-9700-DD686614BF35}" dt="2025-02-21T00:55:44.015" v="0" actId="20577"/>
        <pc:sldMkLst>
          <pc:docMk/>
          <pc:sldMk cId="1452277363" sldId="263"/>
        </pc:sldMkLst>
      </pc:sldChg>
      <pc:sldChg chg="modNotesTx">
        <pc:chgData name="福原　颯(s24d164)" userId="5dad88b0-8d9f-4ea1-b2c6-c10a4d6d0a4a" providerId="ADAL" clId="{571271B5-7133-4B32-9700-DD686614BF35}" dt="2025-02-21T00:55:50.866" v="2" actId="20577"/>
        <pc:sldMkLst>
          <pc:docMk/>
          <pc:sldMk cId="545113248" sldId="449"/>
        </pc:sldMkLst>
      </pc:sldChg>
      <pc:sldChg chg="modNotesTx">
        <pc:chgData name="福原　颯(s24d164)" userId="5dad88b0-8d9f-4ea1-b2c6-c10a4d6d0a4a" providerId="ADAL" clId="{571271B5-7133-4B32-9700-DD686614BF35}" dt="2025-02-21T00:55:47.455" v="1" actId="20577"/>
        <pc:sldMkLst>
          <pc:docMk/>
          <pc:sldMk cId="3201525150" sldId="508"/>
        </pc:sldMkLst>
      </pc:sldChg>
      <pc:sldChg chg="modNotesTx">
        <pc:chgData name="福原　颯(s24d164)" userId="5dad88b0-8d9f-4ea1-b2c6-c10a4d6d0a4a" providerId="ADAL" clId="{571271B5-7133-4B32-9700-DD686614BF35}" dt="2025-02-21T00:55:52.982" v="3" actId="20577"/>
        <pc:sldMkLst>
          <pc:docMk/>
          <pc:sldMk cId="2825117793" sldId="512"/>
        </pc:sldMkLst>
      </pc:sldChg>
      <pc:sldChg chg="modNotesTx">
        <pc:chgData name="福原　颯(s24d164)" userId="5dad88b0-8d9f-4ea1-b2c6-c10a4d6d0a4a" providerId="ADAL" clId="{571271B5-7133-4B32-9700-DD686614BF35}" dt="2025-02-21T00:55:57.020" v="4" actId="20577"/>
        <pc:sldMkLst>
          <pc:docMk/>
          <pc:sldMk cId="3274072135" sldId="513"/>
        </pc:sldMkLst>
      </pc:sldChg>
      <pc:sldChg chg="modNotesTx">
        <pc:chgData name="福原　颯(s24d164)" userId="5dad88b0-8d9f-4ea1-b2c6-c10a4d6d0a4a" providerId="ADAL" clId="{571271B5-7133-4B32-9700-DD686614BF35}" dt="2025-02-21T00:56:10.841" v="8" actId="20577"/>
        <pc:sldMkLst>
          <pc:docMk/>
          <pc:sldMk cId="4060169230" sldId="516"/>
        </pc:sldMkLst>
      </pc:sldChg>
      <pc:sldChg chg="modNotesTx">
        <pc:chgData name="福原　颯(s24d164)" userId="5dad88b0-8d9f-4ea1-b2c6-c10a4d6d0a4a" providerId="ADAL" clId="{571271B5-7133-4B32-9700-DD686614BF35}" dt="2025-02-21T00:56:25.408" v="12" actId="20577"/>
        <pc:sldMkLst>
          <pc:docMk/>
          <pc:sldMk cId="707447553" sldId="517"/>
        </pc:sldMkLst>
      </pc:sldChg>
      <pc:sldChg chg="modNotesTx">
        <pc:chgData name="福原　颯(s24d164)" userId="5dad88b0-8d9f-4ea1-b2c6-c10a4d6d0a4a" providerId="ADAL" clId="{571271B5-7133-4B32-9700-DD686614BF35}" dt="2025-02-21T00:56:05.454" v="6" actId="20577"/>
        <pc:sldMkLst>
          <pc:docMk/>
          <pc:sldMk cId="3360977970" sldId="520"/>
        </pc:sldMkLst>
      </pc:sldChg>
      <pc:sldChg chg="modNotesTx">
        <pc:chgData name="福原　颯(s24d164)" userId="5dad88b0-8d9f-4ea1-b2c6-c10a4d6d0a4a" providerId="ADAL" clId="{571271B5-7133-4B32-9700-DD686614BF35}" dt="2025-02-21T00:56:13.441" v="9" actId="20577"/>
        <pc:sldMkLst>
          <pc:docMk/>
          <pc:sldMk cId="926834026" sldId="522"/>
        </pc:sldMkLst>
      </pc:sldChg>
      <pc:sldChg chg="modNotesTx">
        <pc:chgData name="福原　颯(s24d164)" userId="5dad88b0-8d9f-4ea1-b2c6-c10a4d6d0a4a" providerId="ADAL" clId="{571271B5-7133-4B32-9700-DD686614BF35}" dt="2025-02-21T00:56:15.619" v="10" actId="20577"/>
        <pc:sldMkLst>
          <pc:docMk/>
          <pc:sldMk cId="1492636824" sldId="524"/>
        </pc:sldMkLst>
      </pc:sldChg>
      <pc:sldChg chg="modNotesTx">
        <pc:chgData name="福原　颯(s24d164)" userId="5dad88b0-8d9f-4ea1-b2c6-c10a4d6d0a4a" providerId="ADAL" clId="{571271B5-7133-4B32-9700-DD686614BF35}" dt="2025-02-21T00:56:30.498" v="14" actId="20577"/>
        <pc:sldMkLst>
          <pc:docMk/>
          <pc:sldMk cId="1777063703" sldId="531"/>
        </pc:sldMkLst>
      </pc:sldChg>
      <pc:sldChg chg="modNotesTx">
        <pc:chgData name="福原　颯(s24d164)" userId="5dad88b0-8d9f-4ea1-b2c6-c10a4d6d0a4a" providerId="ADAL" clId="{571271B5-7133-4B32-9700-DD686614BF35}" dt="2025-02-21T00:56:22.172" v="11" actId="20577"/>
        <pc:sldMkLst>
          <pc:docMk/>
          <pc:sldMk cId="3754821337" sldId="532"/>
        </pc:sldMkLst>
      </pc:sldChg>
      <pc:sldChg chg="modNotesTx">
        <pc:chgData name="福原　颯(s24d164)" userId="5dad88b0-8d9f-4ea1-b2c6-c10a4d6d0a4a" providerId="ADAL" clId="{571271B5-7133-4B32-9700-DD686614BF35}" dt="2025-02-21T00:56:41.461" v="17" actId="20577"/>
        <pc:sldMkLst>
          <pc:docMk/>
          <pc:sldMk cId="787021457" sldId="535"/>
        </pc:sldMkLst>
      </pc:sldChg>
      <pc:sldChg chg="modNotesTx">
        <pc:chgData name="福原　颯(s24d164)" userId="5dad88b0-8d9f-4ea1-b2c6-c10a4d6d0a4a" providerId="ADAL" clId="{571271B5-7133-4B32-9700-DD686614BF35}" dt="2025-02-21T00:56:36.314" v="15" actId="20577"/>
        <pc:sldMkLst>
          <pc:docMk/>
          <pc:sldMk cId="657489115" sldId="536"/>
        </pc:sldMkLst>
      </pc:sldChg>
      <pc:sldChg chg="modNotesTx">
        <pc:chgData name="福原　颯(s24d164)" userId="5dad88b0-8d9f-4ea1-b2c6-c10a4d6d0a4a" providerId="ADAL" clId="{571271B5-7133-4B32-9700-DD686614BF35}" dt="2025-02-21T00:56:38.962" v="16" actId="20577"/>
        <pc:sldMkLst>
          <pc:docMk/>
          <pc:sldMk cId="2340234848" sldId="537"/>
        </pc:sldMkLst>
      </pc:sldChg>
      <pc:sldChg chg="modNotesTx">
        <pc:chgData name="福原　颯(s24d164)" userId="5dad88b0-8d9f-4ea1-b2c6-c10a4d6d0a4a" providerId="ADAL" clId="{571271B5-7133-4B32-9700-DD686614BF35}" dt="2025-02-21T00:56:46.722" v="18" actId="20577"/>
        <pc:sldMkLst>
          <pc:docMk/>
          <pc:sldMk cId="1184372124" sldId="538"/>
        </pc:sldMkLst>
      </pc:sldChg>
      <pc:sldChg chg="modNotesTx">
        <pc:chgData name="福原　颯(s24d164)" userId="5dad88b0-8d9f-4ea1-b2c6-c10a4d6d0a4a" providerId="ADAL" clId="{571271B5-7133-4B32-9700-DD686614BF35}" dt="2025-02-21T00:56:49.597" v="19" actId="20577"/>
        <pc:sldMkLst>
          <pc:docMk/>
          <pc:sldMk cId="2634214433" sldId="539"/>
        </pc:sldMkLst>
      </pc:sldChg>
      <pc:sldChg chg="modNotesTx">
        <pc:chgData name="福原　颯(s24d164)" userId="5dad88b0-8d9f-4ea1-b2c6-c10a4d6d0a4a" providerId="ADAL" clId="{571271B5-7133-4B32-9700-DD686614BF35}" dt="2025-02-21T00:56:58.335" v="21" actId="20577"/>
        <pc:sldMkLst>
          <pc:docMk/>
          <pc:sldMk cId="2779778668" sldId="540"/>
        </pc:sldMkLst>
      </pc:sldChg>
      <pc:sldChg chg="modNotesTx">
        <pc:chgData name="福原　颯(s24d164)" userId="5dad88b0-8d9f-4ea1-b2c6-c10a4d6d0a4a" providerId="ADAL" clId="{571271B5-7133-4B32-9700-DD686614BF35}" dt="2025-02-21T00:57:00.878" v="22" actId="20577"/>
        <pc:sldMkLst>
          <pc:docMk/>
          <pc:sldMk cId="4135016211" sldId="542"/>
        </pc:sldMkLst>
      </pc:sldChg>
      <pc:sldChg chg="modNotesTx">
        <pc:chgData name="福原　颯(s24d164)" userId="5dad88b0-8d9f-4ea1-b2c6-c10a4d6d0a4a" providerId="ADAL" clId="{571271B5-7133-4B32-9700-DD686614BF35}" dt="2025-02-21T00:57:09.600" v="23" actId="20577"/>
        <pc:sldMkLst>
          <pc:docMk/>
          <pc:sldMk cId="2530920632" sldId="543"/>
        </pc:sldMkLst>
      </pc:sldChg>
      <pc:sldChg chg="modNotesTx">
        <pc:chgData name="福原　颯(s24d164)" userId="5dad88b0-8d9f-4ea1-b2c6-c10a4d6d0a4a" providerId="ADAL" clId="{571271B5-7133-4B32-9700-DD686614BF35}" dt="2025-02-21T00:57:12.948" v="24" actId="20577"/>
        <pc:sldMkLst>
          <pc:docMk/>
          <pc:sldMk cId="1074092287" sldId="544"/>
        </pc:sldMkLst>
      </pc:sldChg>
      <pc:sldChg chg="modNotesTx">
        <pc:chgData name="福原　颯(s24d164)" userId="5dad88b0-8d9f-4ea1-b2c6-c10a4d6d0a4a" providerId="ADAL" clId="{571271B5-7133-4B32-9700-DD686614BF35}" dt="2025-02-21T00:57:27.776" v="28" actId="20577"/>
        <pc:sldMkLst>
          <pc:docMk/>
          <pc:sldMk cId="2083591494" sldId="545"/>
        </pc:sldMkLst>
      </pc:sldChg>
      <pc:sldChg chg="modNotesTx">
        <pc:chgData name="福原　颯(s24d164)" userId="5dad88b0-8d9f-4ea1-b2c6-c10a4d6d0a4a" providerId="ADAL" clId="{571271B5-7133-4B32-9700-DD686614BF35}" dt="2025-02-21T00:57:29.601" v="29" actId="20577"/>
        <pc:sldMkLst>
          <pc:docMk/>
          <pc:sldMk cId="2393299346" sldId="546"/>
        </pc:sldMkLst>
      </pc:sldChg>
      <pc:sldChg chg="modNotesTx">
        <pc:chgData name="福原　颯(s24d164)" userId="5dad88b0-8d9f-4ea1-b2c6-c10a4d6d0a4a" providerId="ADAL" clId="{571271B5-7133-4B32-9700-DD686614BF35}" dt="2025-02-21T00:56:27.497" v="13" actId="20577"/>
        <pc:sldMkLst>
          <pc:docMk/>
          <pc:sldMk cId="2971353691" sldId="550"/>
        </pc:sldMkLst>
      </pc:sldChg>
      <pc:sldChg chg="modNotesTx">
        <pc:chgData name="福原　颯(s24d164)" userId="5dad88b0-8d9f-4ea1-b2c6-c10a4d6d0a4a" providerId="ADAL" clId="{571271B5-7133-4B32-9700-DD686614BF35}" dt="2025-02-21T00:57:31.720" v="30" actId="20577"/>
        <pc:sldMkLst>
          <pc:docMk/>
          <pc:sldMk cId="245135390" sldId="551"/>
        </pc:sldMkLst>
      </pc:sldChg>
      <pc:sldChg chg="modNotesTx">
        <pc:chgData name="福原　颯(s24d164)" userId="5dad88b0-8d9f-4ea1-b2c6-c10a4d6d0a4a" providerId="ADAL" clId="{571271B5-7133-4B32-9700-DD686614BF35}" dt="2025-02-21T00:57:33.463" v="31" actId="20577"/>
        <pc:sldMkLst>
          <pc:docMk/>
          <pc:sldMk cId="338589204" sldId="552"/>
        </pc:sldMkLst>
      </pc:sldChg>
      <pc:sldChg chg="modNotesTx">
        <pc:chgData name="福原　颯(s24d164)" userId="5dad88b0-8d9f-4ea1-b2c6-c10a4d6d0a4a" providerId="ADAL" clId="{571271B5-7133-4B32-9700-DD686614BF35}" dt="2025-02-21T00:57:37.407" v="32" actId="20577"/>
        <pc:sldMkLst>
          <pc:docMk/>
          <pc:sldMk cId="561060879" sldId="553"/>
        </pc:sldMkLst>
      </pc:sldChg>
      <pc:sldChg chg="modNotesTx">
        <pc:chgData name="福原　颯(s24d164)" userId="5dad88b0-8d9f-4ea1-b2c6-c10a4d6d0a4a" providerId="ADAL" clId="{571271B5-7133-4B32-9700-DD686614BF35}" dt="2025-02-21T00:57:41.179" v="33" actId="20577"/>
        <pc:sldMkLst>
          <pc:docMk/>
          <pc:sldMk cId="2437348224" sldId="558"/>
        </pc:sldMkLst>
      </pc:sldChg>
      <pc:sldChg chg="modNotesTx">
        <pc:chgData name="福原　颯(s24d164)" userId="5dad88b0-8d9f-4ea1-b2c6-c10a4d6d0a4a" providerId="ADAL" clId="{571271B5-7133-4B32-9700-DD686614BF35}" dt="2025-02-21T00:57:43.149" v="34" actId="20577"/>
        <pc:sldMkLst>
          <pc:docMk/>
          <pc:sldMk cId="1399150608" sldId="559"/>
        </pc:sldMkLst>
      </pc:sldChg>
      <pc:sldChg chg="modNotesTx">
        <pc:chgData name="福原　颯(s24d164)" userId="5dad88b0-8d9f-4ea1-b2c6-c10a4d6d0a4a" providerId="ADAL" clId="{571271B5-7133-4B32-9700-DD686614BF35}" dt="2025-02-21T00:57:49.633" v="36" actId="20577"/>
        <pc:sldMkLst>
          <pc:docMk/>
          <pc:sldMk cId="411907626" sldId="563"/>
        </pc:sldMkLst>
      </pc:sldChg>
      <pc:sldChg chg="modNotesTx">
        <pc:chgData name="福原　颯(s24d164)" userId="5dad88b0-8d9f-4ea1-b2c6-c10a4d6d0a4a" providerId="ADAL" clId="{571271B5-7133-4B32-9700-DD686614BF35}" dt="2025-02-21T00:57:45.203" v="35" actId="20577"/>
        <pc:sldMkLst>
          <pc:docMk/>
          <pc:sldMk cId="2608318930" sldId="565"/>
        </pc:sldMkLst>
      </pc:sldChg>
      <pc:sldChg chg="modNotesTx">
        <pc:chgData name="福原　颯(s24d164)" userId="5dad88b0-8d9f-4ea1-b2c6-c10a4d6d0a4a" providerId="ADAL" clId="{571271B5-7133-4B32-9700-DD686614BF35}" dt="2025-02-21T00:55:59.358" v="5" actId="20577"/>
        <pc:sldMkLst>
          <pc:docMk/>
          <pc:sldMk cId="2689712002" sldId="567"/>
        </pc:sldMkLst>
      </pc:sldChg>
      <pc:sldChg chg="modNotesTx">
        <pc:chgData name="福原　颯(s24d164)" userId="5dad88b0-8d9f-4ea1-b2c6-c10a4d6d0a4a" providerId="ADAL" clId="{571271B5-7133-4B32-9700-DD686614BF35}" dt="2025-02-21T00:56:51.954" v="20" actId="20577"/>
        <pc:sldMkLst>
          <pc:docMk/>
          <pc:sldMk cId="1971853744" sldId="568"/>
        </pc:sldMkLst>
      </pc:sldChg>
      <pc:sldChg chg="modNotesTx">
        <pc:chgData name="福原　颯(s24d164)" userId="5dad88b0-8d9f-4ea1-b2c6-c10a4d6d0a4a" providerId="ADAL" clId="{571271B5-7133-4B32-9700-DD686614BF35}" dt="2025-02-21T00:57:20.346" v="26" actId="20577"/>
        <pc:sldMkLst>
          <pc:docMk/>
          <pc:sldMk cId="3579389821" sldId="569"/>
        </pc:sldMkLst>
      </pc:sldChg>
      <pc:sldChg chg="modNotesTx">
        <pc:chgData name="福原　颯(s24d164)" userId="5dad88b0-8d9f-4ea1-b2c6-c10a4d6d0a4a" providerId="ADAL" clId="{571271B5-7133-4B32-9700-DD686614BF35}" dt="2025-02-21T00:57:22.677" v="27" actId="20577"/>
        <pc:sldMkLst>
          <pc:docMk/>
          <pc:sldMk cId="1542109834" sldId="570"/>
        </pc:sldMkLst>
      </pc:sldChg>
      <pc:sldChg chg="modNotesTx">
        <pc:chgData name="福原　颯(s24d164)" userId="5dad88b0-8d9f-4ea1-b2c6-c10a4d6d0a4a" providerId="ADAL" clId="{571271B5-7133-4B32-9700-DD686614BF35}" dt="2025-02-21T00:57:51.833" v="37" actId="20577"/>
        <pc:sldMkLst>
          <pc:docMk/>
          <pc:sldMk cId="4205508689" sldId="572"/>
        </pc:sldMkLst>
      </pc:sldChg>
      <pc:sldChg chg="modNotesTx">
        <pc:chgData name="福原　颯(s24d164)" userId="5dad88b0-8d9f-4ea1-b2c6-c10a4d6d0a4a" providerId="ADAL" clId="{571271B5-7133-4B32-9700-DD686614BF35}" dt="2025-02-21T00:56:07.292" v="7" actId="20577"/>
        <pc:sldMkLst>
          <pc:docMk/>
          <pc:sldMk cId="2809066448" sldId="573"/>
        </pc:sldMkLst>
      </pc:sldChg>
      <pc:sldChg chg="modNotesTx">
        <pc:chgData name="福原　颯(s24d164)" userId="5dad88b0-8d9f-4ea1-b2c6-c10a4d6d0a4a" providerId="ADAL" clId="{571271B5-7133-4B32-9700-DD686614BF35}" dt="2025-02-21T00:57:15.146" v="25" actId="20577"/>
        <pc:sldMkLst>
          <pc:docMk/>
          <pc:sldMk cId="2127269367" sldId="575"/>
        </pc:sldMkLst>
      </pc:sldChg>
    </pc:docChg>
  </pc:docChgLst>
  <pc:docChgLst>
    <pc:chgData name="福原　颯(s24d164)" userId="5dad88b0-8d9f-4ea1-b2c6-c10a4d6d0a4a" providerId="ADAL" clId="{6197501D-1937-4564-A2D4-18A52967BC1D}"/>
    <pc:docChg chg="undo custSel addSld delSld modSld sldOrd">
      <pc:chgData name="福原　颯(s24d164)" userId="5dad88b0-8d9f-4ea1-b2c6-c10a4d6d0a4a" providerId="ADAL" clId="{6197501D-1937-4564-A2D4-18A52967BC1D}" dt="2025-05-21T23:42:53.971" v="5078" actId="20577"/>
      <pc:docMkLst>
        <pc:docMk/>
      </pc:docMkLst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35740765" sldId="72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347730015" sldId="72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82943564" sldId="722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76392747" sldId="72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19081757" sldId="72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70641243" sldId="72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666828290" sldId="726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946705632" sldId="727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641118007" sldId="72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27128952" sldId="72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809500325" sldId="73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003993181" sldId="73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61843088" sldId="732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02831380" sldId="73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056422292" sldId="73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697052301" sldId="736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4194224942" sldId="73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56421823" sldId="75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12599749" sldId="755"/>
        </pc:sldMkLst>
      </pc:sldChg>
      <pc:sldChg chg="modNotesTx">
        <pc:chgData name="福原　颯(s24d164)" userId="5dad88b0-8d9f-4ea1-b2c6-c10a4d6d0a4a" providerId="ADAL" clId="{6197501D-1937-4564-A2D4-18A52967BC1D}" dt="2025-05-21T22:47:17.938" v="4791" actId="20577"/>
        <pc:sldMkLst>
          <pc:docMk/>
          <pc:sldMk cId="3833613617" sldId="756"/>
        </pc:sldMkLst>
      </pc:sldChg>
      <pc:sldChg chg="modSp mod ord">
        <pc:chgData name="福原　颯(s24d164)" userId="5dad88b0-8d9f-4ea1-b2c6-c10a4d6d0a4a" providerId="ADAL" clId="{6197501D-1937-4564-A2D4-18A52967BC1D}" dt="2025-05-21T22:48:29.685" v="4846" actId="115"/>
        <pc:sldMkLst>
          <pc:docMk/>
          <pc:sldMk cId="1232371135" sldId="757"/>
        </pc:sldMkLst>
      </pc:sldChg>
      <pc:sldChg chg="addSp delSp modSp mod">
        <pc:chgData name="福原　颯(s24d164)" userId="5dad88b0-8d9f-4ea1-b2c6-c10a4d6d0a4a" providerId="ADAL" clId="{6197501D-1937-4564-A2D4-18A52967BC1D}" dt="2025-05-21T21:27:47.956" v="3486" actId="571"/>
        <pc:sldMkLst>
          <pc:docMk/>
          <pc:sldMk cId="2615351689" sldId="75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47702723" sldId="75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43156960" sldId="76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876460111" sldId="76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482301737" sldId="76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97923385" sldId="76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532690430" sldId="76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513075092" sldId="766"/>
        </pc:sldMkLst>
      </pc:sldChg>
      <pc:sldChg chg="modSp mod">
        <pc:chgData name="福原　颯(s24d164)" userId="5dad88b0-8d9f-4ea1-b2c6-c10a4d6d0a4a" providerId="ADAL" clId="{6197501D-1937-4564-A2D4-18A52967BC1D}" dt="2025-05-21T22:35:02.479" v="4452" actId="5793"/>
        <pc:sldMkLst>
          <pc:docMk/>
          <pc:sldMk cId="1067871787" sldId="768"/>
        </pc:sldMkLst>
      </pc:sldChg>
      <pc:sldChg chg="modSp modNotesTx">
        <pc:chgData name="福原　颯(s24d164)" userId="5dad88b0-8d9f-4ea1-b2c6-c10a4d6d0a4a" providerId="ADAL" clId="{6197501D-1937-4564-A2D4-18A52967BC1D}" dt="2025-05-21T22:35:29.649" v="4470" actId="20577"/>
        <pc:sldMkLst>
          <pc:docMk/>
          <pc:sldMk cId="3516470228" sldId="769"/>
        </pc:sldMkLst>
      </pc:sldChg>
      <pc:sldChg chg="modSp mod modNotesTx">
        <pc:chgData name="福原　颯(s24d164)" userId="5dad88b0-8d9f-4ea1-b2c6-c10a4d6d0a4a" providerId="ADAL" clId="{6197501D-1937-4564-A2D4-18A52967BC1D}" dt="2025-05-21T23:21:38.027" v="5023" actId="12"/>
        <pc:sldMkLst>
          <pc:docMk/>
          <pc:sldMk cId="2662678024" sldId="770"/>
        </pc:sldMkLst>
      </pc:sldChg>
      <pc:sldChg chg="addSp delSp modSp mod modAnim modNotesTx">
        <pc:chgData name="福原　颯(s24d164)" userId="5dad88b0-8d9f-4ea1-b2c6-c10a4d6d0a4a" providerId="ADAL" clId="{6197501D-1937-4564-A2D4-18A52967BC1D}" dt="2025-05-21T22:44:26.793" v="4694" actId="207"/>
        <pc:sldMkLst>
          <pc:docMk/>
          <pc:sldMk cId="1163437332" sldId="771"/>
        </pc:sldMkLst>
      </pc:sldChg>
      <pc:sldChg chg="addSp delSp modSp mod modAnim modNotesTx">
        <pc:chgData name="福原　颯(s24d164)" userId="5dad88b0-8d9f-4ea1-b2c6-c10a4d6d0a4a" providerId="ADAL" clId="{6197501D-1937-4564-A2D4-18A52967BC1D}" dt="2025-05-21T22:45:50.129" v="4704"/>
        <pc:sldMkLst>
          <pc:docMk/>
          <pc:sldMk cId="1210146090" sldId="772"/>
        </pc:sldMkLst>
      </pc:sldChg>
      <pc:sldChg chg="addSp delSp modSp del mod modNotesTx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477064745" sldId="773"/>
        </pc:sldMkLst>
      </pc:sldChg>
      <pc:sldChg chg="addSp modSp mod modNotesTx">
        <pc:chgData name="福原　颯(s24d164)" userId="5dad88b0-8d9f-4ea1-b2c6-c10a4d6d0a4a" providerId="ADAL" clId="{6197501D-1937-4564-A2D4-18A52967BC1D}" dt="2025-05-21T22:27:06.296" v="3796" actId="20577"/>
        <pc:sldMkLst>
          <pc:docMk/>
          <pc:sldMk cId="3638264233" sldId="774"/>
        </pc:sldMkLst>
      </pc:sldChg>
      <pc:sldChg chg="modSp mod modNotesTx">
        <pc:chgData name="福原　颯(s24d164)" userId="5dad88b0-8d9f-4ea1-b2c6-c10a4d6d0a4a" providerId="ADAL" clId="{6197501D-1937-4564-A2D4-18A52967BC1D}" dt="2025-05-21T22:34:30.284" v="4438" actId="20577"/>
        <pc:sldMkLst>
          <pc:docMk/>
          <pc:sldMk cId="1123830566" sldId="775"/>
        </pc:sldMkLst>
      </pc:sldChg>
      <pc:sldChg chg="modSp">
        <pc:chgData name="福原　颯(s24d164)" userId="5dad88b0-8d9f-4ea1-b2c6-c10a4d6d0a4a" providerId="ADAL" clId="{6197501D-1937-4564-A2D4-18A52967BC1D}" dt="2025-05-21T20:54:29.517" v="3096" actId="207"/>
        <pc:sldMkLst>
          <pc:docMk/>
          <pc:sldMk cId="928857032" sldId="778"/>
        </pc:sldMkLst>
      </pc:sldChg>
      <pc:sldChg chg="modNotesTx">
        <pc:chgData name="福原　颯(s24d164)" userId="5dad88b0-8d9f-4ea1-b2c6-c10a4d6d0a4a" providerId="ADAL" clId="{6197501D-1937-4564-A2D4-18A52967BC1D}" dt="2025-05-21T23:20:13.701" v="4983" actId="20577"/>
        <pc:sldMkLst>
          <pc:docMk/>
          <pc:sldMk cId="1805178099" sldId="816"/>
        </pc:sldMkLst>
      </pc:sldChg>
      <pc:sldChg chg="modNotesTx">
        <pc:chgData name="福原　颯(s24d164)" userId="5dad88b0-8d9f-4ea1-b2c6-c10a4d6d0a4a" providerId="ADAL" clId="{6197501D-1937-4564-A2D4-18A52967BC1D}" dt="2025-05-21T20:50:13.197" v="3002" actId="20577"/>
        <pc:sldMkLst>
          <pc:docMk/>
          <pc:sldMk cId="4135745768" sldId="828"/>
        </pc:sldMkLst>
      </pc:sldChg>
      <pc:sldChg chg="modNotesTx">
        <pc:chgData name="福原　颯(s24d164)" userId="5dad88b0-8d9f-4ea1-b2c6-c10a4d6d0a4a" providerId="ADAL" clId="{6197501D-1937-4564-A2D4-18A52967BC1D}" dt="2025-05-21T20:50:05.127" v="2971" actId="20577"/>
        <pc:sldMkLst>
          <pc:docMk/>
          <pc:sldMk cId="1915086389" sldId="830"/>
        </pc:sldMkLst>
      </pc:sldChg>
      <pc:sldChg chg="modNotesTx">
        <pc:chgData name="福原　颯(s24d164)" userId="5dad88b0-8d9f-4ea1-b2c6-c10a4d6d0a4a" providerId="ADAL" clId="{6197501D-1937-4564-A2D4-18A52967BC1D}" dt="2025-05-21T20:51:20.936" v="3025" actId="20577"/>
        <pc:sldMkLst>
          <pc:docMk/>
          <pc:sldMk cId="4229296379" sldId="832"/>
        </pc:sldMkLst>
      </pc:sldChg>
      <pc:sldChg chg="modNotesTx">
        <pc:chgData name="福原　颯(s24d164)" userId="5dad88b0-8d9f-4ea1-b2c6-c10a4d6d0a4a" providerId="ADAL" clId="{6197501D-1937-4564-A2D4-18A52967BC1D}" dt="2025-05-21T20:51:39.942" v="3027" actId="20577"/>
        <pc:sldMkLst>
          <pc:docMk/>
          <pc:sldMk cId="2710896411" sldId="833"/>
        </pc:sldMkLst>
      </pc:sldChg>
      <pc:sldChg chg="modSp mod modNotesTx">
        <pc:chgData name="福原　颯(s24d164)" userId="5dad88b0-8d9f-4ea1-b2c6-c10a4d6d0a4a" providerId="ADAL" clId="{6197501D-1937-4564-A2D4-18A52967BC1D}" dt="2025-05-21T22:33:16.844" v="4412" actId="20577"/>
        <pc:sldMkLst>
          <pc:docMk/>
          <pc:sldMk cId="242336293" sldId="840"/>
        </pc:sldMkLst>
      </pc:sldChg>
      <pc:sldChg chg="modNotesTx">
        <pc:chgData name="福原　颯(s24d164)" userId="5dad88b0-8d9f-4ea1-b2c6-c10a4d6d0a4a" providerId="ADAL" clId="{6197501D-1937-4564-A2D4-18A52967BC1D}" dt="2025-05-21T20:50:48.024" v="3013" actId="20577"/>
        <pc:sldMkLst>
          <pc:docMk/>
          <pc:sldMk cId="2028234339" sldId="841"/>
        </pc:sldMkLst>
      </pc:sldChg>
      <pc:sldChg chg="modNotesTx">
        <pc:chgData name="福原　颯(s24d164)" userId="5dad88b0-8d9f-4ea1-b2c6-c10a4d6d0a4a" providerId="ADAL" clId="{6197501D-1937-4564-A2D4-18A52967BC1D}" dt="2025-05-21T20:50:54.120" v="3014" actId="20577"/>
        <pc:sldMkLst>
          <pc:docMk/>
          <pc:sldMk cId="1331827825" sldId="842"/>
        </pc:sldMkLst>
      </pc:sldChg>
      <pc:sldChg chg="modNotesTx">
        <pc:chgData name="福原　颯(s24d164)" userId="5dad88b0-8d9f-4ea1-b2c6-c10a4d6d0a4a" providerId="ADAL" clId="{6197501D-1937-4564-A2D4-18A52967BC1D}" dt="2025-05-21T20:53:25.446" v="3090" actId="20577"/>
        <pc:sldMkLst>
          <pc:docMk/>
          <pc:sldMk cId="1085557549" sldId="844"/>
        </pc:sldMkLst>
      </pc:sldChg>
      <pc:sldChg chg="modSp modNotesTx">
        <pc:chgData name="福原　颯(s24d164)" userId="5dad88b0-8d9f-4ea1-b2c6-c10a4d6d0a4a" providerId="ADAL" clId="{6197501D-1937-4564-A2D4-18A52967BC1D}" dt="2025-05-21T20:54:56.716" v="3112" actId="115"/>
        <pc:sldMkLst>
          <pc:docMk/>
          <pc:sldMk cId="4022854633" sldId="847"/>
        </pc:sldMkLst>
      </pc:sldChg>
      <pc:sldChg chg="modNotesTx">
        <pc:chgData name="福原　颯(s24d164)" userId="5dad88b0-8d9f-4ea1-b2c6-c10a4d6d0a4a" providerId="ADAL" clId="{6197501D-1937-4564-A2D4-18A52967BC1D}" dt="2025-05-21T20:55:33.546" v="3115" actId="113"/>
        <pc:sldMkLst>
          <pc:docMk/>
          <pc:sldMk cId="3325721506" sldId="848"/>
        </pc:sldMkLst>
      </pc:sldChg>
      <pc:sldChg chg="modNotesTx">
        <pc:chgData name="福原　颯(s24d164)" userId="5dad88b0-8d9f-4ea1-b2c6-c10a4d6d0a4a" providerId="ADAL" clId="{6197501D-1937-4564-A2D4-18A52967BC1D}" dt="2025-05-21T20:55:49.533" v="3118" actId="20577"/>
        <pc:sldMkLst>
          <pc:docMk/>
          <pc:sldMk cId="174080467" sldId="850"/>
        </pc:sldMkLst>
      </pc:sldChg>
      <pc:sldChg chg="modSp mod modNotesTx">
        <pc:chgData name="福原　颯(s24d164)" userId="5dad88b0-8d9f-4ea1-b2c6-c10a4d6d0a4a" providerId="ADAL" clId="{6197501D-1937-4564-A2D4-18A52967BC1D}" dt="2025-05-21T23:19:31.298" v="4967" actId="20577"/>
        <pc:sldMkLst>
          <pc:docMk/>
          <pc:sldMk cId="2085457544" sldId="851"/>
        </pc:sldMkLst>
      </pc:sldChg>
      <pc:sldChg chg="modSp modNotesTx">
        <pc:chgData name="福原　颯(s24d164)" userId="5dad88b0-8d9f-4ea1-b2c6-c10a4d6d0a4a" providerId="ADAL" clId="{6197501D-1937-4564-A2D4-18A52967BC1D}" dt="2025-05-21T21:23:20.796" v="3398" actId="115"/>
        <pc:sldMkLst>
          <pc:docMk/>
          <pc:sldMk cId="446647372" sldId="852"/>
        </pc:sldMkLst>
      </pc:sldChg>
      <pc:sldChg chg="addSp modSp mod modAnim">
        <pc:chgData name="福原　颯(s24d164)" userId="5dad88b0-8d9f-4ea1-b2c6-c10a4d6d0a4a" providerId="ADAL" clId="{6197501D-1937-4564-A2D4-18A52967BC1D}" dt="2025-05-21T23:42:40.143" v="5066" actId="115"/>
        <pc:sldMkLst>
          <pc:docMk/>
          <pc:sldMk cId="1254780454" sldId="854"/>
        </pc:sldMkLst>
      </pc:sldChg>
      <pc:sldChg chg="modNotesTx">
        <pc:chgData name="福原　颯(s24d164)" userId="5dad88b0-8d9f-4ea1-b2c6-c10a4d6d0a4a" providerId="ADAL" clId="{6197501D-1937-4564-A2D4-18A52967BC1D}" dt="2025-05-21T23:42:53.971" v="5078" actId="20577"/>
        <pc:sldMkLst>
          <pc:docMk/>
          <pc:sldMk cId="1717734276" sldId="855"/>
        </pc:sldMkLst>
      </pc:sldChg>
      <pc:sldChg chg="modNotesTx">
        <pc:chgData name="福原　颯(s24d164)" userId="5dad88b0-8d9f-4ea1-b2c6-c10a4d6d0a4a" providerId="ADAL" clId="{6197501D-1937-4564-A2D4-18A52967BC1D}" dt="2025-05-21T21:23:33.747" v="3415" actId="20577"/>
        <pc:sldMkLst>
          <pc:docMk/>
          <pc:sldMk cId="3421327457" sldId="856"/>
        </pc:sldMkLst>
      </pc:sldChg>
      <pc:sldChg chg="modSp mod modNotesTx">
        <pc:chgData name="福原　颯(s24d164)" userId="5dad88b0-8d9f-4ea1-b2c6-c10a4d6d0a4a" providerId="ADAL" clId="{6197501D-1937-4564-A2D4-18A52967BC1D}" dt="2025-05-21T20:53:00.439" v="3089" actId="20577"/>
        <pc:sldMkLst>
          <pc:docMk/>
          <pc:sldMk cId="801973835" sldId="857"/>
        </pc:sldMkLst>
      </pc:sldChg>
      <pc:sldChg chg="modSp mod">
        <pc:chgData name="福原　颯(s24d164)" userId="5dad88b0-8d9f-4ea1-b2c6-c10a4d6d0a4a" providerId="ADAL" clId="{6197501D-1937-4564-A2D4-18A52967BC1D}" dt="2025-05-21T22:35:14.551" v="4467" actId="20577"/>
        <pc:sldMkLst>
          <pc:docMk/>
          <pc:sldMk cId="2594906814" sldId="858"/>
        </pc:sldMkLst>
      </pc:sldChg>
      <pc:sldChg chg="addSp delSp modSp add mod modNotesTx">
        <pc:chgData name="福原　颯(s24d164)" userId="5dad88b0-8d9f-4ea1-b2c6-c10a4d6d0a4a" providerId="ADAL" clId="{6197501D-1937-4564-A2D4-18A52967BC1D}" dt="2025-05-21T23:16:20.621" v="4851" actId="12"/>
        <pc:sldMkLst>
          <pc:docMk/>
          <pc:sldMk cId="2553344157" sldId="859"/>
        </pc:sldMkLst>
      </pc:sldChg>
      <pc:sldChg chg="add del">
        <pc:chgData name="福原　颯(s24d164)" userId="5dad88b0-8d9f-4ea1-b2c6-c10a4d6d0a4a" providerId="ADAL" clId="{6197501D-1937-4564-A2D4-18A52967BC1D}" dt="2025-05-21T18:53:03.385" v="1711" actId="47"/>
        <pc:sldMkLst>
          <pc:docMk/>
          <pc:sldMk cId="3805602905" sldId="860"/>
        </pc:sldMkLst>
      </pc:sldChg>
    </pc:docChg>
  </pc:docChgLst>
  <pc:docChgLst>
    <pc:chgData name="福原　颯(s24d164)" userId="5dad88b0-8d9f-4ea1-b2c6-c10a4d6d0a4a" providerId="ADAL" clId="{2DB3332C-EDDF-4108-9A20-C8283844E5F8}"/>
    <pc:docChg chg="undo custSel modSld">
      <pc:chgData name="福原　颯(s24d164)" userId="5dad88b0-8d9f-4ea1-b2c6-c10a4d6d0a4a" providerId="ADAL" clId="{2DB3332C-EDDF-4108-9A20-C8283844E5F8}" dt="2025-04-19T02:53:00.690" v="264" actId="20577"/>
      <pc:docMkLst>
        <pc:docMk/>
      </pc:docMkLst>
      <pc:sldChg chg="addSp delSp modSp mod">
        <pc:chgData name="福原　颯(s24d164)" userId="5dad88b0-8d9f-4ea1-b2c6-c10a4d6d0a4a" providerId="ADAL" clId="{2DB3332C-EDDF-4108-9A20-C8283844E5F8}" dt="2025-04-19T02:53:00.690" v="264" actId="20577"/>
        <pc:sldMkLst>
          <pc:docMk/>
          <pc:sldMk cId="880300470" sldId="640"/>
        </pc:sldMkLst>
      </pc:sldChg>
      <pc:sldChg chg="delSp modSp mod">
        <pc:chgData name="福原　颯(s24d164)" userId="5dad88b0-8d9f-4ea1-b2c6-c10a4d6d0a4a" providerId="ADAL" clId="{2DB3332C-EDDF-4108-9A20-C8283844E5F8}" dt="2025-04-19T02:50:31.191" v="217" actId="20577"/>
        <pc:sldMkLst>
          <pc:docMk/>
          <pc:sldMk cId="1605259489" sldId="641"/>
        </pc:sldMkLst>
      </pc:sldChg>
    </pc:docChg>
  </pc:docChgLst>
  <pc:docChgLst>
    <pc:chgData name="福原　颯(s24d164)" userId="5dad88b0-8d9f-4ea1-b2c6-c10a4d6d0a4a" providerId="ADAL" clId="{054E93C0-0A7C-476A-B5DA-E83A041BEB6C}"/>
    <pc:docChg chg="modSld">
      <pc:chgData name="福原　颯(s24d164)" userId="5dad88b0-8d9f-4ea1-b2c6-c10a4d6d0a4a" providerId="ADAL" clId="{054E93C0-0A7C-476A-B5DA-E83A041BEB6C}" dt="2024-09-02T06:13:34.819" v="0" actId="1076"/>
      <pc:docMkLst>
        <pc:docMk/>
      </pc:docMkLst>
      <pc:sldChg chg="modSp mod">
        <pc:chgData name="福原　颯(s24d164)" userId="5dad88b0-8d9f-4ea1-b2c6-c10a4d6d0a4a" providerId="ADAL" clId="{054E93C0-0A7C-476A-B5DA-E83A041BEB6C}" dt="2024-09-02T06:13:34.819" v="0" actId="1076"/>
        <pc:sldMkLst>
          <pc:docMk/>
          <pc:sldMk cId="1819057369" sldId="440"/>
        </pc:sldMkLst>
      </pc:sldChg>
    </pc:docChg>
  </pc:docChgLst>
  <pc:docChgLst>
    <pc:chgData name="福原　颯(s24d164)" userId="5dad88b0-8d9f-4ea1-b2c6-c10a4d6d0a4a" providerId="ADAL" clId="{72577C97-55D3-4D01-8AD6-C4ABCB3942CA}"/>
    <pc:docChg chg="undo custSel addSld delSld modSld sldOrd">
      <pc:chgData name="福原　颯(s24d164)" userId="5dad88b0-8d9f-4ea1-b2c6-c10a4d6d0a4a" providerId="ADAL" clId="{72577C97-55D3-4D01-8AD6-C4ABCB3942CA}" dt="2025-04-23T04:40:10.188" v="3892"/>
      <pc:docMkLst>
        <pc:docMk/>
      </pc:docMkLst>
      <pc:sldChg chg="modNotesTx">
        <pc:chgData name="福原　颯(s24d164)" userId="5dad88b0-8d9f-4ea1-b2c6-c10a4d6d0a4a" providerId="ADAL" clId="{72577C97-55D3-4D01-8AD6-C4ABCB3942CA}" dt="2025-04-21T12:28:19.007" v="277"/>
        <pc:sldMkLst>
          <pc:docMk/>
          <pc:sldMk cId="3101350149" sldId="560"/>
        </pc:sldMkLst>
      </pc:sldChg>
      <pc:sldChg chg="modSp mod modNotesTx">
        <pc:chgData name="福原　颯(s24d164)" userId="5dad88b0-8d9f-4ea1-b2c6-c10a4d6d0a4a" providerId="ADAL" clId="{72577C97-55D3-4D01-8AD6-C4ABCB3942CA}" dt="2025-04-23T04:15:50.903" v="3459" actId="20577"/>
        <pc:sldMkLst>
          <pc:docMk/>
          <pc:sldMk cId="2607922016" sldId="583"/>
        </pc:sldMkLst>
      </pc:sldChg>
      <pc:sldChg chg="modSp mod modNotesTx">
        <pc:chgData name="福原　颯(s24d164)" userId="5dad88b0-8d9f-4ea1-b2c6-c10a4d6d0a4a" providerId="ADAL" clId="{72577C97-55D3-4D01-8AD6-C4ABCB3942CA}" dt="2025-04-23T03:30:24.801" v="2287" actId="20577"/>
        <pc:sldMkLst>
          <pc:docMk/>
          <pc:sldMk cId="144107496" sldId="653"/>
        </pc:sldMkLst>
      </pc:sldChg>
      <pc:sldChg chg="modSp mod modNotesTx">
        <pc:chgData name="福原　颯(s24d164)" userId="5dad88b0-8d9f-4ea1-b2c6-c10a4d6d0a4a" providerId="ADAL" clId="{72577C97-55D3-4D01-8AD6-C4ABCB3942CA}" dt="2025-04-23T03:51:29.574" v="3026" actId="20577"/>
        <pc:sldMkLst>
          <pc:docMk/>
          <pc:sldMk cId="1086817974" sldId="654"/>
        </pc:sldMkLst>
      </pc:sldChg>
      <pc:sldChg chg="modSp mod modAnim modNotesTx">
        <pc:chgData name="福原　颯(s24d164)" userId="5dad88b0-8d9f-4ea1-b2c6-c10a4d6d0a4a" providerId="ADAL" clId="{72577C97-55D3-4D01-8AD6-C4ABCB3942CA}" dt="2025-04-23T03:58:42.904" v="3089" actId="20577"/>
        <pc:sldMkLst>
          <pc:docMk/>
          <pc:sldMk cId="937305246" sldId="656"/>
        </pc:sldMkLst>
      </pc:sldChg>
      <pc:sldChg chg="modSp mod modAnim modNotesTx">
        <pc:chgData name="福原　颯(s24d164)" userId="5dad88b0-8d9f-4ea1-b2c6-c10a4d6d0a4a" providerId="ADAL" clId="{72577C97-55D3-4D01-8AD6-C4ABCB3942CA}" dt="2025-04-23T04:11:41.544" v="3378" actId="20577"/>
        <pc:sldMkLst>
          <pc:docMk/>
          <pc:sldMk cId="1774343298" sldId="664"/>
        </pc:sldMkLst>
      </pc:sldChg>
      <pc:sldChg chg="ord">
        <pc:chgData name="福原　颯(s24d164)" userId="5dad88b0-8d9f-4ea1-b2c6-c10a4d6d0a4a" providerId="ADAL" clId="{72577C97-55D3-4D01-8AD6-C4ABCB3942CA}" dt="2025-04-23T04:40:10.188" v="3892"/>
        <pc:sldMkLst>
          <pc:docMk/>
          <pc:sldMk cId="3691397539" sldId="673"/>
        </pc:sldMkLst>
      </pc:sldChg>
      <pc:sldChg chg="modSp mod modNotesTx">
        <pc:chgData name="福原　颯(s24d164)" userId="5dad88b0-8d9f-4ea1-b2c6-c10a4d6d0a4a" providerId="ADAL" clId="{72577C97-55D3-4D01-8AD6-C4ABCB3942CA}" dt="2025-04-23T04:22:51.753" v="3482" actId="113"/>
        <pc:sldMkLst>
          <pc:docMk/>
          <pc:sldMk cId="2670103010" sldId="676"/>
        </pc:sldMkLst>
      </pc:sldChg>
      <pc:sldChg chg="modSp add mod modNotesTx">
        <pc:chgData name="福原　颯(s24d164)" userId="5dad88b0-8d9f-4ea1-b2c6-c10a4d6d0a4a" providerId="ADAL" clId="{72577C97-55D3-4D01-8AD6-C4ABCB3942CA}" dt="2025-04-23T04:39:53.084" v="3890" actId="20577"/>
        <pc:sldMkLst>
          <pc:docMk/>
          <pc:sldMk cId="403920293" sldId="747"/>
        </pc:sldMkLst>
      </pc:sldChg>
      <pc:sldChg chg="add del">
        <pc:chgData name="福原　颯(s24d164)" userId="5dad88b0-8d9f-4ea1-b2c6-c10a4d6d0a4a" providerId="ADAL" clId="{72577C97-55D3-4D01-8AD6-C4ABCB3942CA}" dt="2025-04-23T02:18:47.630" v="1851" actId="47"/>
        <pc:sldMkLst>
          <pc:docMk/>
          <pc:sldMk cId="4116518844" sldId="747"/>
        </pc:sldMkLst>
      </pc:sldChg>
    </pc:docChg>
  </pc:docChgLst>
  <pc:docChgLst>
    <pc:chgData name="福原　颯(s24d164)" userId="5dad88b0-8d9f-4ea1-b2c6-c10a4d6d0a4a" providerId="ADAL" clId="{F75027E6-ECEC-4011-B4F6-C89867472A83}"/>
    <pc:docChg chg="undo custSel addSld delSld modSld">
      <pc:chgData name="福原　颯(s24d164)" userId="5dad88b0-8d9f-4ea1-b2c6-c10a4d6d0a4a" providerId="ADAL" clId="{F75027E6-ECEC-4011-B4F6-C89867472A83}" dt="2024-09-04T00:41:10.727" v="2575" actId="20577"/>
      <pc:docMkLst>
        <pc:docMk/>
      </pc:docMkLst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486001388" sldId="348"/>
        </pc:sldMkLst>
      </pc:sldChg>
      <pc:sldChg chg="modNotesTx">
        <pc:chgData name="福原　颯(s24d164)" userId="5dad88b0-8d9f-4ea1-b2c6-c10a4d6d0a4a" providerId="ADAL" clId="{F75027E6-ECEC-4011-B4F6-C89867472A83}" dt="2024-09-03T21:32:37.408" v="325" actId="20577"/>
        <pc:sldMkLst>
          <pc:docMk/>
          <pc:sldMk cId="418382245" sldId="363"/>
        </pc:sldMkLst>
      </pc:sldChg>
      <pc:sldChg chg="modNotesTx">
        <pc:chgData name="福原　颯(s24d164)" userId="5dad88b0-8d9f-4ea1-b2c6-c10a4d6d0a4a" providerId="ADAL" clId="{F75027E6-ECEC-4011-B4F6-C89867472A83}" dt="2024-09-03T21:53:35.768" v="698" actId="20577"/>
        <pc:sldMkLst>
          <pc:docMk/>
          <pc:sldMk cId="2022843415" sldId="367"/>
        </pc:sldMkLst>
      </pc:sldChg>
      <pc:sldChg chg="addSp modSp mod modNotesTx">
        <pc:chgData name="福原　颯(s24d164)" userId="5dad88b0-8d9f-4ea1-b2c6-c10a4d6d0a4a" providerId="ADAL" clId="{F75027E6-ECEC-4011-B4F6-C89867472A83}" dt="2024-09-04T00:40:52.792" v="2560" actId="400"/>
        <pc:sldMkLst>
          <pc:docMk/>
          <pc:sldMk cId="2700123302" sldId="451"/>
        </pc:sldMkLst>
      </pc:sldChg>
      <pc:sldChg chg="mod modShow">
        <pc:chgData name="福原　颯(s24d164)" userId="5dad88b0-8d9f-4ea1-b2c6-c10a4d6d0a4a" providerId="ADAL" clId="{F75027E6-ECEC-4011-B4F6-C89867472A83}" dt="2024-09-04T00:12:48.270" v="2559" actId="729"/>
        <pc:sldMkLst>
          <pc:docMk/>
          <pc:sldMk cId="423420648" sldId="454"/>
        </pc:sldMkLst>
      </pc:sldChg>
      <pc:sldChg chg="mod modShow">
        <pc:chgData name="福原　颯(s24d164)" userId="5dad88b0-8d9f-4ea1-b2c6-c10a4d6d0a4a" providerId="ADAL" clId="{F75027E6-ECEC-4011-B4F6-C89867472A83}" dt="2024-09-04T00:12:48.270" v="2559" actId="729"/>
        <pc:sldMkLst>
          <pc:docMk/>
          <pc:sldMk cId="232895314" sldId="455"/>
        </pc:sldMkLst>
      </pc:sldChg>
      <pc:sldChg chg="modSp mod modNotesTx">
        <pc:chgData name="福原　颯(s24d164)" userId="5dad88b0-8d9f-4ea1-b2c6-c10a4d6d0a4a" providerId="ADAL" clId="{F75027E6-ECEC-4011-B4F6-C89867472A83}" dt="2024-09-04T00:41:10.727" v="2575" actId="20577"/>
        <pc:sldMkLst>
          <pc:docMk/>
          <pc:sldMk cId="3189240835" sldId="459"/>
        </pc:sldMkLst>
      </pc:sldChg>
      <pc:sldChg chg="modSp mod modNotesTx">
        <pc:chgData name="福原　颯(s24d164)" userId="5dad88b0-8d9f-4ea1-b2c6-c10a4d6d0a4a" providerId="ADAL" clId="{F75027E6-ECEC-4011-B4F6-C89867472A83}" dt="2024-09-03T23:37:50.029" v="1918" actId="20577"/>
        <pc:sldMkLst>
          <pc:docMk/>
          <pc:sldMk cId="3413148916" sldId="468"/>
        </pc:sldMkLst>
      </pc:sldChg>
      <pc:sldChg chg="modSp 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3244430561" sldId="470"/>
        </pc:sldMkLst>
      </pc:sldChg>
      <pc:sldChg chg="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4064885365" sldId="471"/>
        </pc:sldMkLst>
      </pc:sldChg>
      <pc:sldChg chg="modSp mod">
        <pc:chgData name="福原　颯(s24d164)" userId="5dad88b0-8d9f-4ea1-b2c6-c10a4d6d0a4a" providerId="ADAL" clId="{F75027E6-ECEC-4011-B4F6-C89867472A83}" dt="2024-09-03T23:17:10.765" v="1607" actId="20577"/>
        <pc:sldMkLst>
          <pc:docMk/>
          <pc:sldMk cId="2295866264" sldId="472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660268244" sldId="473"/>
        </pc:sldMkLst>
      </pc:sldChg>
      <pc:sldChg chg="modSp mod modNotesTx">
        <pc:chgData name="福原　颯(s24d164)" userId="5dad88b0-8d9f-4ea1-b2c6-c10a4d6d0a4a" providerId="ADAL" clId="{F75027E6-ECEC-4011-B4F6-C89867472A83}" dt="2024-09-03T23:39:24.358" v="2146" actId="20577"/>
        <pc:sldMkLst>
          <pc:docMk/>
          <pc:sldMk cId="4251583710" sldId="483"/>
        </pc:sldMkLst>
      </pc:sldChg>
      <pc:sldChg chg="modSp mod modNotesTx">
        <pc:chgData name="福原　颯(s24d164)" userId="5dad88b0-8d9f-4ea1-b2c6-c10a4d6d0a4a" providerId="ADAL" clId="{F75027E6-ECEC-4011-B4F6-C89867472A83}" dt="2024-09-03T23:41:06.237" v="2325" actId="20577"/>
        <pc:sldMkLst>
          <pc:docMk/>
          <pc:sldMk cId="1662944057" sldId="485"/>
        </pc:sldMkLst>
      </pc:sldChg>
      <pc:sldChg chg="modSp mod">
        <pc:chgData name="福原　颯(s24d164)" userId="5dad88b0-8d9f-4ea1-b2c6-c10a4d6d0a4a" providerId="ADAL" clId="{F75027E6-ECEC-4011-B4F6-C89867472A83}" dt="2024-09-03T23:26:03.048" v="1684" actId="20577"/>
        <pc:sldMkLst>
          <pc:docMk/>
          <pc:sldMk cId="928350818" sldId="486"/>
        </pc:sldMkLst>
      </pc:sldChg>
      <pc:sldChg chg="modSp mod modNotesTx">
        <pc:chgData name="福原　颯(s24d164)" userId="5dad88b0-8d9f-4ea1-b2c6-c10a4d6d0a4a" providerId="ADAL" clId="{F75027E6-ECEC-4011-B4F6-C89867472A83}" dt="2024-09-03T23:42:34.254" v="2476" actId="20577"/>
        <pc:sldMkLst>
          <pc:docMk/>
          <pc:sldMk cId="3007412481" sldId="488"/>
        </pc:sldMkLst>
      </pc:sldChg>
      <pc:sldChg chg="addSp delSp modSp mod modNotesTx">
        <pc:chgData name="福原　颯(s24d164)" userId="5dad88b0-8d9f-4ea1-b2c6-c10a4d6d0a4a" providerId="ADAL" clId="{F75027E6-ECEC-4011-B4F6-C89867472A83}" dt="2024-09-04T00:03:53.022" v="2481" actId="1076"/>
        <pc:sldMkLst>
          <pc:docMk/>
          <pc:sldMk cId="1293918754" sldId="489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238039418" sldId="490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506245929" sldId="492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955146950" sldId="493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533304578" sldId="494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957234417" sldId="495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09151991" sldId="496"/>
        </pc:sldMkLst>
      </pc:sldChg>
      <pc:sldChg chg="modSp mod">
        <pc:chgData name="福原　颯(s24d164)" userId="5dad88b0-8d9f-4ea1-b2c6-c10a4d6d0a4a" providerId="ADAL" clId="{F75027E6-ECEC-4011-B4F6-C89867472A83}" dt="2024-09-04T00:08:30.582" v="2531" actId="20577"/>
        <pc:sldMkLst>
          <pc:docMk/>
          <pc:sldMk cId="349550894" sldId="497"/>
        </pc:sldMkLst>
      </pc:sldChg>
      <pc:sldChg chg="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3644308075" sldId="499"/>
        </pc:sldMkLst>
      </pc:sldChg>
      <pc:sldChg chg="modNotesTx">
        <pc:chgData name="福原　颯(s24d164)" userId="5dad88b0-8d9f-4ea1-b2c6-c10a4d6d0a4a" providerId="ADAL" clId="{F75027E6-ECEC-4011-B4F6-C89867472A83}" dt="2024-09-03T23:05:57.853" v="925" actId="20577"/>
        <pc:sldMkLst>
          <pc:docMk/>
          <pc:sldMk cId="2605311112" sldId="504"/>
        </pc:sldMkLst>
      </pc:sldChg>
      <pc:sldChg chg="modNotesTx">
        <pc:chgData name="福原　颯(s24d164)" userId="5dad88b0-8d9f-4ea1-b2c6-c10a4d6d0a4a" providerId="ADAL" clId="{F75027E6-ECEC-4011-B4F6-C89867472A83}" dt="2024-09-03T23:04:37.888" v="856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F75027E6-ECEC-4011-B4F6-C89867472A83}" dt="2024-09-03T23:04:52.065" v="888" actId="20577"/>
        <pc:sldMkLst>
          <pc:docMk/>
          <pc:sldMk cId="1999581275" sldId="506"/>
        </pc:sldMkLst>
      </pc:sldChg>
      <pc:sldChg chg="addSp delSp modSp mod modNotesTx">
        <pc:chgData name="福原　颯(s24d164)" userId="5dad88b0-8d9f-4ea1-b2c6-c10a4d6d0a4a" providerId="ADAL" clId="{F75027E6-ECEC-4011-B4F6-C89867472A83}" dt="2024-09-03T23:34:23.439" v="1744" actId="207"/>
        <pc:sldMkLst>
          <pc:docMk/>
          <pc:sldMk cId="3063014634" sldId="507"/>
        </pc:sldMkLst>
      </pc:sldChg>
      <pc:sldChg chg="add del">
        <pc:chgData name="福原　颯(s24d164)" userId="5dad88b0-8d9f-4ea1-b2c6-c10a4d6d0a4a" providerId="ADAL" clId="{F75027E6-ECEC-4011-B4F6-C89867472A83}" dt="2024-09-04T00:12:44.928" v="2558" actId="2890"/>
        <pc:sldMkLst>
          <pc:docMk/>
          <pc:sldMk cId="3126909745" sldId="511"/>
        </pc:sldMkLst>
      </pc:sldChg>
      <pc:sldChg chg="add del replId">
        <pc:chgData name="福原　颯(s24d164)" userId="5dad88b0-8d9f-4ea1-b2c6-c10a4d6d0a4a" providerId="ADAL" clId="{F75027E6-ECEC-4011-B4F6-C89867472A83}" dt="2024-09-04T00:12:44.928" v="2558" actId="2890"/>
        <pc:sldMkLst>
          <pc:docMk/>
          <pc:sldMk cId="3785219363" sldId="512"/>
        </pc:sldMkLst>
      </pc:sldChg>
    </pc:docChg>
  </pc:docChgLst>
  <pc:docChgLst>
    <pc:chgData name="福原　颯(s24d164)" userId="5dad88b0-8d9f-4ea1-b2c6-c10a4d6d0a4a" providerId="ADAL" clId="{D4F58B27-DA2B-4D6C-B904-2E3ABE4C3F88}"/>
    <pc:docChg chg="undo custSel addSld delSld modSld sldOrd">
      <pc:chgData name="福原　颯(s24d164)" userId="5dad88b0-8d9f-4ea1-b2c6-c10a4d6d0a4a" providerId="ADAL" clId="{D4F58B27-DA2B-4D6C-B904-2E3ABE4C3F88}" dt="2024-09-02T16:48:47.132" v="907" actId="20577"/>
      <pc:docMkLst>
        <pc:docMk/>
      </pc:docMkLst>
      <pc:sldChg chg="del">
        <pc:chgData name="福原　颯(s24d164)" userId="5dad88b0-8d9f-4ea1-b2c6-c10a4d6d0a4a" providerId="ADAL" clId="{D4F58B27-DA2B-4D6C-B904-2E3ABE4C3F88}" dt="2024-09-02T16:45:20.245" v="811" actId="47"/>
        <pc:sldMkLst>
          <pc:docMk/>
          <pc:sldMk cId="3174857054" sldId="292"/>
        </pc:sldMkLst>
      </pc:sldChg>
      <pc:sldChg chg="modSp mod">
        <pc:chgData name="福原　颯(s24d164)" userId="5dad88b0-8d9f-4ea1-b2c6-c10a4d6d0a4a" providerId="ADAL" clId="{D4F58B27-DA2B-4D6C-B904-2E3ABE4C3F88}" dt="2024-09-02T16:32:01.098" v="779" actId="20577"/>
        <pc:sldMkLst>
          <pc:docMk/>
          <pc:sldMk cId="418382245" sldId="363"/>
        </pc:sldMkLst>
      </pc:sldChg>
      <pc:sldChg chg="modSp mod">
        <pc:chgData name="福原　颯(s24d164)" userId="5dad88b0-8d9f-4ea1-b2c6-c10a4d6d0a4a" providerId="ADAL" clId="{D4F58B27-DA2B-4D6C-B904-2E3ABE4C3F88}" dt="2024-09-02T16:45:56.449" v="816" actId="113"/>
        <pc:sldMkLst>
          <pc:docMk/>
          <pc:sldMk cId="2700123302" sldId="451"/>
        </pc:sldMkLst>
      </pc:sldChg>
      <pc:sldChg chg="modSp">
        <pc:chgData name="福原　颯(s24d164)" userId="5dad88b0-8d9f-4ea1-b2c6-c10a4d6d0a4a" providerId="ADAL" clId="{D4F58B27-DA2B-4D6C-B904-2E3ABE4C3F88}" dt="2024-09-02T16:30:33.901" v="734"/>
        <pc:sldMkLst>
          <pc:docMk/>
          <pc:sldMk cId="3866724337" sldId="453"/>
        </pc:sldMkLst>
      </pc:sldChg>
      <pc:sldChg chg="modSp mod">
        <pc:chgData name="福原　颯(s24d164)" userId="5dad88b0-8d9f-4ea1-b2c6-c10a4d6d0a4a" providerId="ADAL" clId="{D4F58B27-DA2B-4D6C-B904-2E3ABE4C3F88}" dt="2024-09-02T14:35:22.784" v="188" actId="20577"/>
        <pc:sldMkLst>
          <pc:docMk/>
          <pc:sldMk cId="2356944368" sldId="457"/>
        </pc:sldMkLst>
      </pc:sldChg>
      <pc:sldChg chg="addSp modSp mod">
        <pc:chgData name="福原　颯(s24d164)" userId="5dad88b0-8d9f-4ea1-b2c6-c10a4d6d0a4a" providerId="ADAL" clId="{D4F58B27-DA2B-4D6C-B904-2E3ABE4C3F88}" dt="2024-09-02T16:48:47.132" v="907" actId="20577"/>
        <pc:sldMkLst>
          <pc:docMk/>
          <pc:sldMk cId="3189240835" sldId="459"/>
        </pc:sldMkLst>
      </pc:sldChg>
      <pc:sldChg chg="modSp mod">
        <pc:chgData name="福原　颯(s24d164)" userId="5dad88b0-8d9f-4ea1-b2c6-c10a4d6d0a4a" providerId="ADAL" clId="{D4F58B27-DA2B-4D6C-B904-2E3ABE4C3F88}" dt="2024-09-02T16:32:25.669" v="782" actId="20577"/>
        <pc:sldMkLst>
          <pc:docMk/>
          <pc:sldMk cId="845863417" sldId="461"/>
        </pc:sldMkLst>
      </pc:sldChg>
      <pc:sldChg chg="addSp delSp modSp del mod">
        <pc:chgData name="福原　颯(s24d164)" userId="5dad88b0-8d9f-4ea1-b2c6-c10a4d6d0a4a" providerId="ADAL" clId="{D4F58B27-DA2B-4D6C-B904-2E3ABE4C3F88}" dt="2024-09-02T16:32:32.573" v="783" actId="47"/>
        <pc:sldMkLst>
          <pc:docMk/>
          <pc:sldMk cId="1576737104" sldId="466"/>
        </pc:sldMkLst>
      </pc:sldChg>
      <pc:sldChg chg="addSp modSp mod ord">
        <pc:chgData name="福原　颯(s24d164)" userId="5dad88b0-8d9f-4ea1-b2c6-c10a4d6d0a4a" providerId="ADAL" clId="{D4F58B27-DA2B-4D6C-B904-2E3ABE4C3F88}" dt="2024-09-02T16:21:53.597" v="519" actId="20577"/>
        <pc:sldMkLst>
          <pc:docMk/>
          <pc:sldMk cId="3413148916" sldId="468"/>
        </pc:sldMkLst>
      </pc:sldChg>
      <pc:sldChg chg="addSp modSp mod ord">
        <pc:chgData name="福原　颯(s24d164)" userId="5dad88b0-8d9f-4ea1-b2c6-c10a4d6d0a4a" providerId="ADAL" clId="{D4F58B27-DA2B-4D6C-B904-2E3ABE4C3F88}" dt="2024-09-02T16:27:15.663" v="685"/>
        <pc:sldMkLst>
          <pc:docMk/>
          <pc:sldMk cId="2760283428" sldId="469"/>
        </pc:sldMkLst>
      </pc:sldChg>
      <pc:sldChg chg="modSp mod">
        <pc:chgData name="福原　颯(s24d164)" userId="5dad88b0-8d9f-4ea1-b2c6-c10a4d6d0a4a" providerId="ADAL" clId="{D4F58B27-DA2B-4D6C-B904-2E3ABE4C3F88}" dt="2024-09-02T16:26:23.613" v="684" actId="20577"/>
        <pc:sldMkLst>
          <pc:docMk/>
          <pc:sldMk cId="3244430561" sldId="470"/>
        </pc:sldMkLst>
      </pc:sldChg>
      <pc:sldChg chg="del">
        <pc:chgData name="福原　颯(s24d164)" userId="5dad88b0-8d9f-4ea1-b2c6-c10a4d6d0a4a" providerId="ADAL" clId="{D4F58B27-DA2B-4D6C-B904-2E3ABE4C3F88}" dt="2024-09-02T14:28:32.703" v="0" actId="47"/>
        <pc:sldMkLst>
          <pc:docMk/>
          <pc:sldMk cId="4154413514" sldId="477"/>
        </pc:sldMkLst>
      </pc:sldChg>
      <pc:sldChg chg="modSp mod">
        <pc:chgData name="福原　颯(s24d164)" userId="5dad88b0-8d9f-4ea1-b2c6-c10a4d6d0a4a" providerId="ADAL" clId="{D4F58B27-DA2B-4D6C-B904-2E3ABE4C3F88}" dt="2024-09-02T16:33:10.432" v="787"/>
        <pc:sldMkLst>
          <pc:docMk/>
          <pc:sldMk cId="4109290282" sldId="478"/>
        </pc:sldMkLst>
      </pc:sldChg>
      <pc:sldChg chg="modSp mod">
        <pc:chgData name="福原　颯(s24d164)" userId="5dad88b0-8d9f-4ea1-b2c6-c10a4d6d0a4a" providerId="ADAL" clId="{D4F58B27-DA2B-4D6C-B904-2E3ABE4C3F88}" dt="2024-09-02T16:33:52.977" v="809" actId="20577"/>
        <pc:sldMkLst>
          <pc:docMk/>
          <pc:sldMk cId="1293918754" sldId="489"/>
        </pc:sldMkLst>
      </pc:sldChg>
      <pc:sldChg chg="del">
        <pc:chgData name="福原　颯(s24d164)" userId="5dad88b0-8d9f-4ea1-b2c6-c10a4d6d0a4a" providerId="ADAL" clId="{D4F58B27-DA2B-4D6C-B904-2E3ABE4C3F88}" dt="2024-09-02T16:34:14.522" v="810" actId="47"/>
        <pc:sldMkLst>
          <pc:docMk/>
          <pc:sldMk cId="3211953700" sldId="491"/>
        </pc:sldMkLst>
      </pc:sldChg>
      <pc:sldChg chg="delSp modSp add del mod">
        <pc:chgData name="福原　颯(s24d164)" userId="5dad88b0-8d9f-4ea1-b2c6-c10a4d6d0a4a" providerId="ADAL" clId="{D4F58B27-DA2B-4D6C-B904-2E3ABE4C3F88}" dt="2024-09-02T16:23:42.230" v="532" actId="47"/>
        <pc:sldMkLst>
          <pc:docMk/>
          <pc:sldMk cId="2511880818" sldId="500"/>
        </pc:sldMkLst>
      </pc:sldChg>
      <pc:sldChg chg="modSp add del mod">
        <pc:chgData name="福原　颯(s24d164)" userId="5dad88b0-8d9f-4ea1-b2c6-c10a4d6d0a4a" providerId="ADAL" clId="{D4F58B27-DA2B-4D6C-B904-2E3ABE4C3F88}" dt="2024-09-02T14:34:07.605" v="152" actId="47"/>
        <pc:sldMkLst>
          <pc:docMk/>
          <pc:sldMk cId="710947834" sldId="501"/>
        </pc:sldMkLst>
      </pc:sldChg>
      <pc:sldChg chg="modSp add">
        <pc:chgData name="福原　颯(s24d164)" userId="5dad88b0-8d9f-4ea1-b2c6-c10a4d6d0a4a" providerId="ADAL" clId="{D4F58B27-DA2B-4D6C-B904-2E3ABE4C3F88}" dt="2024-09-02T14:34:01.233" v="151" actId="255"/>
        <pc:sldMkLst>
          <pc:docMk/>
          <pc:sldMk cId="3595924514" sldId="502"/>
        </pc:sldMkLst>
      </pc:sldChg>
      <pc:sldChg chg="modSp add del mod">
        <pc:chgData name="福原　颯(s24d164)" userId="5dad88b0-8d9f-4ea1-b2c6-c10a4d6d0a4a" providerId="ADAL" clId="{D4F58B27-DA2B-4D6C-B904-2E3ABE4C3F88}" dt="2024-09-02T16:23:38.053" v="531" actId="47"/>
        <pc:sldMkLst>
          <pc:docMk/>
          <pc:sldMk cId="1865374804" sldId="503"/>
        </pc:sldMkLst>
      </pc:sldChg>
      <pc:sldChg chg="addSp delSp modSp add mod">
        <pc:chgData name="福原　颯(s24d164)" userId="5dad88b0-8d9f-4ea1-b2c6-c10a4d6d0a4a" providerId="ADAL" clId="{D4F58B27-DA2B-4D6C-B904-2E3ABE4C3F88}" dt="2024-09-02T16:07:47.142" v="284" actId="478"/>
        <pc:sldMkLst>
          <pc:docMk/>
          <pc:sldMk cId="2605311112" sldId="504"/>
        </pc:sldMkLst>
      </pc:sldChg>
      <pc:sldChg chg="addSp modSp add mod">
        <pc:chgData name="福原　颯(s24d164)" userId="5dad88b0-8d9f-4ea1-b2c6-c10a4d6d0a4a" providerId="ADAL" clId="{D4F58B27-DA2B-4D6C-B904-2E3ABE4C3F88}" dt="2024-09-02T16:09:59.831" v="298" actId="14100"/>
        <pc:sldMkLst>
          <pc:docMk/>
          <pc:sldMk cId="2210312100" sldId="505"/>
        </pc:sldMkLst>
      </pc:sldChg>
      <pc:sldChg chg="addSp delSp modSp add mod">
        <pc:chgData name="福原　颯(s24d164)" userId="5dad88b0-8d9f-4ea1-b2c6-c10a4d6d0a4a" providerId="ADAL" clId="{D4F58B27-DA2B-4D6C-B904-2E3ABE4C3F88}" dt="2024-09-02T16:13:49.018" v="364" actId="20577"/>
        <pc:sldMkLst>
          <pc:docMk/>
          <pc:sldMk cId="1999581275" sldId="506"/>
        </pc:sldMkLst>
      </pc:sldChg>
      <pc:sldChg chg="addSp delSp modSp add mod">
        <pc:chgData name="福原　颯(s24d164)" userId="5dad88b0-8d9f-4ea1-b2c6-c10a4d6d0a4a" providerId="ADAL" clId="{D4F58B27-DA2B-4D6C-B904-2E3ABE4C3F88}" dt="2024-09-02T16:16:15.537" v="407" actId="1076"/>
        <pc:sldMkLst>
          <pc:docMk/>
          <pc:sldMk cId="3063014634" sldId="507"/>
        </pc:sldMkLst>
      </pc:sldChg>
    </pc:docChg>
  </pc:docChgLst>
  <pc:docChgLst>
    <pc:chgData name="福原　颯(s24d164)" userId="5dad88b0-8d9f-4ea1-b2c6-c10a4d6d0a4a" providerId="ADAL" clId="{A25583ED-9FB5-4332-ADA9-48387C99ABC9}"/>
    <pc:docChg chg="undo custSel addSld delSld modSld sldOrd">
      <pc:chgData name="福原　颯(s24d164)" userId="5dad88b0-8d9f-4ea1-b2c6-c10a4d6d0a4a" providerId="ADAL" clId="{A25583ED-9FB5-4332-ADA9-48387C99ABC9}" dt="2025-05-20T14:36:56.431" v="7703" actId="20577"/>
      <pc:docMkLst>
        <pc:docMk/>
      </pc:docMkLst>
      <pc:sldChg chg="modSp">
        <pc:chgData name="福原　颯(s24d164)" userId="5dad88b0-8d9f-4ea1-b2c6-c10a4d6d0a4a" providerId="ADAL" clId="{A25583ED-9FB5-4332-ADA9-48387C99ABC9}" dt="2025-05-18T13:10:01.091" v="2" actId="404"/>
        <pc:sldMkLst>
          <pc:docMk/>
          <pc:sldMk cId="3271634501" sldId="788"/>
        </pc:sldMkLst>
      </pc:sldChg>
      <pc:sldChg chg="modSp mod">
        <pc:chgData name="福原　颯(s24d164)" userId="5dad88b0-8d9f-4ea1-b2c6-c10a4d6d0a4a" providerId="ADAL" clId="{A25583ED-9FB5-4332-ADA9-48387C99ABC9}" dt="2025-05-18T13:11:24.360" v="32" actId="1035"/>
        <pc:sldMkLst>
          <pc:docMk/>
          <pc:sldMk cId="3510803454" sldId="792"/>
        </pc:sldMkLst>
      </pc:sldChg>
      <pc:sldChg chg="addSp delSp modSp mod">
        <pc:chgData name="福原　颯(s24d164)" userId="5dad88b0-8d9f-4ea1-b2c6-c10a4d6d0a4a" providerId="ADAL" clId="{A25583ED-9FB5-4332-ADA9-48387C99ABC9}" dt="2025-05-19T04:37:16.145" v="1164" actId="478"/>
        <pc:sldMkLst>
          <pc:docMk/>
          <pc:sldMk cId="3333470137" sldId="797"/>
        </pc:sldMkLst>
      </pc:sldChg>
      <pc:sldChg chg="modSp mod">
        <pc:chgData name="福原　颯(s24d164)" userId="5dad88b0-8d9f-4ea1-b2c6-c10a4d6d0a4a" providerId="ADAL" clId="{A25583ED-9FB5-4332-ADA9-48387C99ABC9}" dt="2025-05-18T13:20:40.046" v="125"/>
        <pc:sldMkLst>
          <pc:docMk/>
          <pc:sldMk cId="2069240060" sldId="807"/>
        </pc:sldMkLst>
      </pc:sldChg>
      <pc:sldChg chg="modSp mod">
        <pc:chgData name="福原　颯(s24d164)" userId="5dad88b0-8d9f-4ea1-b2c6-c10a4d6d0a4a" providerId="ADAL" clId="{A25583ED-9FB5-4332-ADA9-48387C99ABC9}" dt="2025-05-18T13:16:56.222" v="79" actId="20577"/>
        <pc:sldMkLst>
          <pc:docMk/>
          <pc:sldMk cId="2773276949" sldId="809"/>
        </pc:sldMkLst>
      </pc:sldChg>
      <pc:sldChg chg="modSp mod">
        <pc:chgData name="福原　颯(s24d164)" userId="5dad88b0-8d9f-4ea1-b2c6-c10a4d6d0a4a" providerId="ADAL" clId="{A25583ED-9FB5-4332-ADA9-48387C99ABC9}" dt="2025-05-18T13:29:04.760" v="318" actId="20577"/>
        <pc:sldMkLst>
          <pc:docMk/>
          <pc:sldMk cId="1444542119" sldId="811"/>
        </pc:sldMkLst>
      </pc:sldChg>
      <pc:sldChg chg="modSp mod">
        <pc:chgData name="福原　颯(s24d164)" userId="5dad88b0-8d9f-4ea1-b2c6-c10a4d6d0a4a" providerId="ADAL" clId="{A25583ED-9FB5-4332-ADA9-48387C99ABC9}" dt="2025-05-19T04:38:11.068" v="1172" actId="255"/>
        <pc:sldMkLst>
          <pc:docMk/>
          <pc:sldMk cId="1300201696" sldId="812"/>
        </pc:sldMkLst>
      </pc:sldChg>
      <pc:sldChg chg="modSp mod">
        <pc:chgData name="福原　颯(s24d164)" userId="5dad88b0-8d9f-4ea1-b2c6-c10a4d6d0a4a" providerId="ADAL" clId="{A25583ED-9FB5-4332-ADA9-48387C99ABC9}" dt="2025-05-19T04:35:09.149" v="1112" actId="27636"/>
        <pc:sldMkLst>
          <pc:docMk/>
          <pc:sldMk cId="4224930651" sldId="813"/>
        </pc:sldMkLst>
      </pc:sldChg>
      <pc:sldChg chg="modSp add mod">
        <pc:chgData name="福原　颯(s24d164)" userId="5dad88b0-8d9f-4ea1-b2c6-c10a4d6d0a4a" providerId="ADAL" clId="{A25583ED-9FB5-4332-ADA9-48387C99ABC9}" dt="2025-05-18T14:15:47.085" v="1109" actId="20577"/>
        <pc:sldMkLst>
          <pc:docMk/>
          <pc:sldMk cId="1805178099" sldId="816"/>
        </pc:sldMkLst>
      </pc:sldChg>
      <pc:sldChg chg="addSp modSp mod">
        <pc:chgData name="福原　颯(s24d164)" userId="5dad88b0-8d9f-4ea1-b2c6-c10a4d6d0a4a" providerId="ADAL" clId="{A25583ED-9FB5-4332-ADA9-48387C99ABC9}" dt="2025-05-19T04:37:27.438" v="1169" actId="1037"/>
        <pc:sldMkLst>
          <pc:docMk/>
          <pc:sldMk cId="4051204317" sldId="818"/>
        </pc:sldMkLst>
      </pc:sldChg>
      <pc:sldChg chg="modSp add mod">
        <pc:chgData name="福原　颯(s24d164)" userId="5dad88b0-8d9f-4ea1-b2c6-c10a4d6d0a4a" providerId="ADAL" clId="{A25583ED-9FB5-4332-ADA9-48387C99ABC9}" dt="2025-05-19T12:42:56.253" v="1485" actId="20577"/>
        <pc:sldMkLst>
          <pc:docMk/>
          <pc:sldMk cId="2835516325" sldId="819"/>
        </pc:sldMkLst>
      </pc:sldChg>
      <pc:sldChg chg="add del">
        <pc:chgData name="福原　颯(s24d164)" userId="5dad88b0-8d9f-4ea1-b2c6-c10a4d6d0a4a" providerId="ADAL" clId="{A25583ED-9FB5-4332-ADA9-48387C99ABC9}" dt="2025-05-19T12:27:48.741" v="1239" actId="47"/>
        <pc:sldMkLst>
          <pc:docMk/>
          <pc:sldMk cId="3432857713" sldId="820"/>
        </pc:sldMkLst>
      </pc:sldChg>
      <pc:sldChg chg="addSp delSp modSp add mod delAnim modAnim">
        <pc:chgData name="福原　颯(s24d164)" userId="5dad88b0-8d9f-4ea1-b2c6-c10a4d6d0a4a" providerId="ADAL" clId="{A25583ED-9FB5-4332-ADA9-48387C99ABC9}" dt="2025-05-19T14:07:54.113" v="2012" actId="20577"/>
        <pc:sldMkLst>
          <pc:docMk/>
          <pc:sldMk cId="1057088426" sldId="821"/>
        </pc:sldMkLst>
      </pc:sldChg>
      <pc:sldChg chg="add">
        <pc:chgData name="福原　颯(s24d164)" userId="5dad88b0-8d9f-4ea1-b2c6-c10a4d6d0a4a" providerId="ADAL" clId="{A25583ED-9FB5-4332-ADA9-48387C99ABC9}" dt="2025-05-19T13:46:57.861" v="1652"/>
        <pc:sldMkLst>
          <pc:docMk/>
          <pc:sldMk cId="662068360" sldId="822"/>
        </pc:sldMkLst>
      </pc:sldChg>
      <pc:sldChg chg="add">
        <pc:chgData name="福原　颯(s24d164)" userId="5dad88b0-8d9f-4ea1-b2c6-c10a4d6d0a4a" providerId="ADAL" clId="{A25583ED-9FB5-4332-ADA9-48387C99ABC9}" dt="2025-05-19T13:58:12.634" v="1857"/>
        <pc:sldMkLst>
          <pc:docMk/>
          <pc:sldMk cId="3223591195" sldId="823"/>
        </pc:sldMkLst>
      </pc:sldChg>
      <pc:sldChg chg="modSp add mod">
        <pc:chgData name="福原　颯(s24d164)" userId="5dad88b0-8d9f-4ea1-b2c6-c10a4d6d0a4a" providerId="ADAL" clId="{A25583ED-9FB5-4332-ADA9-48387C99ABC9}" dt="2025-05-19T14:10:47.186" v="2030" actId="20577"/>
        <pc:sldMkLst>
          <pc:docMk/>
          <pc:sldMk cId="1817997568" sldId="824"/>
        </pc:sldMkLst>
      </pc:sldChg>
      <pc:sldChg chg="modSp add mod">
        <pc:chgData name="福原　颯(s24d164)" userId="5dad88b0-8d9f-4ea1-b2c6-c10a4d6d0a4a" providerId="ADAL" clId="{A25583ED-9FB5-4332-ADA9-48387C99ABC9}" dt="2025-05-19T14:13:16.270" v="2144" actId="20577"/>
        <pc:sldMkLst>
          <pc:docMk/>
          <pc:sldMk cId="907561463" sldId="825"/>
        </pc:sldMkLst>
      </pc:sldChg>
      <pc:sldChg chg="delSp modSp add mod">
        <pc:chgData name="福原　颯(s24d164)" userId="5dad88b0-8d9f-4ea1-b2c6-c10a4d6d0a4a" providerId="ADAL" clId="{A25583ED-9FB5-4332-ADA9-48387C99ABC9}" dt="2025-05-19T14:17:20.520" v="2241" actId="478"/>
        <pc:sldMkLst>
          <pc:docMk/>
          <pc:sldMk cId="3692953177" sldId="826"/>
        </pc:sldMkLst>
      </pc:sldChg>
      <pc:sldChg chg="addSp delSp modSp add mod delAnim modAnim">
        <pc:chgData name="福原　颯(s24d164)" userId="5dad88b0-8d9f-4ea1-b2c6-c10a4d6d0a4a" providerId="ADAL" clId="{A25583ED-9FB5-4332-ADA9-48387C99ABC9}" dt="2025-05-20T06:15:42.183" v="3339" actId="1076"/>
        <pc:sldMkLst>
          <pc:docMk/>
          <pc:sldMk cId="1841563283" sldId="827"/>
        </pc:sldMkLst>
      </pc:sldChg>
      <pc:sldChg chg="modSp add mod ord modNotesTx">
        <pc:chgData name="福原　颯(s24d164)" userId="5dad88b0-8d9f-4ea1-b2c6-c10a4d6d0a4a" providerId="ADAL" clId="{A25583ED-9FB5-4332-ADA9-48387C99ABC9}" dt="2025-05-20T08:35:01.945" v="5123" actId="20577"/>
        <pc:sldMkLst>
          <pc:docMk/>
          <pc:sldMk cId="4135745768" sldId="828"/>
        </pc:sldMkLst>
      </pc:sldChg>
      <pc:sldChg chg="add">
        <pc:chgData name="福原　颯(s24d164)" userId="5dad88b0-8d9f-4ea1-b2c6-c10a4d6d0a4a" providerId="ADAL" clId="{A25583ED-9FB5-4332-ADA9-48387C99ABC9}" dt="2025-05-20T06:04:20.996" v="3193"/>
        <pc:sldMkLst>
          <pc:docMk/>
          <pc:sldMk cId="3494564538" sldId="829"/>
        </pc:sldMkLst>
      </pc:sldChg>
      <pc:sldChg chg="addSp delSp modSp add mod delAnim modAnim modNotesTx">
        <pc:chgData name="福原　颯(s24d164)" userId="5dad88b0-8d9f-4ea1-b2c6-c10a4d6d0a4a" providerId="ADAL" clId="{A25583ED-9FB5-4332-ADA9-48387C99ABC9}" dt="2025-05-20T14:36:56.431" v="7703" actId="20577"/>
        <pc:sldMkLst>
          <pc:docMk/>
          <pc:sldMk cId="1915086389" sldId="830"/>
        </pc:sldMkLst>
      </pc:sldChg>
      <pc:sldChg chg="addSp modSp add mod ord modAnim">
        <pc:chgData name="福原　颯(s24d164)" userId="5dad88b0-8d9f-4ea1-b2c6-c10a4d6d0a4a" providerId="ADAL" clId="{A25583ED-9FB5-4332-ADA9-48387C99ABC9}" dt="2025-05-20T07:22:29.156" v="4616"/>
        <pc:sldMkLst>
          <pc:docMk/>
          <pc:sldMk cId="775474573" sldId="831"/>
        </pc:sldMkLst>
      </pc:sldChg>
      <pc:sldChg chg="addSp delSp modSp add mod delAnim modAnim modNotesTx">
        <pc:chgData name="福原　颯(s24d164)" userId="5dad88b0-8d9f-4ea1-b2c6-c10a4d6d0a4a" providerId="ADAL" clId="{A25583ED-9FB5-4332-ADA9-48387C99ABC9}" dt="2025-05-20T08:33:48.526" v="5080" actId="14100"/>
        <pc:sldMkLst>
          <pc:docMk/>
          <pc:sldMk cId="4229296379" sldId="832"/>
        </pc:sldMkLst>
      </pc:sldChg>
      <pc:sldChg chg="modSp add mod">
        <pc:chgData name="福原　颯(s24d164)" userId="5dad88b0-8d9f-4ea1-b2c6-c10a4d6d0a4a" providerId="ADAL" clId="{A25583ED-9FB5-4332-ADA9-48387C99ABC9}" dt="2025-05-20T14:00:56.419" v="6916" actId="20577"/>
        <pc:sldMkLst>
          <pc:docMk/>
          <pc:sldMk cId="2710896411" sldId="833"/>
        </pc:sldMkLst>
      </pc:sldChg>
      <pc:sldChg chg="modSp add mod ord">
        <pc:chgData name="福原　颯(s24d164)" userId="5dad88b0-8d9f-4ea1-b2c6-c10a4d6d0a4a" providerId="ADAL" clId="{A25583ED-9FB5-4332-ADA9-48387C99ABC9}" dt="2025-05-20T14:08:46.807" v="7296"/>
        <pc:sldMkLst>
          <pc:docMk/>
          <pc:sldMk cId="4033898058" sldId="834"/>
        </pc:sldMkLst>
      </pc:sldChg>
      <pc:sldChg chg="modSp add mod">
        <pc:chgData name="福原　颯(s24d164)" userId="5dad88b0-8d9f-4ea1-b2c6-c10a4d6d0a4a" providerId="ADAL" clId="{A25583ED-9FB5-4332-ADA9-48387C99ABC9}" dt="2025-05-20T14:35:38.369" v="7645" actId="20577"/>
        <pc:sldMkLst>
          <pc:docMk/>
          <pc:sldMk cId="2124321023" sldId="835"/>
        </pc:sldMkLst>
      </pc:sldChg>
      <pc:sldChg chg="modSp add mod">
        <pc:chgData name="福原　颯(s24d164)" userId="5dad88b0-8d9f-4ea1-b2c6-c10a4d6d0a4a" providerId="ADAL" clId="{A25583ED-9FB5-4332-ADA9-48387C99ABC9}" dt="2025-05-20T14:05:00.245" v="7071" actId="20577"/>
        <pc:sldMkLst>
          <pc:docMk/>
          <pc:sldMk cId="1198777870" sldId="836"/>
        </pc:sldMkLst>
      </pc:sldChg>
    </pc:docChg>
  </pc:docChgLst>
  <pc:docChgLst>
    <pc:chgData name="福原　颯(s24d164)" userId="5dad88b0-8d9f-4ea1-b2c6-c10a4d6d0a4a" providerId="ADAL" clId="{15DA185A-F7F1-406A-9884-59D7BDB9F40F}"/>
    <pc:docChg chg="undo custSel addSld delSld modSld sldOrd">
      <pc:chgData name="福原　颯(s24d164)" userId="5dad88b0-8d9f-4ea1-b2c6-c10a4d6d0a4a" providerId="ADAL" clId="{15DA185A-F7F1-406A-9884-59D7BDB9F40F}" dt="2025-04-21T04:06:50.461" v="903" actId="14100"/>
      <pc:docMkLst>
        <pc:docMk/>
      </pc:docMkLst>
      <pc:sldChg chg="modSp mod">
        <pc:chgData name="福原　颯(s24d164)" userId="5dad88b0-8d9f-4ea1-b2c6-c10a4d6d0a4a" providerId="ADAL" clId="{15DA185A-F7F1-406A-9884-59D7BDB9F40F}" dt="2025-04-21T02:28:30.236" v="305" actId="1076"/>
        <pc:sldMkLst>
          <pc:docMk/>
          <pc:sldMk cId="937305246" sldId="656"/>
        </pc:sldMkLst>
      </pc:sldChg>
      <pc:sldChg chg="modSp mod">
        <pc:chgData name="福原　颯(s24d164)" userId="5dad88b0-8d9f-4ea1-b2c6-c10a4d6d0a4a" providerId="ADAL" clId="{15DA185A-F7F1-406A-9884-59D7BDB9F40F}" dt="2025-04-21T01:47:40.652" v="33" actId="20577"/>
        <pc:sldMkLst>
          <pc:docMk/>
          <pc:sldMk cId="2670103010" sldId="676"/>
        </pc:sldMkLst>
      </pc:sldChg>
      <pc:sldChg chg="addSp delSp modSp mod">
        <pc:chgData name="福原　颯(s24d164)" userId="5dad88b0-8d9f-4ea1-b2c6-c10a4d6d0a4a" providerId="ADAL" clId="{15DA185A-F7F1-406A-9884-59D7BDB9F40F}" dt="2025-04-21T02:43:21.469" v="466" actId="21"/>
        <pc:sldMkLst>
          <pc:docMk/>
          <pc:sldMk cId="1737742054" sldId="714"/>
        </pc:sldMkLst>
      </pc:sldChg>
      <pc:sldChg chg="addSp modSp mod ord modAnim">
        <pc:chgData name="福原　颯(s24d164)" userId="5dad88b0-8d9f-4ea1-b2c6-c10a4d6d0a4a" providerId="ADAL" clId="{15DA185A-F7F1-406A-9884-59D7BDB9F40F}" dt="2025-04-21T02:56:43.518" v="682"/>
        <pc:sldMkLst>
          <pc:docMk/>
          <pc:sldMk cId="3581876873" sldId="715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478284016" sldId="717"/>
        </pc:sldMkLst>
      </pc:sldChg>
      <pc:sldChg chg="add del">
        <pc:chgData name="福原　颯(s24d164)" userId="5dad88b0-8d9f-4ea1-b2c6-c10a4d6d0a4a" providerId="ADAL" clId="{15DA185A-F7F1-406A-9884-59D7BDB9F40F}" dt="2025-04-21T02:57:57.618" v="700" actId="47"/>
        <pc:sldMkLst>
          <pc:docMk/>
          <pc:sldMk cId="2572248091" sldId="71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891091108" sldId="71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4159215834" sldId="718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13791345" sldId="719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017711197" sldId="720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35740765" sldId="720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783500893" sldId="721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347730015" sldId="721"/>
        </pc:sldMkLst>
      </pc:sldChg>
      <pc:sldChg chg="addSp modSp add mod">
        <pc:chgData name="福原　颯(s24d164)" userId="5dad88b0-8d9f-4ea1-b2c6-c10a4d6d0a4a" providerId="ADAL" clId="{15DA185A-F7F1-406A-9884-59D7BDB9F40F}" dt="2025-04-21T03:00:24.868" v="756" actId="20577"/>
        <pc:sldMkLst>
          <pc:docMk/>
          <pc:sldMk cId="2782943564" sldId="72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874361062" sldId="72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025365305" sldId="723"/>
        </pc:sldMkLst>
      </pc:sldChg>
      <pc:sldChg chg="add mod modShow">
        <pc:chgData name="福原　颯(s24d164)" userId="5dad88b0-8d9f-4ea1-b2c6-c10a4d6d0a4a" providerId="ADAL" clId="{15DA185A-F7F1-406A-9884-59D7BDB9F40F}" dt="2025-04-21T03:21:56.747" v="834" actId="729"/>
        <pc:sldMkLst>
          <pc:docMk/>
          <pc:sldMk cId="3176392747" sldId="723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168055280" sldId="724"/>
        </pc:sldMkLst>
      </pc:sldChg>
      <pc:sldChg chg="addSp delSp modSp add mod ord modShow">
        <pc:chgData name="福原　颯(s24d164)" userId="5dad88b0-8d9f-4ea1-b2c6-c10a4d6d0a4a" providerId="ADAL" clId="{15DA185A-F7F1-406A-9884-59D7BDB9F40F}" dt="2025-04-21T03:21:59.499" v="835" actId="729"/>
        <pc:sldMkLst>
          <pc:docMk/>
          <pc:sldMk cId="3319081757" sldId="724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65734250" sldId="72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770641243" sldId="72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666828290" sldId="726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212074026" sldId="726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2256103" sldId="727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946705632" sldId="72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359140356" sldId="72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641118007" sldId="72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127128952" sldId="729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714801825" sldId="729"/>
        </pc:sldMkLst>
      </pc:sldChg>
      <pc:sldChg chg="add mod modShow">
        <pc:chgData name="福原　颯(s24d164)" userId="5dad88b0-8d9f-4ea1-b2c6-c10a4d6d0a4a" providerId="ADAL" clId="{15DA185A-F7F1-406A-9884-59D7BDB9F40F}" dt="2025-04-21T03:37:43.270" v="843" actId="729"/>
        <pc:sldMkLst>
          <pc:docMk/>
          <pc:sldMk cId="2809500325" sldId="730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947939097" sldId="730"/>
        </pc:sldMkLst>
      </pc:sldChg>
      <pc:sldChg chg="add ord">
        <pc:chgData name="福原　颯(s24d164)" userId="5dad88b0-8d9f-4ea1-b2c6-c10a4d6d0a4a" providerId="ADAL" clId="{15DA185A-F7F1-406A-9884-59D7BDB9F40F}" dt="2025-04-21T03:37:34.555" v="842"/>
        <pc:sldMkLst>
          <pc:docMk/>
          <pc:sldMk cId="2003993181" sldId="731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534803861" sldId="731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086631111" sldId="732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61843088" sldId="73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321983239" sldId="733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02831380" sldId="733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65977860" sldId="734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056422292" sldId="734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752706334" sldId="73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877856073" sldId="736"/>
        </pc:sldMkLst>
      </pc:sldChg>
      <pc:sldChg chg="add mod ord modShow">
        <pc:chgData name="福原　颯(s24d164)" userId="5dad88b0-8d9f-4ea1-b2c6-c10a4d6d0a4a" providerId="ADAL" clId="{15DA185A-F7F1-406A-9884-59D7BDB9F40F}" dt="2025-04-21T03:37:29.026" v="840"/>
        <pc:sldMkLst>
          <pc:docMk/>
          <pc:sldMk cId="2697052301" sldId="736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2336719" sldId="73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272693426" sldId="73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807409191" sldId="738"/>
        </pc:sldMkLst>
      </pc:sldChg>
      <pc:sldChg chg="add ord">
        <pc:chgData name="福原　颯(s24d164)" userId="5dad88b0-8d9f-4ea1-b2c6-c10a4d6d0a4a" providerId="ADAL" clId="{15DA185A-F7F1-406A-9884-59D7BDB9F40F}" dt="2025-04-21T03:37:23.948" v="838"/>
        <pc:sldMkLst>
          <pc:docMk/>
          <pc:sldMk cId="4194224942" sldId="738"/>
        </pc:sldMkLst>
      </pc:sldChg>
      <pc:sldChg chg="modSp">
        <pc:chgData name="福原　颯(s24d164)" userId="5dad88b0-8d9f-4ea1-b2c6-c10a4d6d0a4a" providerId="ADAL" clId="{15DA185A-F7F1-406A-9884-59D7BDB9F40F}" dt="2025-04-21T02:11:35.131" v="46" actId="207"/>
        <pc:sldMkLst>
          <pc:docMk/>
          <pc:sldMk cId="3614919693" sldId="739"/>
        </pc:sldMkLst>
      </pc:sldChg>
      <pc:sldChg chg="modSp mod">
        <pc:chgData name="福原　颯(s24d164)" userId="5dad88b0-8d9f-4ea1-b2c6-c10a4d6d0a4a" providerId="ADAL" clId="{15DA185A-F7F1-406A-9884-59D7BDB9F40F}" dt="2025-04-21T01:47:25.793" v="18" actId="20577"/>
        <pc:sldMkLst>
          <pc:docMk/>
          <pc:sldMk cId="1422684548" sldId="741"/>
        </pc:sldMkLst>
      </pc:sldChg>
      <pc:sldChg chg="addSp delSp modSp add mod modAnim">
        <pc:chgData name="福原　颯(s24d164)" userId="5dad88b0-8d9f-4ea1-b2c6-c10a4d6d0a4a" providerId="ADAL" clId="{15DA185A-F7F1-406A-9884-59D7BDB9F40F}" dt="2025-04-21T02:57:03.672" v="696" actId="20577"/>
        <pc:sldMkLst>
          <pc:docMk/>
          <pc:sldMk cId="3940873187" sldId="742"/>
        </pc:sldMkLst>
      </pc:sldChg>
      <pc:sldChg chg="addSp modSp add mod">
        <pc:chgData name="福原　颯(s24d164)" userId="5dad88b0-8d9f-4ea1-b2c6-c10a4d6d0a4a" providerId="ADAL" clId="{15DA185A-F7F1-406A-9884-59D7BDB9F40F}" dt="2025-04-21T04:06:50.461" v="903" actId="14100"/>
        <pc:sldMkLst>
          <pc:docMk/>
          <pc:sldMk cId="626489003" sldId="743"/>
        </pc:sldMkLst>
      </pc:sldChg>
      <pc:sldChg chg="modSp add mod ord">
        <pc:chgData name="福原　颯(s24d164)" userId="5dad88b0-8d9f-4ea1-b2c6-c10a4d6d0a4a" providerId="ADAL" clId="{15DA185A-F7F1-406A-9884-59D7BDB9F40F}" dt="2025-04-21T02:56:43.518" v="682"/>
        <pc:sldMkLst>
          <pc:docMk/>
          <pc:sldMk cId="3316008063" sldId="744"/>
        </pc:sldMkLst>
      </pc:sldChg>
      <pc:sldChg chg="addSp delSp modSp add mod ord modAnim">
        <pc:chgData name="福原　颯(s24d164)" userId="5dad88b0-8d9f-4ea1-b2c6-c10a4d6d0a4a" providerId="ADAL" clId="{15DA185A-F7F1-406A-9884-59D7BDB9F40F}" dt="2025-04-21T02:56:43.518" v="682"/>
        <pc:sldMkLst>
          <pc:docMk/>
          <pc:sldMk cId="3184470614" sldId="745"/>
        </pc:sldMkLst>
      </pc:sldChg>
      <pc:sldChg chg="addSp modSp add mod modAnim">
        <pc:chgData name="福原　颯(s24d164)" userId="5dad88b0-8d9f-4ea1-b2c6-c10a4d6d0a4a" providerId="ADAL" clId="{15DA185A-F7F1-406A-9884-59D7BDB9F40F}" dt="2025-04-21T02:56:19.849" v="680" actId="27636"/>
        <pc:sldMkLst>
          <pc:docMk/>
          <pc:sldMk cId="2056876469" sldId="746"/>
        </pc:sldMkLst>
      </pc:sldChg>
    </pc:docChg>
  </pc:docChgLst>
  <pc:docChgLst>
    <pc:chgData name="福原　颯(s24d164)" userId="5dad88b0-8d9f-4ea1-b2c6-c10a4d6d0a4a" providerId="ADAL" clId="{4CE6ED57-593B-4A1F-A20F-EFE22F59F77D}"/>
    <pc:docChg chg="undo custSel addSld modSld sldOrd">
      <pc:chgData name="福原　颯(s24d164)" userId="5dad88b0-8d9f-4ea1-b2c6-c10a4d6d0a4a" providerId="ADAL" clId="{4CE6ED57-593B-4A1F-A20F-EFE22F59F77D}" dt="2024-09-17T05:32:58.289" v="696" actId="14100"/>
      <pc:docMkLst>
        <pc:docMk/>
      </pc:docMkLst>
      <pc:sldChg chg="addSp delSp modSp mod">
        <pc:chgData name="福原　颯(s24d164)" userId="5dad88b0-8d9f-4ea1-b2c6-c10a4d6d0a4a" providerId="ADAL" clId="{4CE6ED57-593B-4A1F-A20F-EFE22F59F77D}" dt="2024-09-17T04:32:56.223" v="111" actId="1076"/>
        <pc:sldMkLst>
          <pc:docMk/>
          <pc:sldMk cId="490490762" sldId="515"/>
        </pc:sldMkLst>
      </pc:sldChg>
      <pc:sldChg chg="modSp mod">
        <pc:chgData name="福原　颯(s24d164)" userId="5dad88b0-8d9f-4ea1-b2c6-c10a4d6d0a4a" providerId="ADAL" clId="{4CE6ED57-593B-4A1F-A20F-EFE22F59F77D}" dt="2024-09-17T04:29:00.110" v="19" actId="207"/>
        <pc:sldMkLst>
          <pc:docMk/>
          <pc:sldMk cId="4060169230" sldId="516"/>
        </pc:sldMkLst>
      </pc:sldChg>
      <pc:sldChg chg="modSp mod">
        <pc:chgData name="福原　颯(s24d164)" userId="5dad88b0-8d9f-4ea1-b2c6-c10a4d6d0a4a" providerId="ADAL" clId="{4CE6ED57-593B-4A1F-A20F-EFE22F59F77D}" dt="2024-09-17T05:21:25.355" v="388" actId="20577"/>
        <pc:sldMkLst>
          <pc:docMk/>
          <pc:sldMk cId="707447553" sldId="517"/>
        </pc:sldMkLst>
      </pc:sldChg>
      <pc:sldChg chg="modSp mod">
        <pc:chgData name="福原　颯(s24d164)" userId="5dad88b0-8d9f-4ea1-b2c6-c10a4d6d0a4a" providerId="ADAL" clId="{4CE6ED57-593B-4A1F-A20F-EFE22F59F77D}" dt="2024-09-17T05:25:15.139" v="443" actId="20577"/>
        <pc:sldMkLst>
          <pc:docMk/>
          <pc:sldMk cId="3235681266" sldId="518"/>
        </pc:sldMkLst>
      </pc:sldChg>
      <pc:sldChg chg="addSp delSp modSp add mod">
        <pc:chgData name="福原　颯(s24d164)" userId="5dad88b0-8d9f-4ea1-b2c6-c10a4d6d0a4a" providerId="ADAL" clId="{4CE6ED57-593B-4A1F-A20F-EFE22F59F77D}" dt="2024-09-17T04:43:56.842" v="320" actId="1076"/>
        <pc:sldMkLst>
          <pc:docMk/>
          <pc:sldMk cId="1847442067" sldId="519"/>
        </pc:sldMkLst>
      </pc:sldChg>
      <pc:sldChg chg="delSp modSp add mod">
        <pc:chgData name="福原　颯(s24d164)" userId="5dad88b0-8d9f-4ea1-b2c6-c10a4d6d0a4a" providerId="ADAL" clId="{4CE6ED57-593B-4A1F-A20F-EFE22F59F77D}" dt="2024-09-17T04:44:46.280" v="328" actId="478"/>
        <pc:sldMkLst>
          <pc:docMk/>
          <pc:sldMk cId="3360977970" sldId="520"/>
        </pc:sldMkLst>
      </pc:sldChg>
      <pc:sldChg chg="modSp add mod">
        <pc:chgData name="福原　颯(s24d164)" userId="5dad88b0-8d9f-4ea1-b2c6-c10a4d6d0a4a" providerId="ADAL" clId="{4CE6ED57-593B-4A1F-A20F-EFE22F59F77D}" dt="2024-09-17T05:00:26.420" v="378" actId="20577"/>
        <pc:sldMkLst>
          <pc:docMk/>
          <pc:sldMk cId="3811090466" sldId="521"/>
        </pc:sldMkLst>
      </pc:sldChg>
      <pc:sldChg chg="modSp add mod ord">
        <pc:chgData name="福原　颯(s24d164)" userId="5dad88b0-8d9f-4ea1-b2c6-c10a4d6d0a4a" providerId="ADAL" clId="{4CE6ED57-593B-4A1F-A20F-EFE22F59F77D}" dt="2024-09-17T05:32:58.289" v="696" actId="14100"/>
        <pc:sldMkLst>
          <pc:docMk/>
          <pc:sldMk cId="926834026" sldId="522"/>
        </pc:sldMkLst>
      </pc:sldChg>
      <pc:sldChg chg="add">
        <pc:chgData name="福原　颯(s24d164)" userId="5dad88b0-8d9f-4ea1-b2c6-c10a4d6d0a4a" providerId="ADAL" clId="{4CE6ED57-593B-4A1F-A20F-EFE22F59F77D}" dt="2024-09-17T05:25:24.167" v="444" actId="2890"/>
        <pc:sldMkLst>
          <pc:docMk/>
          <pc:sldMk cId="756637530" sldId="523"/>
        </pc:sldMkLst>
      </pc:sldChg>
    </pc:docChg>
  </pc:docChgLst>
  <pc:docChgLst>
    <pc:chgData name="福原　颯(s24d164)" userId="5dad88b0-8d9f-4ea1-b2c6-c10a4d6d0a4a" providerId="ADAL" clId="{0DCB6831-DE3F-487C-BF32-DDF53F49950D}"/>
    <pc:docChg chg="undo custSel addSld delSld modSld sldOrd modMainMaster">
      <pc:chgData name="福原　颯(s24d164)" userId="5dad88b0-8d9f-4ea1-b2c6-c10a4d6d0a4a" providerId="ADAL" clId="{0DCB6831-DE3F-487C-BF32-DDF53F49950D}" dt="2025-10-02T13:19:37.912" v="20864" actId="47"/>
      <pc:docMkLst>
        <pc:docMk/>
      </pc:docMkLst>
      <pc:sldChg chg="addSp delSp modSp add del mod">
        <pc:chgData name="福原　颯(s24d164)" userId="5dad88b0-8d9f-4ea1-b2c6-c10a4d6d0a4a" providerId="ADAL" clId="{0DCB6831-DE3F-487C-BF32-DDF53F49950D}" dt="2025-09-24T12:32:31.041" v="7796" actId="47"/>
        <pc:sldMkLst>
          <pc:docMk/>
          <pc:sldMk cId="2807457575" sldId="293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159215834" sldId="71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833613617" sldId="75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32371135" sldId="757"/>
        </pc:sldMkLst>
      </pc:sldChg>
      <pc:sldChg chg="addSp delSp modSp mod modNotesTx">
        <pc:chgData name="福原　颯(s24d164)" userId="5dad88b0-8d9f-4ea1-b2c6-c10a4d6d0a4a" providerId="ADAL" clId="{0DCB6831-DE3F-487C-BF32-DDF53F49950D}" dt="2025-10-02T08:53:40.021" v="19654" actId="20577"/>
        <pc:sldMkLst>
          <pc:docMk/>
          <pc:sldMk cId="2615351689" sldId="758"/>
        </pc:sldMkLst>
        <pc:spChg chg="mod">
          <ac:chgData name="福原　颯(s24d164)" userId="5dad88b0-8d9f-4ea1-b2c6-c10a4d6d0a4a" providerId="ADAL" clId="{0DCB6831-DE3F-487C-BF32-DDF53F49950D}" dt="2025-09-24T18:05:27.691" v="13976" actId="20577"/>
          <ac:spMkLst>
            <pc:docMk/>
            <pc:sldMk cId="2615351689" sldId="758"/>
            <ac:spMk id="2" creationId="{3255CC25-9616-A920-13A4-E3790EBFC8F2}"/>
          </ac:spMkLst>
        </pc:spChg>
        <pc:spChg chg="add del mod">
          <ac:chgData name="福原　颯(s24d164)" userId="5dad88b0-8d9f-4ea1-b2c6-c10a4d6d0a4a" providerId="ADAL" clId="{0DCB6831-DE3F-487C-BF32-DDF53F49950D}" dt="2025-10-02T08:53:40.021" v="19654" actId="20577"/>
          <ac:spMkLst>
            <pc:docMk/>
            <pc:sldMk cId="2615351689" sldId="758"/>
            <ac:spMk id="18" creationId="{BC64D134-B527-C584-390C-81581838BF4E}"/>
          </ac:spMkLst>
        </pc:spChg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49835358" sldId="76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067871787" sldId="76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516470228" sldId="769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662678024" sldId="77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163437332" sldId="77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10146090" sldId="77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638264233" sldId="77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123830566" sldId="77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72302214" sldId="77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928857032" sldId="77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805178099" sldId="81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135745768" sldId="82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915086389" sldId="83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229296379" sldId="83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710896411" sldId="833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42336293" sldId="84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028234339" sldId="84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331827825" sldId="84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085557549" sldId="84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98757275" sldId="84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022854633" sldId="84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325721506" sldId="84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4080467" sldId="85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085457544" sldId="85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46647372" sldId="85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54780454" sldId="85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17734276" sldId="85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421327457" sldId="85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801973835" sldId="85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94906814" sldId="85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53344157" sldId="859"/>
        </pc:sldMkLst>
      </pc:sldChg>
      <pc:sldChg chg="delSp modSp add del mod">
        <pc:chgData name="福原　颯(s24d164)" userId="5dad88b0-8d9f-4ea1-b2c6-c10a4d6d0a4a" providerId="ADAL" clId="{0DCB6831-DE3F-487C-BF32-DDF53F49950D}" dt="2025-09-23T07:29:40.501" v="6941" actId="47"/>
        <pc:sldMkLst>
          <pc:docMk/>
          <pc:sldMk cId="767671411" sldId="860"/>
        </pc:sldMkLst>
      </pc:sldChg>
      <pc:sldChg chg="addSp delSp 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53891674" sldId="861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787595288" sldId="862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694304433" sldId="863"/>
        </pc:sldMkLst>
      </pc:sldChg>
      <pc:sldChg chg="delSp modSp add del mod or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975558323" sldId="864"/>
        </pc:sldMkLst>
      </pc:sldChg>
      <pc:sldChg chg="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215809295" sldId="865"/>
        </pc:sldMkLst>
      </pc:sldChg>
      <pc:sldChg chg="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960675993" sldId="866"/>
        </pc:sldMkLst>
      </pc:sldChg>
      <pc:sldChg chg="modSp add del mo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247281714" sldId="867"/>
        </pc:sldMkLst>
      </pc:sldChg>
      <pc:sldChg chg="delSp 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95467188" sldId="868"/>
        </pc:sldMkLst>
      </pc:sldChg>
      <pc:sldChg chg="addSp delSp modSp add del mod modAnim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3390956772" sldId="869"/>
        </pc:sldMkLst>
      </pc:sldChg>
      <pc:sldChg chg="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529319218" sldId="870"/>
        </pc:sldMkLst>
      </pc:sldChg>
      <pc:sldChg chg="add del">
        <pc:chgData name="福原　颯(s24d164)" userId="5dad88b0-8d9f-4ea1-b2c6-c10a4d6d0a4a" providerId="ADAL" clId="{0DCB6831-DE3F-487C-BF32-DDF53F49950D}" dt="2025-09-23T06:38:21.617" v="5115"/>
        <pc:sldMkLst>
          <pc:docMk/>
          <pc:sldMk cId="3377186060" sldId="870"/>
        </pc:sldMkLst>
      </pc:sldChg>
      <pc:sldChg chg="addSp delSp modSp add mod ord modNotesTx">
        <pc:chgData name="福原　颯(s24d164)" userId="5dad88b0-8d9f-4ea1-b2c6-c10a4d6d0a4a" providerId="ADAL" clId="{0DCB6831-DE3F-487C-BF32-DDF53F49950D}" dt="2025-10-02T12:16:19.650" v="20339" actId="20577"/>
        <pc:sldMkLst>
          <pc:docMk/>
          <pc:sldMk cId="1198869464" sldId="871"/>
        </pc:sldMkLst>
        <pc:spChg chg="mod">
          <ac:chgData name="福原　颯(s24d164)" userId="5dad88b0-8d9f-4ea1-b2c6-c10a4d6d0a4a" providerId="ADAL" clId="{0DCB6831-DE3F-487C-BF32-DDF53F49950D}" dt="2025-10-02T08:55:32.316" v="19679" actId="20577"/>
          <ac:spMkLst>
            <pc:docMk/>
            <pc:sldMk cId="1198869464" sldId="871"/>
            <ac:spMk id="2" creationId="{9FFC0E67-E177-C68D-08CE-FB7304CBE347}"/>
          </ac:spMkLst>
        </pc:spChg>
        <pc:spChg chg="mod">
          <ac:chgData name="福原　颯(s24d164)" userId="5dad88b0-8d9f-4ea1-b2c6-c10a4d6d0a4a" providerId="ADAL" clId="{0DCB6831-DE3F-487C-BF32-DDF53F49950D}" dt="2025-10-02T12:15:51.102" v="20324" actId="113"/>
          <ac:spMkLst>
            <pc:docMk/>
            <pc:sldMk cId="1198869464" sldId="871"/>
            <ac:spMk id="3" creationId="{553F8552-3F7E-7764-89FA-29053AA1056C}"/>
          </ac:spMkLst>
        </pc:spChg>
        <pc:spChg chg="mod">
          <ac:chgData name="福原　颯(s24d164)" userId="5dad88b0-8d9f-4ea1-b2c6-c10a4d6d0a4a" providerId="ADAL" clId="{0DCB6831-DE3F-487C-BF32-DDF53F49950D}" dt="2025-10-02T12:16:19.650" v="20339" actId="20577"/>
          <ac:spMkLst>
            <pc:docMk/>
            <pc:sldMk cId="1198869464" sldId="871"/>
            <ac:spMk id="4" creationId="{9C49A4A4-567B-E4F0-F631-1AA83D94D047}"/>
          </ac:spMkLst>
        </pc:spChg>
      </pc:sldChg>
      <pc:sldChg chg="add del ord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3466397368" sldId="872"/>
        </pc:sldMkLst>
      </pc:sldChg>
      <pc:sldChg chg="modSp add del mod modNotesTx">
        <pc:chgData name="福原　颯(s24d164)" userId="5dad88b0-8d9f-4ea1-b2c6-c10a4d6d0a4a" providerId="ADAL" clId="{0DCB6831-DE3F-487C-BF32-DDF53F49950D}" dt="2025-09-25T08:51:29.403" v="15479" actId="47"/>
        <pc:sldMkLst>
          <pc:docMk/>
          <pc:sldMk cId="3121846831" sldId="873"/>
        </pc:sldMkLst>
      </pc:sldChg>
      <pc:sldChg chg="modSp add del mod or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3528211971" sldId="874"/>
        </pc:sldMkLst>
      </pc:sldChg>
      <pc:sldChg chg="modSp add del mo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3490953192" sldId="875"/>
        </pc:sldMkLst>
      </pc:sldChg>
      <pc:sldChg chg="modSp add del mod or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133752298" sldId="876"/>
        </pc:sldMkLst>
      </pc:sldChg>
      <pc:sldChg chg="addSp delSp modSp add del mod or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621176682" sldId="877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579482093" sldId="878"/>
        </pc:sldMkLst>
      </pc:sldChg>
      <pc:sldChg chg="modSp add del mod ord">
        <pc:chgData name="福原　颯(s24d164)" userId="5dad88b0-8d9f-4ea1-b2c6-c10a4d6d0a4a" providerId="ADAL" clId="{0DCB6831-DE3F-487C-BF32-DDF53F49950D}" dt="2025-09-24T17:22:41.885" v="13352" actId="47"/>
        <pc:sldMkLst>
          <pc:docMk/>
          <pc:sldMk cId="3930530255" sldId="879"/>
        </pc:sldMkLst>
      </pc:sldChg>
      <pc:sldChg chg="modSp add del mo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2237054920" sldId="880"/>
        </pc:sldMkLst>
      </pc:sldChg>
      <pc:sldChg chg="modSp add del mo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812391254" sldId="881"/>
        </pc:sldMkLst>
      </pc:sldChg>
      <pc:sldChg chg="addSp delSp modSp add del mod">
        <pc:chgData name="福原　颯(s24d164)" userId="5dad88b0-8d9f-4ea1-b2c6-c10a4d6d0a4a" providerId="ADAL" clId="{0DCB6831-DE3F-487C-BF32-DDF53F49950D}" dt="2025-09-26T11:22:01.632" v="18881" actId="47"/>
        <pc:sldMkLst>
          <pc:docMk/>
          <pc:sldMk cId="315363162" sldId="882"/>
        </pc:sldMkLst>
      </pc:sldChg>
      <pc:sldChg chg="add del">
        <pc:chgData name="福原　颯(s24d164)" userId="5dad88b0-8d9f-4ea1-b2c6-c10a4d6d0a4a" providerId="ADAL" clId="{0DCB6831-DE3F-487C-BF32-DDF53F49950D}" dt="2025-09-24T17:16:23.118" v="13063"/>
        <pc:sldMkLst>
          <pc:docMk/>
          <pc:sldMk cId="3027195878" sldId="882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017391590" sldId="883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693207215" sldId="884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169612603" sldId="885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6T11:12:25.137" v="18703" actId="2696"/>
        <pc:sldMkLst>
          <pc:docMk/>
          <pc:sldMk cId="1775185307" sldId="886"/>
        </pc:sldMkLst>
      </pc:sldChg>
      <pc:sldChg chg="add del">
        <pc:chgData name="福原　颯(s24d164)" userId="5dad88b0-8d9f-4ea1-b2c6-c10a4d6d0a4a" providerId="ADAL" clId="{0DCB6831-DE3F-487C-BF32-DDF53F49950D}" dt="2025-09-26T13:31:40.616" v="19274" actId="47"/>
        <pc:sldMkLst>
          <pc:docMk/>
          <pc:sldMk cId="2546350177" sldId="886"/>
        </pc:sldMkLst>
      </pc:sldChg>
      <pc:sldChg chg="modSp add mod ord">
        <pc:chgData name="福原　颯(s24d164)" userId="5dad88b0-8d9f-4ea1-b2c6-c10a4d6d0a4a" providerId="ADAL" clId="{0DCB6831-DE3F-487C-BF32-DDF53F49950D}" dt="2025-10-02T12:26:34.416" v="20434" actId="20577"/>
        <pc:sldMkLst>
          <pc:docMk/>
          <pc:sldMk cId="3488427480" sldId="887"/>
        </pc:sldMkLst>
        <pc:spChg chg="mod">
          <ac:chgData name="福原　颯(s24d164)" userId="5dad88b0-8d9f-4ea1-b2c6-c10a4d6d0a4a" providerId="ADAL" clId="{0DCB6831-DE3F-487C-BF32-DDF53F49950D}" dt="2025-10-02T12:26:34.416" v="20434" actId="20577"/>
          <ac:spMkLst>
            <pc:docMk/>
            <pc:sldMk cId="3488427480" sldId="887"/>
            <ac:spMk id="7" creationId="{4876D32C-59E8-4A82-0C5B-89E848FC777E}"/>
          </ac:spMkLst>
        </pc:spChg>
      </pc:sldChg>
      <pc:sldChg chg="modSp add del mod">
        <pc:chgData name="福原　颯(s24d164)" userId="5dad88b0-8d9f-4ea1-b2c6-c10a4d6d0a4a" providerId="ADAL" clId="{0DCB6831-DE3F-487C-BF32-DDF53F49950D}" dt="2025-09-26T11:12:25.137" v="18703" actId="2696"/>
        <pc:sldMkLst>
          <pc:docMk/>
          <pc:sldMk cId="3612964396" sldId="887"/>
        </pc:sldMkLst>
      </pc:sldChg>
      <pc:sldChg chg="addSp delSp 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105919932" sldId="888"/>
        </pc:sldMkLst>
      </pc:sldChg>
      <pc:sldChg chg="add del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1826236459" sldId="889"/>
        </pc:sldMkLst>
      </pc:sldChg>
      <pc:sldChg chg="addSp delSp 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19277252" sldId="890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09191955" sldId="891"/>
        </pc:sldMkLst>
      </pc:sldChg>
      <pc:sldChg chg="new del">
        <pc:chgData name="福原　颯(s24d164)" userId="5dad88b0-8d9f-4ea1-b2c6-c10a4d6d0a4a" providerId="ADAL" clId="{0DCB6831-DE3F-487C-BF32-DDF53F49950D}" dt="2025-09-26T11:01:05.277" v="18616" actId="680"/>
        <pc:sldMkLst>
          <pc:docMk/>
          <pc:sldMk cId="159675735" sldId="892"/>
        </pc:sldMkLst>
      </pc:sldChg>
      <pc:sldChg chg="addSp delSp modSp new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68504830" sldId="892"/>
        </pc:sldMkLst>
      </pc:sldChg>
      <pc:sldChg chg="addSp modSp new del mod">
        <pc:chgData name="福原　颯(s24d164)" userId="5dad88b0-8d9f-4ea1-b2c6-c10a4d6d0a4a" providerId="ADAL" clId="{0DCB6831-DE3F-487C-BF32-DDF53F49950D}" dt="2025-09-26T11:12:14.532" v="18701" actId="2696"/>
        <pc:sldMkLst>
          <pc:docMk/>
          <pc:sldMk cId="3046583161" sldId="893"/>
        </pc:sldMkLst>
      </pc:sldChg>
      <pc:sldChg chg="addSp delSp modSp add del mod">
        <pc:chgData name="福原　颯(s24d164)" userId="5dad88b0-8d9f-4ea1-b2c6-c10a4d6d0a4a" providerId="ADAL" clId="{0DCB6831-DE3F-487C-BF32-DDF53F49950D}" dt="2025-09-26T14:21:46.151" v="19631" actId="47"/>
        <pc:sldMkLst>
          <pc:docMk/>
          <pc:sldMk cId="3547460985" sldId="893"/>
        </pc:sldMkLst>
      </pc:sldChg>
      <pc:sldChg chg="addSp delSp modSp add del mod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832666800" sldId="894"/>
        </pc:sldMkLst>
      </pc:sldChg>
      <pc:sldChg chg="add del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713643863" sldId="895"/>
        </pc:sldMkLst>
      </pc:sldChg>
      <pc:sldChg chg="add del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715876937" sldId="896"/>
        </pc:sldMkLst>
      </pc:sldChg>
      <pc:sldChg chg="addSp modSp add del mod">
        <pc:chgData name="福原　颯(s24d164)" userId="5dad88b0-8d9f-4ea1-b2c6-c10a4d6d0a4a" providerId="ADAL" clId="{0DCB6831-DE3F-487C-BF32-DDF53F49950D}" dt="2025-10-02T13:19:37.912" v="20864" actId="47"/>
        <pc:sldMkLst>
          <pc:docMk/>
          <pc:sldMk cId="3092829982" sldId="897"/>
        </pc:sldMkLst>
        <pc:spChg chg="add mod">
          <ac:chgData name="福原　颯(s24d164)" userId="5dad88b0-8d9f-4ea1-b2c6-c10a4d6d0a4a" providerId="ADAL" clId="{0DCB6831-DE3F-487C-BF32-DDF53F49950D}" dt="2025-09-26T14:21:34.023" v="19630" actId="122"/>
          <ac:spMkLst>
            <pc:docMk/>
            <pc:sldMk cId="3092829982" sldId="897"/>
            <ac:spMk id="23" creationId="{011731C2-1372-F2FA-26B6-4BB193EAD259}"/>
          </ac:spMkLst>
        </pc:spChg>
        <pc:spChg chg="add mod">
          <ac:chgData name="福原　颯(s24d164)" userId="5dad88b0-8d9f-4ea1-b2c6-c10a4d6d0a4a" providerId="ADAL" clId="{0DCB6831-DE3F-487C-BF32-DDF53F49950D}" dt="2025-09-26T14:21:24.829" v="19625" actId="571"/>
          <ac:spMkLst>
            <pc:docMk/>
            <pc:sldMk cId="3092829982" sldId="897"/>
            <ac:spMk id="25" creationId="{34874FD6-7F26-833D-95AA-D518F1327E19}"/>
          </ac:spMkLst>
        </pc:spChg>
        <pc:spChg chg="mod">
          <ac:chgData name="福原　颯(s24d164)" userId="5dad88b0-8d9f-4ea1-b2c6-c10a4d6d0a4a" providerId="ADAL" clId="{0DCB6831-DE3F-487C-BF32-DDF53F49950D}" dt="2025-09-26T14:03:32.381" v="19515" actId="1076"/>
          <ac:spMkLst>
            <pc:docMk/>
            <pc:sldMk cId="3092829982" sldId="897"/>
            <ac:spMk id="28" creationId="{9DB8898A-2F47-9531-E05E-DCDDB620A96F}"/>
          </ac:spMkLst>
        </pc:spChg>
        <pc:spChg chg="mod">
          <ac:chgData name="福原　颯(s24d164)" userId="5dad88b0-8d9f-4ea1-b2c6-c10a4d6d0a4a" providerId="ADAL" clId="{0DCB6831-DE3F-487C-BF32-DDF53F49950D}" dt="2025-09-26T14:20:50.918" v="19620" actId="1038"/>
          <ac:spMkLst>
            <pc:docMk/>
            <pc:sldMk cId="3092829982" sldId="897"/>
            <ac:spMk id="31" creationId="{AE5D8D62-BF4F-DBF1-92FE-4BE407BCB9EF}"/>
          </ac:spMkLst>
        </pc:spChg>
        <pc:graphicFrameChg chg="mod">
          <ac:chgData name="福原　颯(s24d164)" userId="5dad88b0-8d9f-4ea1-b2c6-c10a4d6d0a4a" providerId="ADAL" clId="{0DCB6831-DE3F-487C-BF32-DDF53F49950D}" dt="2025-09-26T14:03:11.966" v="19513" actId="21"/>
          <ac:graphicFrameMkLst>
            <pc:docMk/>
            <pc:sldMk cId="3092829982" sldId="897"/>
            <ac:graphicFrameMk id="2" creationId="{D4435FFD-2079-AD20-6C25-B2EF7C008326}"/>
          </ac:graphicFrameMkLst>
        </pc:graphicFrameChg>
        <pc:graphicFrameChg chg="mod">
          <ac:chgData name="福原　颯(s24d164)" userId="5dad88b0-8d9f-4ea1-b2c6-c10a4d6d0a4a" providerId="ADAL" clId="{0DCB6831-DE3F-487C-BF32-DDF53F49950D}" dt="2025-09-26T14:20:45.816" v="19613" actId="1076"/>
          <ac:graphicFrameMkLst>
            <pc:docMk/>
            <pc:sldMk cId="3092829982" sldId="897"/>
            <ac:graphicFrameMk id="5" creationId="{469F8824-6446-3577-88C8-B065B841173D}"/>
          </ac:graphicFrameMkLst>
        </pc:graphicFrameChg>
        <pc:graphicFrameChg chg="mod">
          <ac:chgData name="福原　颯(s24d164)" userId="5dad88b0-8d9f-4ea1-b2c6-c10a4d6d0a4a" providerId="ADAL" clId="{0DCB6831-DE3F-487C-BF32-DDF53F49950D}" dt="2025-09-26T14:20:57.227" v="19621" actId="1076"/>
          <ac:graphicFrameMkLst>
            <pc:docMk/>
            <pc:sldMk cId="3092829982" sldId="897"/>
            <ac:graphicFrameMk id="6" creationId="{D44396C9-1692-41DD-27B6-11C26EB1CBC4}"/>
          </ac:graphicFrameMkLst>
        </pc:graphicFrameChg>
        <pc:graphicFrameChg chg="add mod modGraphic">
          <ac:chgData name="福原　颯(s24d164)" userId="5dad88b0-8d9f-4ea1-b2c6-c10a4d6d0a4a" providerId="ADAL" clId="{0DCB6831-DE3F-487C-BF32-DDF53F49950D}" dt="2025-09-26T14:20:24.930" v="19594" actId="1076"/>
          <ac:graphicFrameMkLst>
            <pc:docMk/>
            <pc:sldMk cId="3092829982" sldId="897"/>
            <ac:graphicFrameMk id="12" creationId="{86D63AD5-48B7-74BF-AB17-6F266237045F}"/>
          </ac:graphicFrameMkLst>
        </pc:graphicFrameChg>
        <pc:cxnChg chg="mod">
          <ac:chgData name="福原　颯(s24d164)" userId="5dad88b0-8d9f-4ea1-b2c6-c10a4d6d0a4a" providerId="ADAL" clId="{0DCB6831-DE3F-487C-BF32-DDF53F49950D}" dt="2025-09-26T14:20:45.816" v="19613" actId="1076"/>
          <ac:cxnSpMkLst>
            <pc:docMk/>
            <pc:sldMk cId="3092829982" sldId="897"/>
            <ac:cxnSpMk id="18" creationId="{D3F72458-5C43-D6C9-467B-2B409660A876}"/>
          </ac:cxnSpMkLst>
        </pc:cxnChg>
        <pc:cxnChg chg="add mod">
          <ac:chgData name="福原　颯(s24d164)" userId="5dad88b0-8d9f-4ea1-b2c6-c10a4d6d0a4a" providerId="ADAL" clId="{0DCB6831-DE3F-487C-BF32-DDF53F49950D}" dt="2025-09-26T14:21:16.802" v="19624" actId="14100"/>
          <ac:cxnSpMkLst>
            <pc:docMk/>
            <pc:sldMk cId="3092829982" sldId="897"/>
            <ac:cxnSpMk id="19" creationId="{C4246C79-E66D-E9EB-8542-63421E59FA44}"/>
          </ac:cxnSpMkLst>
        </pc:cxnChg>
        <pc:cxnChg chg="mod">
          <ac:chgData name="福原　颯(s24d164)" userId="5dad88b0-8d9f-4ea1-b2c6-c10a4d6d0a4a" providerId="ADAL" clId="{0DCB6831-DE3F-487C-BF32-DDF53F49950D}" dt="2025-09-26T14:20:57.227" v="19621" actId="1076"/>
          <ac:cxnSpMkLst>
            <pc:docMk/>
            <pc:sldMk cId="3092829982" sldId="897"/>
            <ac:cxnSpMk id="24" creationId="{850C0954-5DE3-006C-9C17-E135EF5F9A7F}"/>
          </ac:cxnSpMkLst>
        </pc:cxnChg>
      </pc:sldChg>
      <pc:sldChg chg="delSp modSp add del mod">
        <pc:chgData name="福原　颯(s24d164)" userId="5dad88b0-8d9f-4ea1-b2c6-c10a4d6d0a4a" providerId="ADAL" clId="{0DCB6831-DE3F-487C-BF32-DDF53F49950D}" dt="2025-10-02T13:19:36.260" v="20863" actId="47"/>
        <pc:sldMkLst>
          <pc:docMk/>
          <pc:sldMk cId="2595778087" sldId="898"/>
        </pc:sldMkLst>
        <pc:spChg chg="mod">
          <ac:chgData name="福原　颯(s24d164)" userId="5dad88b0-8d9f-4ea1-b2c6-c10a4d6d0a4a" providerId="ADAL" clId="{0DCB6831-DE3F-487C-BF32-DDF53F49950D}" dt="2025-10-02T12:29:15.553" v="20447" actId="20577"/>
          <ac:spMkLst>
            <pc:docMk/>
            <pc:sldMk cId="2595778087" sldId="898"/>
            <ac:spMk id="8" creationId="{0593374D-5071-0E3F-67D4-B6B7C003AC4C}"/>
          </ac:spMkLst>
        </pc:spChg>
        <pc:spChg chg="mod">
          <ac:chgData name="福原　颯(s24d164)" userId="5dad88b0-8d9f-4ea1-b2c6-c10a4d6d0a4a" providerId="ADAL" clId="{0DCB6831-DE3F-487C-BF32-DDF53F49950D}" dt="2025-10-02T12:23:15.673" v="20402" actId="1037"/>
          <ac:spMkLst>
            <pc:docMk/>
            <pc:sldMk cId="2595778087" sldId="898"/>
            <ac:spMk id="31" creationId="{87BD9339-3E5D-5F10-2540-D8662081BA1A}"/>
          </ac:spMkLst>
        </pc:spChg>
        <pc:spChg chg="mod">
          <ac:chgData name="福原　颯(s24d164)" userId="5dad88b0-8d9f-4ea1-b2c6-c10a4d6d0a4a" providerId="ADAL" clId="{0DCB6831-DE3F-487C-BF32-DDF53F49950D}" dt="2025-10-02T12:23:15.673" v="20402" actId="1037"/>
          <ac:spMkLst>
            <pc:docMk/>
            <pc:sldMk cId="2595778087" sldId="898"/>
            <ac:spMk id="32" creationId="{463CC634-6A82-EBD9-0590-6506E091939B}"/>
          </ac:spMkLst>
        </pc:spChg>
        <pc:graphicFrameChg chg="modGraphic">
          <ac:chgData name="福原　颯(s24d164)" userId="5dad88b0-8d9f-4ea1-b2c6-c10a4d6d0a4a" providerId="ADAL" clId="{0DCB6831-DE3F-487C-BF32-DDF53F49950D}" dt="2025-10-02T12:24:58.451" v="20417" actId="20577"/>
          <ac:graphicFrameMkLst>
            <pc:docMk/>
            <pc:sldMk cId="2595778087" sldId="898"/>
            <ac:graphicFrameMk id="2" creationId="{5D267FC6-BE18-AD96-585B-B93509C41020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56:16.759" v="20448" actId="1076"/>
          <ac:graphicFrameMkLst>
            <pc:docMk/>
            <pc:sldMk cId="2595778087" sldId="898"/>
            <ac:graphicFrameMk id="4" creationId="{974539BF-A463-8FD4-B68F-85904624F92E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23:05.787" v="20372" actId="1076"/>
          <ac:graphicFrameMkLst>
            <pc:docMk/>
            <pc:sldMk cId="2595778087" sldId="898"/>
            <ac:graphicFrameMk id="5" creationId="{BF1FECE2-68B5-E62B-70D0-8660B06B8C12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23:29.088" v="20403" actId="1076"/>
          <ac:graphicFrameMkLst>
            <pc:docMk/>
            <pc:sldMk cId="2595778087" sldId="898"/>
            <ac:graphicFrameMk id="6" creationId="{6295C97F-A986-85B8-2E84-4593A38ADCF9}"/>
          </ac:graphicFrameMkLst>
        </pc:graphicFrameChg>
        <pc:graphicFrameChg chg="del">
          <ac:chgData name="福原　颯(s24d164)" userId="5dad88b0-8d9f-4ea1-b2c6-c10a4d6d0a4a" providerId="ADAL" clId="{0DCB6831-DE3F-487C-BF32-DDF53F49950D}" dt="2025-10-02T09:03:08.944" v="19906" actId="478"/>
          <ac:graphicFrameMkLst>
            <pc:docMk/>
            <pc:sldMk cId="2595778087" sldId="898"/>
            <ac:graphicFrameMk id="7" creationId="{F16936E7-3877-33A4-6482-9350B08C3B42}"/>
          </ac:graphicFrameMkLst>
        </pc:graphicFrameChg>
        <pc:graphicFrameChg chg="mod">
          <ac:chgData name="福原　颯(s24d164)" userId="5dad88b0-8d9f-4ea1-b2c6-c10a4d6d0a4a" providerId="ADAL" clId="{0DCB6831-DE3F-487C-BF32-DDF53F49950D}" dt="2025-10-02T09:02:58.422" v="19904" actId="1076"/>
          <ac:graphicFrameMkLst>
            <pc:docMk/>
            <pc:sldMk cId="2595778087" sldId="898"/>
            <ac:graphicFrameMk id="12" creationId="{611778BC-431B-5C95-673C-DB5CC604B1BE}"/>
          </ac:graphicFrameMkLst>
        </pc:graphicFrameChg>
        <pc:cxnChg chg="mod">
          <ac:chgData name="福原　颯(s24d164)" userId="5dad88b0-8d9f-4ea1-b2c6-c10a4d6d0a4a" providerId="ADAL" clId="{0DCB6831-DE3F-487C-BF32-DDF53F49950D}" dt="2025-10-02T12:56:16.759" v="20448" actId="1076"/>
          <ac:cxnSpMkLst>
            <pc:docMk/>
            <pc:sldMk cId="2595778087" sldId="898"/>
            <ac:cxnSpMk id="9" creationId="{7A169349-4CA4-524A-6AF5-33ECB97D1688}"/>
          </ac:cxnSpMkLst>
        </pc:cxnChg>
        <pc:cxnChg chg="mod">
          <ac:chgData name="福原　颯(s24d164)" userId="5dad88b0-8d9f-4ea1-b2c6-c10a4d6d0a4a" providerId="ADAL" clId="{0DCB6831-DE3F-487C-BF32-DDF53F49950D}" dt="2025-10-02T12:56:16.759" v="20448" actId="1076"/>
          <ac:cxnSpMkLst>
            <pc:docMk/>
            <pc:sldMk cId="2595778087" sldId="898"/>
            <ac:cxnSpMk id="18" creationId="{033AF800-3390-D840-9C72-31ACFBAE8755}"/>
          </ac:cxnSpMkLst>
        </pc:cxnChg>
        <pc:cxnChg chg="mod">
          <ac:chgData name="福原　颯(s24d164)" userId="5dad88b0-8d9f-4ea1-b2c6-c10a4d6d0a4a" providerId="ADAL" clId="{0DCB6831-DE3F-487C-BF32-DDF53F49950D}" dt="2025-10-02T09:02:58.422" v="19904" actId="1076"/>
          <ac:cxnSpMkLst>
            <pc:docMk/>
            <pc:sldMk cId="2595778087" sldId="898"/>
            <ac:cxnSpMk id="19" creationId="{A50F820B-D0E8-CFC1-256C-A033A89021BA}"/>
          </ac:cxnSpMkLst>
        </pc:cxnChg>
        <pc:cxnChg chg="del mod">
          <ac:chgData name="福原　颯(s24d164)" userId="5dad88b0-8d9f-4ea1-b2c6-c10a4d6d0a4a" providerId="ADAL" clId="{0DCB6831-DE3F-487C-BF32-DDF53F49950D}" dt="2025-10-02T09:03:06.527" v="19905" actId="478"/>
          <ac:cxnSpMkLst>
            <pc:docMk/>
            <pc:sldMk cId="2595778087" sldId="898"/>
            <ac:cxnSpMk id="21" creationId="{65035447-5AA9-142F-85A9-2D63EC29F614}"/>
          </ac:cxnSpMkLst>
        </pc:cxnChg>
        <pc:cxnChg chg="mod">
          <ac:chgData name="福原　颯(s24d164)" userId="5dad88b0-8d9f-4ea1-b2c6-c10a4d6d0a4a" providerId="ADAL" clId="{0DCB6831-DE3F-487C-BF32-DDF53F49950D}" dt="2025-10-02T12:23:29.088" v="20403" actId="1076"/>
          <ac:cxnSpMkLst>
            <pc:docMk/>
            <pc:sldMk cId="2595778087" sldId="898"/>
            <ac:cxnSpMk id="24" creationId="{A64B5204-6746-6FF5-32AD-54C3F0570DF7}"/>
          </ac:cxnSpMkLst>
        </pc:cxnChg>
      </pc:sldChg>
      <pc:sldChg chg="addSp delSp modSp add mod">
        <pc:chgData name="福原　颯(s24d164)" userId="5dad88b0-8d9f-4ea1-b2c6-c10a4d6d0a4a" providerId="ADAL" clId="{0DCB6831-DE3F-487C-BF32-DDF53F49950D}" dt="2025-10-02T13:19:31.256" v="20862" actId="1076"/>
        <pc:sldMkLst>
          <pc:docMk/>
          <pc:sldMk cId="4038885695" sldId="899"/>
        </pc:sldMkLst>
        <pc:spChg chg="mod">
          <ac:chgData name="福原　颯(s24d164)" userId="5dad88b0-8d9f-4ea1-b2c6-c10a4d6d0a4a" providerId="ADAL" clId="{0DCB6831-DE3F-487C-BF32-DDF53F49950D}" dt="2025-10-02T13:19:21.235" v="20860" actId="122"/>
          <ac:spMkLst>
            <pc:docMk/>
            <pc:sldMk cId="4038885695" sldId="899"/>
            <ac:spMk id="8" creationId="{490A9BF3-9E11-DE37-CFD8-C6A0D491EC8D}"/>
          </ac:spMkLst>
        </pc:spChg>
        <pc:spChg chg="del">
          <ac:chgData name="福原　颯(s24d164)" userId="5dad88b0-8d9f-4ea1-b2c6-c10a4d6d0a4a" providerId="ADAL" clId="{0DCB6831-DE3F-487C-BF32-DDF53F49950D}" dt="2025-10-02T13:19:24.556" v="20861" actId="478"/>
          <ac:spMkLst>
            <pc:docMk/>
            <pc:sldMk cId="4038885695" sldId="899"/>
            <ac:spMk id="23" creationId="{DC57AF87-A2C6-0BFA-AD1F-BB659DFF93BF}"/>
          </ac:spMkLst>
        </pc:spChg>
        <pc:spChg chg="del">
          <ac:chgData name="福原　颯(s24d164)" userId="5dad88b0-8d9f-4ea1-b2c6-c10a4d6d0a4a" providerId="ADAL" clId="{0DCB6831-DE3F-487C-BF32-DDF53F49950D}" dt="2025-10-02T13:19:24.556" v="20861" actId="478"/>
          <ac:spMkLst>
            <pc:docMk/>
            <pc:sldMk cId="4038885695" sldId="899"/>
            <ac:spMk id="25" creationId="{9549F769-597E-4688-E11C-5E16449A0EDB}"/>
          </ac:spMkLst>
        </pc:spChg>
        <pc:spChg chg="mod">
          <ac:chgData name="福原　颯(s24d164)" userId="5dad88b0-8d9f-4ea1-b2c6-c10a4d6d0a4a" providerId="ADAL" clId="{0DCB6831-DE3F-487C-BF32-DDF53F49950D}" dt="2025-10-02T13:16:48.842" v="20814" actId="1076"/>
          <ac:spMkLst>
            <pc:docMk/>
            <pc:sldMk cId="4038885695" sldId="899"/>
            <ac:spMk id="27" creationId="{8F5B99F7-325E-FA28-2EC5-43E85D314C5C}"/>
          </ac:spMkLst>
        </pc:spChg>
        <pc:spChg chg="mod">
          <ac:chgData name="福原　颯(s24d164)" userId="5dad88b0-8d9f-4ea1-b2c6-c10a4d6d0a4a" providerId="ADAL" clId="{0DCB6831-DE3F-487C-BF32-DDF53F49950D}" dt="2025-10-02T13:19:07.414" v="20857" actId="20577"/>
          <ac:spMkLst>
            <pc:docMk/>
            <pc:sldMk cId="4038885695" sldId="899"/>
            <ac:spMk id="28" creationId="{184A3F9C-5FE9-6437-45DB-6F29977B189D}"/>
          </ac:spMkLst>
        </pc:spChg>
        <pc:spChg chg="mod">
          <ac:chgData name="福原　颯(s24d164)" userId="5dad88b0-8d9f-4ea1-b2c6-c10a4d6d0a4a" providerId="ADAL" clId="{0DCB6831-DE3F-487C-BF32-DDF53F49950D}" dt="2025-10-02T13:15:43.793" v="20803" actId="1038"/>
          <ac:spMkLst>
            <pc:docMk/>
            <pc:sldMk cId="4038885695" sldId="899"/>
            <ac:spMk id="31" creationId="{E4CB0086-21B8-2820-793F-FBFE8D31D552}"/>
          </ac:spMkLst>
        </pc:spChg>
        <pc:spChg chg="mod">
          <ac:chgData name="福原　颯(s24d164)" userId="5dad88b0-8d9f-4ea1-b2c6-c10a4d6d0a4a" providerId="ADAL" clId="{0DCB6831-DE3F-487C-BF32-DDF53F49950D}" dt="2025-10-02T13:15:55.717" v="20808" actId="1037"/>
          <ac:spMkLst>
            <pc:docMk/>
            <pc:sldMk cId="4038885695" sldId="899"/>
            <ac:spMk id="32" creationId="{3CD2632F-A8E4-34F4-3886-648DE496F0B2}"/>
          </ac:spMkLst>
        </pc:spChg>
        <pc:spChg chg="add mod">
          <ac:chgData name="福原　颯(s24d164)" userId="5dad88b0-8d9f-4ea1-b2c6-c10a4d6d0a4a" providerId="ADAL" clId="{0DCB6831-DE3F-487C-BF32-DDF53F49950D}" dt="2025-10-02T13:16:58.314" v="20819" actId="1035"/>
          <ac:spMkLst>
            <pc:docMk/>
            <pc:sldMk cId="4038885695" sldId="899"/>
            <ac:spMk id="53" creationId="{0B4C5174-38A0-AB68-A0CF-C42DF55C6A6A}"/>
          </ac:spMkLst>
        </pc:spChg>
        <pc:spChg chg="add mod">
          <ac:chgData name="福原　颯(s24d164)" userId="5dad88b0-8d9f-4ea1-b2c6-c10a4d6d0a4a" providerId="ADAL" clId="{0DCB6831-DE3F-487C-BF32-DDF53F49950D}" dt="2025-10-02T13:19:05.153" v="20856" actId="20577"/>
          <ac:spMkLst>
            <pc:docMk/>
            <pc:sldMk cId="4038885695" sldId="899"/>
            <ac:spMk id="63" creationId="{1D876532-3C97-C83B-F5A2-A69E34C55536}"/>
          </ac:spMkLst>
        </pc:spChg>
        <pc:graphicFrameChg chg="mod modGraphic">
          <ac:chgData name="福原　颯(s24d164)" userId="5dad88b0-8d9f-4ea1-b2c6-c10a4d6d0a4a" providerId="ADAL" clId="{0DCB6831-DE3F-487C-BF32-DDF53F49950D}" dt="2025-10-02T13:19:31.256" v="20862" actId="1076"/>
          <ac:graphicFrameMkLst>
            <pc:docMk/>
            <pc:sldMk cId="4038885695" sldId="899"/>
            <ac:graphicFrameMk id="2" creationId="{5018497D-C40F-69E5-C97D-18A4321D2C21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3:15:09.553" v="20794" actId="1076"/>
          <ac:graphicFrameMkLst>
            <pc:docMk/>
            <pc:sldMk cId="4038885695" sldId="899"/>
            <ac:graphicFrameMk id="4" creationId="{EFFAC557-025A-4442-68E2-3831542CCFCB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3:03:17.564" v="20731" actId="1076"/>
          <ac:graphicFrameMkLst>
            <pc:docMk/>
            <pc:sldMk cId="4038885695" sldId="899"/>
            <ac:graphicFrameMk id="5" creationId="{C0886D11-A3AE-6E87-B179-7268F12FF44D}"/>
          </ac:graphicFrameMkLst>
        </pc:graphicFrameChg>
        <pc:graphicFrameChg chg="mod">
          <ac:chgData name="福原　颯(s24d164)" userId="5dad88b0-8d9f-4ea1-b2c6-c10a4d6d0a4a" providerId="ADAL" clId="{0DCB6831-DE3F-487C-BF32-DDF53F49950D}" dt="2025-10-02T13:03:38.832" v="20735" actId="1076"/>
          <ac:graphicFrameMkLst>
            <pc:docMk/>
            <pc:sldMk cId="4038885695" sldId="899"/>
            <ac:graphicFrameMk id="6" creationId="{016FE9AD-3671-1EF5-896F-89C2ED58BCB2}"/>
          </ac:graphicFrameMkLst>
        </pc:graphicFrameChg>
        <pc:graphicFrameChg chg="add mod modGraphic">
          <ac:chgData name="福原　颯(s24d164)" userId="5dad88b0-8d9f-4ea1-b2c6-c10a4d6d0a4a" providerId="ADAL" clId="{0DCB6831-DE3F-487C-BF32-DDF53F49950D}" dt="2025-10-02T13:15:05.650" v="20793" actId="1076"/>
          <ac:graphicFrameMkLst>
            <pc:docMk/>
            <pc:sldMk cId="4038885695" sldId="899"/>
            <ac:graphicFrameMk id="10" creationId="{44A48EEB-4D16-6C1B-4E29-680FF83106E8}"/>
          </ac:graphicFrameMkLst>
        </pc:graphicFrameChg>
        <pc:graphicFrameChg chg="del">
          <ac:chgData name="福原　颯(s24d164)" userId="5dad88b0-8d9f-4ea1-b2c6-c10a4d6d0a4a" providerId="ADAL" clId="{0DCB6831-DE3F-487C-BF32-DDF53F49950D}" dt="2025-10-02T13:02:36.455" v="20725" actId="478"/>
          <ac:graphicFrameMkLst>
            <pc:docMk/>
            <pc:sldMk cId="4038885695" sldId="899"/>
            <ac:graphicFrameMk id="12" creationId="{3F8706B3-8010-0EF7-56EF-2F21221F952A}"/>
          </ac:graphicFrameMkLst>
        </pc:graphicFrameChg>
        <pc:cxnChg chg="mod">
          <ac:chgData name="福原　颯(s24d164)" userId="5dad88b0-8d9f-4ea1-b2c6-c10a4d6d0a4a" providerId="ADAL" clId="{0DCB6831-DE3F-487C-BF32-DDF53F49950D}" dt="2025-10-02T13:15:09.553" v="20794" actId="1076"/>
          <ac:cxnSpMkLst>
            <pc:docMk/>
            <pc:sldMk cId="4038885695" sldId="899"/>
            <ac:cxnSpMk id="9" creationId="{3C7F88E5-83EC-5222-BAF9-20A2B32D16D7}"/>
          </ac:cxnSpMkLst>
        </pc:cxnChg>
        <pc:cxnChg chg="mod">
          <ac:chgData name="福原　颯(s24d164)" userId="5dad88b0-8d9f-4ea1-b2c6-c10a4d6d0a4a" providerId="ADAL" clId="{0DCB6831-DE3F-487C-BF32-DDF53F49950D}" dt="2025-10-02T13:15:09.553" v="20794" actId="1076"/>
          <ac:cxnSpMkLst>
            <pc:docMk/>
            <pc:sldMk cId="4038885695" sldId="899"/>
            <ac:cxnSpMk id="18" creationId="{EB34F2A3-0E04-5BDF-6722-AD6C1BA3F290}"/>
          </ac:cxnSpMkLst>
        </pc:cxnChg>
        <pc:cxnChg chg="del mod">
          <ac:chgData name="福原　颯(s24d164)" userId="5dad88b0-8d9f-4ea1-b2c6-c10a4d6d0a4a" providerId="ADAL" clId="{0DCB6831-DE3F-487C-BF32-DDF53F49950D}" dt="2025-10-02T13:02:40.140" v="20726" actId="478"/>
          <ac:cxnSpMkLst>
            <pc:docMk/>
            <pc:sldMk cId="4038885695" sldId="899"/>
            <ac:cxnSpMk id="19" creationId="{537DB58A-5284-F319-96D6-197776121CA7}"/>
          </ac:cxnSpMkLst>
        </pc:cxnChg>
        <pc:cxnChg chg="del mod">
          <ac:chgData name="福原　颯(s24d164)" userId="5dad88b0-8d9f-4ea1-b2c6-c10a4d6d0a4a" providerId="ADAL" clId="{0DCB6831-DE3F-487C-BF32-DDF53F49950D}" dt="2025-10-02T13:18:17.364" v="20833" actId="478"/>
          <ac:cxnSpMkLst>
            <pc:docMk/>
            <pc:sldMk cId="4038885695" sldId="899"/>
            <ac:cxnSpMk id="24" creationId="{6AB1ED3D-A052-0B9E-12A0-580E43FA6771}"/>
          </ac:cxnSpMkLst>
        </pc:cxnChg>
        <pc:cxnChg chg="add mod">
          <ac:chgData name="福原　颯(s24d164)" userId="5dad88b0-8d9f-4ea1-b2c6-c10a4d6d0a4a" providerId="ADAL" clId="{0DCB6831-DE3F-487C-BF32-DDF53F49950D}" dt="2025-10-02T13:18:23.364" v="20835" actId="14100"/>
          <ac:cxnSpMkLst>
            <pc:docMk/>
            <pc:sldMk cId="4038885695" sldId="899"/>
            <ac:cxnSpMk id="55" creationId="{8BD8015A-0DE6-0996-10D4-01F55BD2A18E}"/>
          </ac:cxnSpMkLst>
        </pc:cxnChg>
        <pc:cxnChg chg="add del mod">
          <ac:chgData name="福原　颯(s24d164)" userId="5dad88b0-8d9f-4ea1-b2c6-c10a4d6d0a4a" providerId="ADAL" clId="{0DCB6831-DE3F-487C-BF32-DDF53F49950D}" dt="2025-10-02T13:18:26.112" v="20837" actId="478"/>
          <ac:cxnSpMkLst>
            <pc:docMk/>
            <pc:sldMk cId="4038885695" sldId="899"/>
            <ac:cxnSpMk id="58" creationId="{0077C259-2E3F-3C0E-3827-43647D500B1F}"/>
          </ac:cxnSpMkLst>
        </pc:cxnChg>
        <pc:cxnChg chg="add mod">
          <ac:chgData name="福原　颯(s24d164)" userId="5dad88b0-8d9f-4ea1-b2c6-c10a4d6d0a4a" providerId="ADAL" clId="{0DCB6831-DE3F-487C-BF32-DDF53F49950D}" dt="2025-10-02T13:18:50.735" v="20843" actId="693"/>
          <ac:cxnSpMkLst>
            <pc:docMk/>
            <pc:sldMk cId="4038885695" sldId="899"/>
            <ac:cxnSpMk id="60" creationId="{64F99F4A-C96C-E029-DDD1-B051EFDDEFBE}"/>
          </ac:cxnSpMkLst>
        </pc:cxnChg>
      </pc:sldChg>
      <pc:sldMasterChg chg="delSldLayout modSldLayout">
        <pc:chgData name="福原　颯(s24d164)" userId="5dad88b0-8d9f-4ea1-b2c6-c10a4d6d0a4a" providerId="ADAL" clId="{0DCB6831-DE3F-487C-BF32-DDF53F49950D}" dt="2025-09-24T12:32:31.041" v="7796" actId="47"/>
        <pc:sldMasterMkLst>
          <pc:docMk/>
          <pc:sldMasterMk cId="2438988794" sldId="2147483648"/>
        </pc:sldMasterMkLst>
        <pc:sldLayoutChg chg="delSp mod">
          <pc:chgData name="福原　颯(s24d164)" userId="5dad88b0-8d9f-4ea1-b2c6-c10a4d6d0a4a" providerId="ADAL" clId="{0DCB6831-DE3F-487C-BF32-DDF53F49950D}" dt="2025-09-22T18:47:57.810" v="1654" actId="478"/>
          <pc:sldLayoutMkLst>
            <pc:docMk/>
            <pc:sldMasterMk cId="2438988794" sldId="2147483648"/>
            <pc:sldLayoutMk cId="800692912" sldId="2147483649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07.756" v="1656" actId="478"/>
          <pc:sldLayoutMkLst>
            <pc:docMk/>
            <pc:sldMasterMk cId="2438988794" sldId="2147483648"/>
            <pc:sldLayoutMk cId="4198774854" sldId="2147483660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12.941" v="1657" actId="478"/>
          <pc:sldLayoutMkLst>
            <pc:docMk/>
            <pc:sldMasterMk cId="2438988794" sldId="2147483648"/>
            <pc:sldLayoutMk cId="963127255" sldId="2147483661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02.192" v="1655" actId="478"/>
          <pc:sldLayoutMkLst>
            <pc:docMk/>
            <pc:sldMasterMk cId="2438988794" sldId="2147483648"/>
            <pc:sldLayoutMk cId="3285140042" sldId="2147483662"/>
          </pc:sldLayoutMkLst>
        </pc:sldLayoutChg>
        <pc:sldLayoutChg chg="del">
          <pc:chgData name="福原　颯(s24d164)" userId="5dad88b0-8d9f-4ea1-b2c6-c10a4d6d0a4a" providerId="ADAL" clId="{0DCB6831-DE3F-487C-BF32-DDF53F49950D}" dt="2025-09-24T12:32:31.041" v="7796" actId="47"/>
          <pc:sldLayoutMkLst>
            <pc:docMk/>
            <pc:sldMasterMk cId="2438988794" sldId="2147483648"/>
            <pc:sldLayoutMk cId="46200857" sldId="2147483676"/>
          </pc:sldLayoutMkLst>
        </pc:sldLayoutChg>
      </pc:sldMasterChg>
    </pc:docChg>
  </pc:docChgLst>
  <pc:docChgLst>
    <pc:chgData name="福原　颯(s24d164)" userId="5dad88b0-8d9f-4ea1-b2c6-c10a4d6d0a4a" providerId="ADAL" clId="{EB6ABEE6-7904-40D5-A644-EB8508B49661}"/>
    <pc:docChg chg="undo redo custSel addSld delSld modSld sldOrd">
      <pc:chgData name="福原　颯(s24d164)" userId="5dad88b0-8d9f-4ea1-b2c6-c10a4d6d0a4a" providerId="ADAL" clId="{EB6ABEE6-7904-40D5-A644-EB8508B49661}" dt="2025-04-20T14:42:34.441" v="2004" actId="1036"/>
      <pc:docMkLst>
        <pc:docMk/>
      </pc:docMkLst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11772735" sldId="577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3361981834" sldId="577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1684236110" sldId="580"/>
        </pc:sldMkLst>
      </pc:sldChg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989882837" sldId="580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993336348" sldId="581"/>
        </pc:sldMkLst>
      </pc:sldChg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780352205" sldId="581"/>
        </pc:sldMkLst>
      </pc:sldChg>
      <pc:sldChg chg="modSp mod">
        <pc:chgData name="福原　颯(s24d164)" userId="5dad88b0-8d9f-4ea1-b2c6-c10a4d6d0a4a" providerId="ADAL" clId="{EB6ABEE6-7904-40D5-A644-EB8508B49661}" dt="2025-04-20T13:42:16.146" v="1104" actId="20577"/>
        <pc:sldMkLst>
          <pc:docMk/>
          <pc:sldMk cId="2607922016" sldId="583"/>
        </pc:sldMkLst>
      </pc:sldChg>
      <pc:sldChg chg="modSp mod ord">
        <pc:chgData name="福原　颯(s24d164)" userId="5dad88b0-8d9f-4ea1-b2c6-c10a4d6d0a4a" providerId="ADAL" clId="{EB6ABEE6-7904-40D5-A644-EB8508B49661}" dt="2025-04-20T13:22:34.358" v="1033" actId="20577"/>
        <pc:sldMkLst>
          <pc:docMk/>
          <pc:sldMk cId="2474660793" sldId="589"/>
        </pc:sldMkLst>
      </pc:sldChg>
      <pc:sldChg chg="modSp mod ord">
        <pc:chgData name="福原　颯(s24d164)" userId="5dad88b0-8d9f-4ea1-b2c6-c10a4d6d0a4a" providerId="ADAL" clId="{EB6ABEE6-7904-40D5-A644-EB8508B49661}" dt="2025-04-20T11:31:30.385" v="44" actId="2057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108693724" sldId="591"/>
        </pc:sldMkLst>
      </pc:sldChg>
      <pc:sldChg chg="addSp delSp modSp add mod ord modAnim">
        <pc:chgData name="福原　颯(s24d164)" userId="5dad88b0-8d9f-4ea1-b2c6-c10a4d6d0a4a" providerId="ADAL" clId="{EB6ABEE6-7904-40D5-A644-EB8508B49661}" dt="2025-04-20T14:14:48.871" v="1477" actId="14100"/>
        <pc:sldMkLst>
          <pc:docMk/>
          <pc:sldMk cId="3380040872" sldId="591"/>
        </pc:sldMkLst>
      </pc:sldChg>
      <pc:sldChg chg="addSp delSp modSp add mod ord modAnim">
        <pc:chgData name="福原　颯(s24d164)" userId="5dad88b0-8d9f-4ea1-b2c6-c10a4d6d0a4a" providerId="ADAL" clId="{EB6ABEE6-7904-40D5-A644-EB8508B49661}" dt="2025-04-20T14:16:39.243" v="1503" actId="478"/>
        <pc:sldMkLst>
          <pc:docMk/>
          <pc:sldMk cId="911555977" sldId="592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215048903" sldId="592"/>
        </pc:sldMkLst>
      </pc:sldChg>
      <pc:sldChg chg="ord">
        <pc:chgData name="福原　颯(s24d164)" userId="5dad88b0-8d9f-4ea1-b2c6-c10a4d6d0a4a" providerId="ADAL" clId="{EB6ABEE6-7904-40D5-A644-EB8508B49661}" dt="2025-04-20T13:21:39.209" v="1013"/>
        <pc:sldMkLst>
          <pc:docMk/>
          <pc:sldMk cId="613503289" sldId="594"/>
        </pc:sldMkLst>
      </pc:sldChg>
      <pc:sldChg chg="modSp add mod">
        <pc:chgData name="福原　颯(s24d164)" userId="5dad88b0-8d9f-4ea1-b2c6-c10a4d6d0a4a" providerId="ADAL" clId="{EB6ABEE6-7904-40D5-A644-EB8508B49661}" dt="2025-04-20T13:46:13.902" v="1205" actId="20577"/>
        <pc:sldMkLst>
          <pc:docMk/>
          <pc:sldMk cId="101485660" sldId="599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852719291" sldId="599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806481061" sldId="601"/>
        </pc:sldMkLst>
      </pc:sldChg>
      <pc:sldChg chg="add">
        <pc:chgData name="福原　颯(s24d164)" userId="5dad88b0-8d9f-4ea1-b2c6-c10a4d6d0a4a" providerId="ADAL" clId="{EB6ABEE6-7904-40D5-A644-EB8508B49661}" dt="2025-04-20T13:44:49.404" v="1121"/>
        <pc:sldMkLst>
          <pc:docMk/>
          <pc:sldMk cId="4131599958" sldId="601"/>
        </pc:sldMkLst>
      </pc:sldChg>
      <pc:sldChg chg="add">
        <pc:chgData name="福原　颯(s24d164)" userId="5dad88b0-8d9f-4ea1-b2c6-c10a4d6d0a4a" providerId="ADAL" clId="{EB6ABEE6-7904-40D5-A644-EB8508B49661}" dt="2025-04-20T13:44:49.404" v="1121"/>
        <pc:sldMkLst>
          <pc:docMk/>
          <pc:sldMk cId="868996906" sldId="602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911912985" sldId="602"/>
        </pc:sldMkLst>
      </pc:sldChg>
      <pc:sldChg chg="add del">
        <pc:chgData name="福原　颯(s24d164)" userId="5dad88b0-8d9f-4ea1-b2c6-c10a4d6d0a4a" providerId="ADAL" clId="{EB6ABEE6-7904-40D5-A644-EB8508B49661}" dt="2025-04-20T14:17:20.189" v="1505" actId="2696"/>
        <pc:sldMkLst>
          <pc:docMk/>
          <pc:sldMk cId="2596460574" sldId="604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701324578" sldId="604"/>
        </pc:sldMkLst>
      </pc:sldChg>
      <pc:sldChg chg="add">
        <pc:chgData name="福原　颯(s24d164)" userId="5dad88b0-8d9f-4ea1-b2c6-c10a4d6d0a4a" providerId="ADAL" clId="{EB6ABEE6-7904-40D5-A644-EB8508B49661}" dt="2025-04-20T13:24:51.480" v="1046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EB6ABEE6-7904-40D5-A644-EB8508B49661}" dt="2025-04-20T13:24:47.184" v="1045" actId="2696"/>
        <pc:sldMkLst>
          <pc:docMk/>
          <pc:sldMk cId="1523709395" sldId="654"/>
        </pc:sldMkLst>
      </pc:sldChg>
      <pc:sldChg chg="add">
        <pc:chgData name="福原　颯(s24d164)" userId="5dad88b0-8d9f-4ea1-b2c6-c10a4d6d0a4a" providerId="ADAL" clId="{EB6ABEE6-7904-40D5-A644-EB8508B49661}" dt="2025-04-20T13:25:02.178" v="1048"/>
        <pc:sldMkLst>
          <pc:docMk/>
          <pc:sldMk cId="310957894" sldId="657"/>
        </pc:sldMkLst>
      </pc:sldChg>
      <pc:sldChg chg="del">
        <pc:chgData name="福原　颯(s24d164)" userId="5dad88b0-8d9f-4ea1-b2c6-c10a4d6d0a4a" providerId="ADAL" clId="{EB6ABEE6-7904-40D5-A644-EB8508B49661}" dt="2025-04-20T13:24:54.469" v="1047" actId="2696"/>
        <pc:sldMkLst>
          <pc:docMk/>
          <pc:sldMk cId="3137772186" sldId="657"/>
        </pc:sldMkLst>
      </pc:sldChg>
      <pc:sldChg chg="modSp mod">
        <pc:chgData name="福原　颯(s24d164)" userId="5dad88b0-8d9f-4ea1-b2c6-c10a4d6d0a4a" providerId="ADAL" clId="{EB6ABEE6-7904-40D5-A644-EB8508B49661}" dt="2025-04-20T13:42:29.398" v="1112" actId="20577"/>
        <pc:sldMkLst>
          <pc:docMk/>
          <pc:sldMk cId="3691397539" sldId="673"/>
        </pc:sldMkLst>
      </pc:sldChg>
      <pc:sldChg chg="modSp mod">
        <pc:chgData name="福原　颯(s24d164)" userId="5dad88b0-8d9f-4ea1-b2c6-c10a4d6d0a4a" providerId="ADAL" clId="{EB6ABEE6-7904-40D5-A644-EB8508B49661}" dt="2025-04-20T13:43:48.074" v="1119" actId="20577"/>
        <pc:sldMkLst>
          <pc:docMk/>
          <pc:sldMk cId="2670103010" sldId="676"/>
        </pc:sldMkLst>
      </pc:sldChg>
      <pc:sldChg chg="modSp mod">
        <pc:chgData name="福原　颯(s24d164)" userId="5dad88b0-8d9f-4ea1-b2c6-c10a4d6d0a4a" providerId="ADAL" clId="{EB6ABEE6-7904-40D5-A644-EB8508B49661}" dt="2025-04-20T14:41:04.666" v="1935" actId="20577"/>
        <pc:sldMkLst>
          <pc:docMk/>
          <pc:sldMk cId="297312426" sldId="679"/>
        </pc:sldMkLst>
      </pc:sldChg>
      <pc:sldChg chg="modSp add mod">
        <pc:chgData name="福原　颯(s24d164)" userId="5dad88b0-8d9f-4ea1-b2c6-c10a4d6d0a4a" providerId="ADAL" clId="{EB6ABEE6-7904-40D5-A644-EB8508B49661}" dt="2025-04-20T13:39:33.176" v="1094" actId="20577"/>
        <pc:sldMkLst>
          <pc:docMk/>
          <pc:sldMk cId="1027494523" sldId="680"/>
        </pc:sldMkLst>
      </pc:sldChg>
      <pc:sldChg chg="addSp delSp modSp add mod">
        <pc:chgData name="福原　颯(s24d164)" userId="5dad88b0-8d9f-4ea1-b2c6-c10a4d6d0a4a" providerId="ADAL" clId="{EB6ABEE6-7904-40D5-A644-EB8508B49661}" dt="2025-04-20T12:38:29.366" v="337" actId="478"/>
        <pc:sldMkLst>
          <pc:docMk/>
          <pc:sldMk cId="1858402699" sldId="681"/>
        </pc:sldMkLst>
      </pc:sldChg>
      <pc:sldChg chg="addSp delSp modSp add mod">
        <pc:chgData name="福原　颯(s24d164)" userId="5dad88b0-8d9f-4ea1-b2c6-c10a4d6d0a4a" providerId="ADAL" clId="{EB6ABEE6-7904-40D5-A644-EB8508B49661}" dt="2025-04-20T12:47:50.093" v="449" actId="1076"/>
        <pc:sldMkLst>
          <pc:docMk/>
          <pc:sldMk cId="2170542293" sldId="682"/>
        </pc:sldMkLst>
      </pc:sldChg>
      <pc:sldChg chg="addSp delSp modSp add mod">
        <pc:chgData name="福原　颯(s24d164)" userId="5dad88b0-8d9f-4ea1-b2c6-c10a4d6d0a4a" providerId="ADAL" clId="{EB6ABEE6-7904-40D5-A644-EB8508B49661}" dt="2025-04-20T12:59:10.820" v="515" actId="1076"/>
        <pc:sldMkLst>
          <pc:docMk/>
          <pc:sldMk cId="2602076223" sldId="683"/>
        </pc:sldMkLst>
      </pc:sldChg>
      <pc:sldChg chg="addSp delSp modSp add mod modAnim">
        <pc:chgData name="福原　颯(s24d164)" userId="5dad88b0-8d9f-4ea1-b2c6-c10a4d6d0a4a" providerId="ADAL" clId="{EB6ABEE6-7904-40D5-A644-EB8508B49661}" dt="2025-04-20T13:09:33.620" v="781" actId="20577"/>
        <pc:sldMkLst>
          <pc:docMk/>
          <pc:sldMk cId="766899879" sldId="684"/>
        </pc:sldMkLst>
      </pc:sldChg>
      <pc:sldChg chg="addSp delSp modSp add mod modAnim">
        <pc:chgData name="福原　颯(s24d164)" userId="5dad88b0-8d9f-4ea1-b2c6-c10a4d6d0a4a" providerId="ADAL" clId="{EB6ABEE6-7904-40D5-A644-EB8508B49661}" dt="2025-04-20T13:14:31.027" v="863" actId="14100"/>
        <pc:sldMkLst>
          <pc:docMk/>
          <pc:sldMk cId="1151438155" sldId="685"/>
        </pc:sldMkLst>
      </pc:sldChg>
      <pc:sldChg chg="modSp add mod ord modAnim">
        <pc:chgData name="福原　颯(s24d164)" userId="5dad88b0-8d9f-4ea1-b2c6-c10a4d6d0a4a" providerId="ADAL" clId="{EB6ABEE6-7904-40D5-A644-EB8508B49661}" dt="2025-04-20T14:20:15.251" v="1580" actId="20577"/>
        <pc:sldMkLst>
          <pc:docMk/>
          <pc:sldMk cId="3369265037" sldId="686"/>
        </pc:sldMkLst>
      </pc:sldChg>
      <pc:sldChg chg="delSp modSp add mod">
        <pc:chgData name="福原　颯(s24d164)" userId="5dad88b0-8d9f-4ea1-b2c6-c10a4d6d0a4a" providerId="ADAL" clId="{EB6ABEE6-7904-40D5-A644-EB8508B49661}" dt="2025-04-20T13:16:40.485" v="968" actId="1035"/>
        <pc:sldMkLst>
          <pc:docMk/>
          <pc:sldMk cId="140261298" sldId="687"/>
        </pc:sldMkLst>
      </pc:sldChg>
      <pc:sldChg chg="modSp add mod">
        <pc:chgData name="福原　颯(s24d164)" userId="5dad88b0-8d9f-4ea1-b2c6-c10a4d6d0a4a" providerId="ADAL" clId="{EB6ABEE6-7904-40D5-A644-EB8508B49661}" dt="2025-04-20T13:45:27.363" v="1148"/>
        <pc:sldMkLst>
          <pc:docMk/>
          <pc:sldMk cId="3003683084" sldId="688"/>
        </pc:sldMkLst>
      </pc:sldChg>
      <pc:sldChg chg="addSp delSp modSp add mod ord delAnim modAnim">
        <pc:chgData name="福原　颯(s24d164)" userId="5dad88b0-8d9f-4ea1-b2c6-c10a4d6d0a4a" providerId="ADAL" clId="{EB6ABEE6-7904-40D5-A644-EB8508B49661}" dt="2025-04-20T14:19:59.086" v="1572" actId="20577"/>
        <pc:sldMkLst>
          <pc:docMk/>
          <pc:sldMk cId="4007397206" sldId="689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825408814" sldId="690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493238509" sldId="691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107483113" sldId="692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202487081" sldId="693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242625462" sldId="694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026885756" sldId="695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709841563" sldId="696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2009720823" sldId="697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2527818713" sldId="698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1347399491" sldId="699"/>
        </pc:sldMkLst>
      </pc:sldChg>
      <pc:sldChg chg="modSp add mod">
        <pc:chgData name="福原　颯(s24d164)" userId="5dad88b0-8d9f-4ea1-b2c6-c10a4d6d0a4a" providerId="ADAL" clId="{EB6ABEE6-7904-40D5-A644-EB8508B49661}" dt="2025-04-20T13:49:41.396" v="1232" actId="20577"/>
        <pc:sldMkLst>
          <pc:docMk/>
          <pc:sldMk cId="2795419144" sldId="700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814382704" sldId="701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011500637" sldId="702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284330178" sldId="703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86801525" sldId="704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664450396" sldId="705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40435995" sldId="706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792825740" sldId="707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22024600" sldId="708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102385091" sldId="709"/>
        </pc:sldMkLst>
      </pc:sldChg>
      <pc:sldChg chg="modSp add mod">
        <pc:chgData name="福原　颯(s24d164)" userId="5dad88b0-8d9f-4ea1-b2c6-c10a4d6d0a4a" providerId="ADAL" clId="{EB6ABEE6-7904-40D5-A644-EB8508B49661}" dt="2025-04-20T13:52:27.248" v="1243"/>
        <pc:sldMkLst>
          <pc:docMk/>
          <pc:sldMk cId="1400444612" sldId="710"/>
        </pc:sldMkLst>
      </pc:sldChg>
      <pc:sldChg chg="modSp add mod">
        <pc:chgData name="福原　颯(s24d164)" userId="5dad88b0-8d9f-4ea1-b2c6-c10a4d6d0a4a" providerId="ADAL" clId="{EB6ABEE6-7904-40D5-A644-EB8508B49661}" dt="2025-04-20T13:56:18.688" v="1323" actId="20577"/>
        <pc:sldMkLst>
          <pc:docMk/>
          <pc:sldMk cId="3080915775" sldId="711"/>
        </pc:sldMkLst>
      </pc:sldChg>
      <pc:sldChg chg="modSp add mod ord modAnim">
        <pc:chgData name="福原　颯(s24d164)" userId="5dad88b0-8d9f-4ea1-b2c6-c10a4d6d0a4a" providerId="ADAL" clId="{EB6ABEE6-7904-40D5-A644-EB8508B49661}" dt="2025-04-20T14:20:09.595" v="1577" actId="20577"/>
        <pc:sldMkLst>
          <pc:docMk/>
          <pc:sldMk cId="3576073028" sldId="712"/>
        </pc:sldMkLst>
      </pc:sldChg>
      <pc:sldChg chg="addSp delSp modSp add mod modAnim">
        <pc:chgData name="福原　颯(s24d164)" userId="5dad88b0-8d9f-4ea1-b2c6-c10a4d6d0a4a" providerId="ADAL" clId="{EB6ABEE6-7904-40D5-A644-EB8508B49661}" dt="2025-04-20T14:12:09.167" v="1456" actId="12788"/>
        <pc:sldMkLst>
          <pc:docMk/>
          <pc:sldMk cId="2380937204" sldId="713"/>
        </pc:sldMkLst>
      </pc:sldChg>
      <pc:sldChg chg="addSp delSp modSp add mod">
        <pc:chgData name="福原　颯(s24d164)" userId="5dad88b0-8d9f-4ea1-b2c6-c10a4d6d0a4a" providerId="ADAL" clId="{EB6ABEE6-7904-40D5-A644-EB8508B49661}" dt="2025-04-20T14:19:01.272" v="1550" actId="1076"/>
        <pc:sldMkLst>
          <pc:docMk/>
          <pc:sldMk cId="1737742054" sldId="714"/>
        </pc:sldMkLst>
      </pc:sldChg>
      <pc:sldChg chg="addSp delSp modSp add mod modAnim">
        <pc:chgData name="福原　颯(s24d164)" userId="5dad88b0-8d9f-4ea1-b2c6-c10a4d6d0a4a" providerId="ADAL" clId="{EB6ABEE6-7904-40D5-A644-EB8508B49661}" dt="2025-04-20T14:40:13.665" v="1910" actId="478"/>
        <pc:sldMkLst>
          <pc:docMk/>
          <pc:sldMk cId="3581876873" sldId="715"/>
        </pc:sldMkLst>
      </pc:sldChg>
      <pc:sldChg chg="delSp modSp add mod">
        <pc:chgData name="福原　颯(s24d164)" userId="5dad88b0-8d9f-4ea1-b2c6-c10a4d6d0a4a" providerId="ADAL" clId="{EB6ABEE6-7904-40D5-A644-EB8508B49661}" dt="2025-04-20T14:18:13.912" v="1539" actId="1038"/>
        <pc:sldMkLst>
          <pc:docMk/>
          <pc:sldMk cId="3893737976" sldId="71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478284016" sldId="717"/>
        </pc:sldMkLst>
      </pc:sldChg>
      <pc:sldChg chg="modSp add del mod">
        <pc:chgData name="福原　颯(s24d164)" userId="5dad88b0-8d9f-4ea1-b2c6-c10a4d6d0a4a" providerId="ADAL" clId="{EB6ABEE6-7904-40D5-A644-EB8508B49661}" dt="2025-04-20T14:18:50.432" v="1549"/>
        <pc:sldMkLst>
          <pc:docMk/>
          <pc:sldMk cId="3109753098" sldId="71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891091108" sldId="718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13791345" sldId="719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017711197" sldId="720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783500893" sldId="721"/>
        </pc:sldMkLst>
      </pc:sldChg>
      <pc:sldChg chg="addSp modSp add mod">
        <pc:chgData name="福原　颯(s24d164)" userId="5dad88b0-8d9f-4ea1-b2c6-c10a4d6d0a4a" providerId="ADAL" clId="{EB6ABEE6-7904-40D5-A644-EB8508B49661}" dt="2025-04-20T14:37:08.108" v="1899" actId="207"/>
        <pc:sldMkLst>
          <pc:docMk/>
          <pc:sldMk cId="2874361062" sldId="722"/>
        </pc:sldMkLst>
      </pc:sldChg>
      <pc:sldChg chg="addSp modSp add mod">
        <pc:chgData name="福原　颯(s24d164)" userId="5dad88b0-8d9f-4ea1-b2c6-c10a4d6d0a4a" providerId="ADAL" clId="{EB6ABEE6-7904-40D5-A644-EB8508B49661}" dt="2025-04-20T14:37:26.476" v="1902" actId="14100"/>
        <pc:sldMkLst>
          <pc:docMk/>
          <pc:sldMk cId="1025365305" sldId="723"/>
        </pc:sldMkLst>
      </pc:sldChg>
      <pc:sldChg chg="addSp modSp add ord">
        <pc:chgData name="福原　颯(s24d164)" userId="5dad88b0-8d9f-4ea1-b2c6-c10a4d6d0a4a" providerId="ADAL" clId="{EB6ABEE6-7904-40D5-A644-EB8508B49661}" dt="2025-04-20T14:37:50.690" v="1905"/>
        <pc:sldMkLst>
          <pc:docMk/>
          <pc:sldMk cId="3168055280" sldId="724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65734250" sldId="725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212074026" sldId="72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2256103" sldId="72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359140356" sldId="728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714801825" sldId="729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947939097" sldId="730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534803861" sldId="731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086631111" sldId="732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321983239" sldId="733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65977860" sldId="734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752706334" sldId="735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877856073" sldId="73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272693426" sldId="73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807409191" sldId="738"/>
        </pc:sldMkLst>
      </pc:sldChg>
      <pc:sldChg chg="add">
        <pc:chgData name="福原　颯(s24d164)" userId="5dad88b0-8d9f-4ea1-b2c6-c10a4d6d0a4a" providerId="ADAL" clId="{EB6ABEE6-7904-40D5-A644-EB8508B49661}" dt="2025-04-20T14:40:42.739" v="1911"/>
        <pc:sldMkLst>
          <pc:docMk/>
          <pc:sldMk cId="3614919693" sldId="739"/>
        </pc:sldMkLst>
      </pc:sldChg>
      <pc:sldChg chg="modSp add mod">
        <pc:chgData name="福原　颯(s24d164)" userId="5dad88b0-8d9f-4ea1-b2c6-c10a4d6d0a4a" providerId="ADAL" clId="{EB6ABEE6-7904-40D5-A644-EB8508B49661}" dt="2025-04-20T14:40:54.290" v="1932" actId="20577"/>
        <pc:sldMkLst>
          <pc:docMk/>
          <pc:sldMk cId="1456073347" sldId="740"/>
        </pc:sldMkLst>
      </pc:sldChg>
      <pc:sldChg chg="modSp add mod">
        <pc:chgData name="福原　颯(s24d164)" userId="5dad88b0-8d9f-4ea1-b2c6-c10a4d6d0a4a" providerId="ADAL" clId="{EB6ABEE6-7904-40D5-A644-EB8508B49661}" dt="2025-04-20T14:42:34.441" v="2004" actId="1036"/>
        <pc:sldMkLst>
          <pc:docMk/>
          <pc:sldMk cId="1422684548" sldId="741"/>
        </pc:sldMkLst>
      </pc:sldChg>
    </pc:docChg>
  </pc:docChgLst>
  <pc:docChgLst>
    <pc:chgData name="福原　颯(s24d164)" userId="5dad88b0-8d9f-4ea1-b2c6-c10a4d6d0a4a" providerId="ADAL" clId="{2B155DD3-4A35-4FC9-8EE4-A771CB118917}"/>
    <pc:docChg chg="undo custSel addSld delSld modSld sldOrd">
      <pc:chgData name="福原　颯(s24d164)" userId="5dad88b0-8d9f-4ea1-b2c6-c10a4d6d0a4a" providerId="ADAL" clId="{2B155DD3-4A35-4FC9-8EE4-A771CB118917}" dt="2025-05-21T07:57:32.930" v="3480" actId="20577"/>
      <pc:docMkLst>
        <pc:docMk/>
      </pc:docMkLst>
      <pc:sldChg chg="modNotesTx">
        <pc:chgData name="福原　颯(s24d164)" userId="5dad88b0-8d9f-4ea1-b2c6-c10a4d6d0a4a" providerId="ADAL" clId="{2B155DD3-4A35-4FC9-8EE4-A771CB118917}" dt="2025-05-21T04:47:13.903" v="1070" actId="20577"/>
        <pc:sldMkLst>
          <pc:docMk/>
          <pc:sldMk cId="1123830566" sldId="775"/>
        </pc:sldMkLst>
      </pc:sldChg>
      <pc:sldChg chg="modNotesTx">
        <pc:chgData name="福原　颯(s24d164)" userId="5dad88b0-8d9f-4ea1-b2c6-c10a4d6d0a4a" providerId="ADAL" clId="{2B155DD3-4A35-4FC9-8EE4-A771CB118917}" dt="2025-05-21T06:26:30.032" v="2837" actId="20577"/>
        <pc:sldMkLst>
          <pc:docMk/>
          <pc:sldMk cId="372302214" sldId="777"/>
        </pc:sldMkLst>
      </pc:sldChg>
      <pc:sldChg chg="modSp mod modNotesTx">
        <pc:chgData name="福原　颯(s24d164)" userId="5dad88b0-8d9f-4ea1-b2c6-c10a4d6d0a4a" providerId="ADAL" clId="{2B155DD3-4A35-4FC9-8EE4-A771CB118917}" dt="2025-05-21T07:36:56.194" v="3229" actId="20577"/>
        <pc:sldMkLst>
          <pc:docMk/>
          <pc:sldMk cId="928857032" sldId="778"/>
        </pc:sldMkLst>
      </pc:sldChg>
      <pc:sldChg chg="modNotesTx">
        <pc:chgData name="福原　颯(s24d164)" userId="5dad88b0-8d9f-4ea1-b2c6-c10a4d6d0a4a" providerId="ADAL" clId="{2B155DD3-4A35-4FC9-8EE4-A771CB118917}" dt="2025-05-21T07:42:25.032" v="3432" actId="20577"/>
        <pc:sldMkLst>
          <pc:docMk/>
          <pc:sldMk cId="1044232084" sldId="779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2124321023" sldId="835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1198777870" sldId="836"/>
        </pc:sldMkLst>
      </pc:sldChg>
      <pc:sldChg chg="del ord">
        <pc:chgData name="福原　颯(s24d164)" userId="5dad88b0-8d9f-4ea1-b2c6-c10a4d6d0a4a" providerId="ADAL" clId="{2B155DD3-4A35-4FC9-8EE4-A771CB118917}" dt="2025-05-21T04:43:10.525" v="932" actId="47"/>
        <pc:sldMkLst>
          <pc:docMk/>
          <pc:sldMk cId="1767126832" sldId="837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614216925" sldId="838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1686283791" sldId="839"/>
        </pc:sldMkLst>
      </pc:sldChg>
      <pc:sldChg chg="modSp mod modNotesTx">
        <pc:chgData name="福原　颯(s24d164)" userId="5dad88b0-8d9f-4ea1-b2c6-c10a4d6d0a4a" providerId="ADAL" clId="{2B155DD3-4A35-4FC9-8EE4-A771CB118917}" dt="2025-05-21T05:20:45.754" v="1101" actId="20577"/>
        <pc:sldMkLst>
          <pc:docMk/>
          <pc:sldMk cId="242336293" sldId="840"/>
        </pc:sldMkLst>
      </pc:sldChg>
      <pc:sldChg chg="modSp add mod modNotesTx">
        <pc:chgData name="福原　颯(s24d164)" userId="5dad88b0-8d9f-4ea1-b2c6-c10a4d6d0a4a" providerId="ADAL" clId="{2B155DD3-4A35-4FC9-8EE4-A771CB118917}" dt="2025-05-21T05:28:30.904" v="1276" actId="20577"/>
        <pc:sldMkLst>
          <pc:docMk/>
          <pc:sldMk cId="1263326900" sldId="843"/>
        </pc:sldMkLst>
      </pc:sldChg>
      <pc:sldChg chg="addSp delSp modSp add mod modNotesTx">
        <pc:chgData name="福原　颯(s24d164)" userId="5dad88b0-8d9f-4ea1-b2c6-c10a4d6d0a4a" providerId="ADAL" clId="{2B155DD3-4A35-4FC9-8EE4-A771CB118917}" dt="2025-05-21T07:57:32.930" v="3480" actId="20577"/>
        <pc:sldMkLst>
          <pc:docMk/>
          <pc:sldMk cId="1085557549" sldId="844"/>
        </pc:sldMkLst>
      </pc:sldChg>
      <pc:sldChg chg="modSp add del mod">
        <pc:chgData name="福原　颯(s24d164)" userId="5dad88b0-8d9f-4ea1-b2c6-c10a4d6d0a4a" providerId="ADAL" clId="{2B155DD3-4A35-4FC9-8EE4-A771CB118917}" dt="2025-05-21T04:55:54.680" v="1077" actId="47"/>
        <pc:sldMkLst>
          <pc:docMk/>
          <pc:sldMk cId="2782221278" sldId="844"/>
        </pc:sldMkLst>
      </pc:sldChg>
      <pc:sldChg chg="delSp modSp add mod modNotesTx">
        <pc:chgData name="福原　颯(s24d164)" userId="5dad88b0-8d9f-4ea1-b2c6-c10a4d6d0a4a" providerId="ADAL" clId="{2B155DD3-4A35-4FC9-8EE4-A771CB118917}" dt="2025-05-21T05:59:04.580" v="1950" actId="20577"/>
        <pc:sldMkLst>
          <pc:docMk/>
          <pc:sldMk cId="498757275" sldId="845"/>
        </pc:sldMkLst>
      </pc:sldChg>
      <pc:sldChg chg="add del">
        <pc:chgData name="福原　颯(s24d164)" userId="5dad88b0-8d9f-4ea1-b2c6-c10a4d6d0a4a" providerId="ADAL" clId="{2B155DD3-4A35-4FC9-8EE4-A771CB118917}" dt="2025-05-21T07:29:44.654" v="2932" actId="2696"/>
        <pc:sldMkLst>
          <pc:docMk/>
          <pc:sldMk cId="2555791125" sldId="846"/>
        </pc:sldMkLst>
      </pc:sldChg>
      <pc:sldChg chg="delSp modSp add mod modNotesTx">
        <pc:chgData name="福原　颯(s24d164)" userId="5dad88b0-8d9f-4ea1-b2c6-c10a4d6d0a4a" providerId="ADAL" clId="{2B155DD3-4A35-4FC9-8EE4-A771CB118917}" dt="2025-05-21T07:41:41.392" v="3396" actId="20577"/>
        <pc:sldMkLst>
          <pc:docMk/>
          <pc:sldMk cId="3398119116" sldId="846"/>
        </pc:sldMkLst>
      </pc:sldChg>
      <pc:sldChg chg="add">
        <pc:chgData name="福原　颯(s24d164)" userId="5dad88b0-8d9f-4ea1-b2c6-c10a4d6d0a4a" providerId="ADAL" clId="{2B155DD3-4A35-4FC9-8EE4-A771CB118917}" dt="2025-05-21T07:57:01.394" v="3433"/>
        <pc:sldMkLst>
          <pc:docMk/>
          <pc:sldMk cId="4022854633" sldId="847"/>
        </pc:sldMkLst>
      </pc:sldChg>
    </pc:docChg>
  </pc:docChgLst>
  <pc:docChgLst>
    <pc:chgData name="福原　颯(s24d164)" userId="5dad88b0-8d9f-4ea1-b2c6-c10a4d6d0a4a" providerId="ADAL" clId="{E600DA78-11E4-41B2-903C-4D887E1B45DD}"/>
    <pc:docChg chg="undo custSel addSld delSld modSld sldOrd">
      <pc:chgData name="福原　颯(s24d164)" userId="5dad88b0-8d9f-4ea1-b2c6-c10a4d6d0a4a" providerId="ADAL" clId="{E600DA78-11E4-41B2-903C-4D887E1B45DD}" dt="2025-04-17T04:22:46.247" v="2868"/>
      <pc:docMkLst>
        <pc:docMk/>
      </pc:docMkLst>
      <pc:sldChg chg="modSp mod">
        <pc:chgData name="福原　颯(s24d164)" userId="5dad88b0-8d9f-4ea1-b2c6-c10a4d6d0a4a" providerId="ADAL" clId="{E600DA78-11E4-41B2-903C-4D887E1B45DD}" dt="2025-04-16T14:09:28.277" v="0" actId="1076"/>
        <pc:sldMkLst>
          <pc:docMk/>
          <pc:sldMk cId="3101350149" sldId="560"/>
        </pc:sldMkLst>
      </pc:sldChg>
      <pc:sldChg chg="addSp modSp mod ord">
        <pc:chgData name="福原　颯(s24d164)" userId="5dad88b0-8d9f-4ea1-b2c6-c10a4d6d0a4a" providerId="ADAL" clId="{E600DA78-11E4-41B2-903C-4D887E1B45DD}" dt="2025-04-16T23:41:53.650" v="2192"/>
        <pc:sldMkLst>
          <pc:docMk/>
          <pc:sldMk cId="916087398" sldId="610"/>
        </pc:sldMkLst>
      </pc:sldChg>
      <pc:sldChg chg="modSp mod">
        <pc:chgData name="福原　颯(s24d164)" userId="5dad88b0-8d9f-4ea1-b2c6-c10a4d6d0a4a" providerId="ADAL" clId="{E600DA78-11E4-41B2-903C-4D887E1B45DD}" dt="2025-04-16T14:27:03.048" v="306"/>
        <pc:sldMkLst>
          <pc:docMk/>
          <pc:sldMk cId="4186030189" sldId="613"/>
        </pc:sldMkLst>
      </pc:sldChg>
      <pc:sldChg chg="modSp mod">
        <pc:chgData name="福原　颯(s24d164)" userId="5dad88b0-8d9f-4ea1-b2c6-c10a4d6d0a4a" providerId="ADAL" clId="{E600DA78-11E4-41B2-903C-4D887E1B45DD}" dt="2025-04-17T04:19:34.505" v="2838" actId="2166"/>
        <pc:sldMkLst>
          <pc:docMk/>
          <pc:sldMk cId="3513932518" sldId="628"/>
        </pc:sldMkLst>
      </pc:sldChg>
      <pc:sldChg chg="ord">
        <pc:chgData name="福原　颯(s24d164)" userId="5dad88b0-8d9f-4ea1-b2c6-c10a4d6d0a4a" providerId="ADAL" clId="{E600DA78-11E4-41B2-903C-4D887E1B45DD}" dt="2025-04-17T04:19:06.234" v="2834"/>
        <pc:sldMkLst>
          <pc:docMk/>
          <pc:sldMk cId="1452543089" sldId="635"/>
        </pc:sldMkLst>
      </pc:sldChg>
      <pc:sldChg chg="modSp add mod">
        <pc:chgData name="福原　颯(s24d164)" userId="5dad88b0-8d9f-4ea1-b2c6-c10a4d6d0a4a" providerId="ADAL" clId="{E600DA78-11E4-41B2-903C-4D887E1B45DD}" dt="2025-04-16T15:12:23.637" v="1226" actId="20577"/>
        <pc:sldMkLst>
          <pc:docMk/>
          <pc:sldMk cId="2065830183" sldId="637"/>
        </pc:sldMkLst>
      </pc:sldChg>
      <pc:sldChg chg="addSp delSp modSp add mod">
        <pc:chgData name="福原　颯(s24d164)" userId="5dad88b0-8d9f-4ea1-b2c6-c10a4d6d0a4a" providerId="ADAL" clId="{E600DA78-11E4-41B2-903C-4D887E1B45DD}" dt="2025-04-16T15:10:29.261" v="1188"/>
        <pc:sldMkLst>
          <pc:docMk/>
          <pc:sldMk cId="1721929274" sldId="638"/>
        </pc:sldMkLst>
      </pc:sldChg>
      <pc:sldChg chg="addSp delSp modSp add mod">
        <pc:chgData name="福原　颯(s24d164)" userId="5dad88b0-8d9f-4ea1-b2c6-c10a4d6d0a4a" providerId="ADAL" clId="{E600DA78-11E4-41B2-903C-4D887E1B45DD}" dt="2025-04-16T14:58:35.390" v="1186" actId="1076"/>
        <pc:sldMkLst>
          <pc:docMk/>
          <pc:sldMk cId="1544404625" sldId="639"/>
        </pc:sldMkLst>
      </pc:sldChg>
      <pc:sldChg chg="addSp delSp modSp add mod">
        <pc:chgData name="福原　颯(s24d164)" userId="5dad88b0-8d9f-4ea1-b2c6-c10a4d6d0a4a" providerId="ADAL" clId="{E600DA78-11E4-41B2-903C-4D887E1B45DD}" dt="2025-04-16T15:13:39.888" v="1287" actId="20577"/>
        <pc:sldMkLst>
          <pc:docMk/>
          <pc:sldMk cId="880300470" sldId="640"/>
        </pc:sldMkLst>
      </pc:sldChg>
      <pc:sldChg chg="modSp add mod">
        <pc:chgData name="福原　颯(s24d164)" userId="5dad88b0-8d9f-4ea1-b2c6-c10a4d6d0a4a" providerId="ADAL" clId="{E600DA78-11E4-41B2-903C-4D887E1B45DD}" dt="2025-04-17T02:49:08.763" v="2746" actId="1076"/>
        <pc:sldMkLst>
          <pc:docMk/>
          <pc:sldMk cId="1605259489" sldId="641"/>
        </pc:sldMkLst>
      </pc:sldChg>
      <pc:sldChg chg="delSp modSp add mod">
        <pc:chgData name="福原　颯(s24d164)" userId="5dad88b0-8d9f-4ea1-b2c6-c10a4d6d0a4a" providerId="ADAL" clId="{E600DA78-11E4-41B2-903C-4D887E1B45DD}" dt="2025-04-16T15:37:11.287" v="1980" actId="207"/>
        <pc:sldMkLst>
          <pc:docMk/>
          <pc:sldMk cId="357232194" sldId="642"/>
        </pc:sldMkLst>
      </pc:sldChg>
      <pc:sldChg chg="addSp delSp modSp add mod">
        <pc:chgData name="福原　颯(s24d164)" userId="5dad88b0-8d9f-4ea1-b2c6-c10a4d6d0a4a" providerId="ADAL" clId="{E600DA78-11E4-41B2-903C-4D887E1B45DD}" dt="2025-04-16T15:38:57.148" v="2036" actId="20577"/>
        <pc:sldMkLst>
          <pc:docMk/>
          <pc:sldMk cId="2456207333" sldId="643"/>
        </pc:sldMkLst>
      </pc:sldChg>
      <pc:sldChg chg="modSp add mod">
        <pc:chgData name="福原　颯(s24d164)" userId="5dad88b0-8d9f-4ea1-b2c6-c10a4d6d0a4a" providerId="ADAL" clId="{E600DA78-11E4-41B2-903C-4D887E1B45DD}" dt="2025-04-16T15:38:02.719" v="2013" actId="20577"/>
        <pc:sldMkLst>
          <pc:docMk/>
          <pc:sldMk cId="2897089251" sldId="644"/>
        </pc:sldMkLst>
      </pc:sldChg>
      <pc:sldChg chg="add del">
        <pc:chgData name="福原　颯(s24d164)" userId="5dad88b0-8d9f-4ea1-b2c6-c10a4d6d0a4a" providerId="ADAL" clId="{E600DA78-11E4-41B2-903C-4D887E1B45DD}" dt="2025-04-16T15:38:32.669" v="2017" actId="47"/>
        <pc:sldMkLst>
          <pc:docMk/>
          <pc:sldMk cId="1230504199" sldId="645"/>
        </pc:sldMkLst>
      </pc:sldChg>
      <pc:sldChg chg="add del">
        <pc:chgData name="福原　颯(s24d164)" userId="5dad88b0-8d9f-4ea1-b2c6-c10a4d6d0a4a" providerId="ADAL" clId="{E600DA78-11E4-41B2-903C-4D887E1B45DD}" dt="2025-04-16T15:38:20.179" v="2015" actId="47"/>
        <pc:sldMkLst>
          <pc:docMk/>
          <pc:sldMk cId="1350944605" sldId="645"/>
        </pc:sldMkLst>
      </pc:sldChg>
      <pc:sldChg chg="add del ord">
        <pc:chgData name="福原　颯(s24d164)" userId="5dad88b0-8d9f-4ea1-b2c6-c10a4d6d0a4a" providerId="ADAL" clId="{E600DA78-11E4-41B2-903C-4D887E1B45DD}" dt="2025-04-16T23:42:08.134" v="2196" actId="47"/>
        <pc:sldMkLst>
          <pc:docMk/>
          <pc:sldMk cId="2089749391" sldId="645"/>
        </pc:sldMkLst>
      </pc:sldChg>
      <pc:sldChg chg="addSp delSp modSp add mod ord">
        <pc:chgData name="福原　颯(s24d164)" userId="5dad88b0-8d9f-4ea1-b2c6-c10a4d6d0a4a" providerId="ADAL" clId="{E600DA78-11E4-41B2-903C-4D887E1B45DD}" dt="2025-04-17T02:32:00.371" v="2736" actId="1076"/>
        <pc:sldMkLst>
          <pc:docMk/>
          <pc:sldMk cId="4272165653" sldId="645"/>
        </pc:sldMkLst>
      </pc:sldChg>
      <pc:sldChg chg="addSp delSp modSp add mod ord">
        <pc:chgData name="福原　颯(s24d164)" userId="5dad88b0-8d9f-4ea1-b2c6-c10a4d6d0a4a" providerId="ADAL" clId="{E600DA78-11E4-41B2-903C-4D887E1B45DD}" dt="2025-04-17T02:31:10.951" v="2733"/>
        <pc:sldMkLst>
          <pc:docMk/>
          <pc:sldMk cId="2294470110" sldId="646"/>
        </pc:sldMkLst>
      </pc:sldChg>
      <pc:sldChg chg="addSp delSp modSp add mod">
        <pc:chgData name="福原　颯(s24d164)" userId="5dad88b0-8d9f-4ea1-b2c6-c10a4d6d0a4a" providerId="ADAL" clId="{E600DA78-11E4-41B2-903C-4D887E1B45DD}" dt="2025-04-17T02:30:57.661" v="2730" actId="1036"/>
        <pc:sldMkLst>
          <pc:docMk/>
          <pc:sldMk cId="2671444028" sldId="647"/>
        </pc:sldMkLst>
      </pc:sldChg>
      <pc:sldChg chg="delSp modSp add mod">
        <pc:chgData name="福原　颯(s24d164)" userId="5dad88b0-8d9f-4ea1-b2c6-c10a4d6d0a4a" providerId="ADAL" clId="{E600DA78-11E4-41B2-903C-4D887E1B45DD}" dt="2025-04-17T02:31:20.002" v="2735" actId="20577"/>
        <pc:sldMkLst>
          <pc:docMk/>
          <pc:sldMk cId="2388907316" sldId="648"/>
        </pc:sldMkLst>
      </pc:sldChg>
      <pc:sldChg chg="addSp delSp modSp add mod ord">
        <pc:chgData name="福原　颯(s24d164)" userId="5dad88b0-8d9f-4ea1-b2c6-c10a4d6d0a4a" providerId="ADAL" clId="{E600DA78-11E4-41B2-903C-4D887E1B45DD}" dt="2025-04-17T04:22:46.247" v="2868"/>
        <pc:sldMkLst>
          <pc:docMk/>
          <pc:sldMk cId="54967229" sldId="649"/>
        </pc:sldMkLst>
      </pc:sldChg>
      <pc:sldChg chg="modSp add del mod">
        <pc:chgData name="福原　颯(s24d164)" userId="5dad88b0-8d9f-4ea1-b2c6-c10a4d6d0a4a" providerId="ADAL" clId="{E600DA78-11E4-41B2-903C-4D887E1B45DD}" dt="2025-04-17T04:21:54.224" v="2845" actId="47"/>
        <pc:sldMkLst>
          <pc:docMk/>
          <pc:sldMk cId="807447798" sldId="650"/>
        </pc:sldMkLst>
      </pc:sldChg>
      <pc:sldChg chg="modSp add mod">
        <pc:chgData name="福原　颯(s24d164)" userId="5dad88b0-8d9f-4ea1-b2c6-c10a4d6d0a4a" providerId="ADAL" clId="{E600DA78-11E4-41B2-903C-4D887E1B45DD}" dt="2025-04-17T04:19:47.700" v="2840" actId="14100"/>
        <pc:sldMkLst>
          <pc:docMk/>
          <pc:sldMk cId="358225895" sldId="651"/>
        </pc:sldMkLst>
      </pc:sldChg>
      <pc:sldChg chg="modSp add mod ord">
        <pc:chgData name="福原　颯(s24d164)" userId="5dad88b0-8d9f-4ea1-b2c6-c10a4d6d0a4a" providerId="ADAL" clId="{E600DA78-11E4-41B2-903C-4D887E1B45DD}" dt="2025-04-17T04:22:44.913" v="2866"/>
        <pc:sldMkLst>
          <pc:docMk/>
          <pc:sldMk cId="1698799354" sldId="652"/>
        </pc:sldMkLst>
      </pc:sldChg>
    </pc:docChg>
  </pc:docChgLst>
  <pc:docChgLst>
    <pc:chgData name="福原　颯(s24d164)" userId="5dad88b0-8d9f-4ea1-b2c6-c10a4d6d0a4a" providerId="ADAL" clId="{3C964038-776C-4D49-8308-34FA357E70F7}"/>
    <pc:docChg chg="undo custSel addSld delSld modSld sldOrd">
      <pc:chgData name="福原　颯(s24d164)" userId="5dad88b0-8d9f-4ea1-b2c6-c10a4d6d0a4a" providerId="ADAL" clId="{3C964038-776C-4D49-8308-34FA357E70F7}" dt="2025-05-21T04:05:08.728" v="4169" actId="20577"/>
      <pc:docMkLst>
        <pc:docMk/>
      </pc:docMkLst>
      <pc:sldChg chg="modNotesTx">
        <pc:chgData name="福原　颯(s24d164)" userId="5dad88b0-8d9f-4ea1-b2c6-c10a4d6d0a4a" providerId="ADAL" clId="{3C964038-776C-4D49-8308-34FA357E70F7}" dt="2025-05-21T02:29:39.886" v="2987" actId="20577"/>
        <pc:sldMkLst>
          <pc:docMk/>
          <pc:sldMk cId="2615351689" sldId="758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2835516325" sldId="819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057088426" sldId="821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662068360" sldId="822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223591195" sldId="823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817997568" sldId="824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907561463" sldId="825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692953177" sldId="826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841563283" sldId="827"/>
        </pc:sldMkLst>
      </pc:sldChg>
      <pc:sldChg chg="addSp delSp modSp mod modNotesTx">
        <pc:chgData name="福原　颯(s24d164)" userId="5dad88b0-8d9f-4ea1-b2c6-c10a4d6d0a4a" providerId="ADAL" clId="{3C964038-776C-4D49-8308-34FA357E70F7}" dt="2025-05-21T02:07:30.120" v="2789" actId="27636"/>
        <pc:sldMkLst>
          <pc:docMk/>
          <pc:sldMk cId="4135745768" sldId="828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494564538" sldId="829"/>
        </pc:sldMkLst>
      </pc:sldChg>
      <pc:sldChg chg="addSp delSp modSp mod modAnim modNotesTx">
        <pc:chgData name="福原　颯(s24d164)" userId="5dad88b0-8d9f-4ea1-b2c6-c10a4d6d0a4a" providerId="ADAL" clId="{3C964038-776C-4D49-8308-34FA357E70F7}" dt="2025-05-21T02:40:49.182" v="3160" actId="20577"/>
        <pc:sldMkLst>
          <pc:docMk/>
          <pc:sldMk cId="1915086389" sldId="830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775474573" sldId="831"/>
        </pc:sldMkLst>
      </pc:sldChg>
      <pc:sldChg chg="addSp delSp modSp mod delAnim modAnim modNotesTx">
        <pc:chgData name="福原　颯(s24d164)" userId="5dad88b0-8d9f-4ea1-b2c6-c10a4d6d0a4a" providerId="ADAL" clId="{3C964038-776C-4D49-8308-34FA357E70F7}" dt="2025-05-21T02:40:30.801" v="3159"/>
        <pc:sldMkLst>
          <pc:docMk/>
          <pc:sldMk cId="4229296379" sldId="832"/>
        </pc:sldMkLst>
      </pc:sldChg>
      <pc:sldChg chg="modNotesTx">
        <pc:chgData name="福原　颯(s24d164)" userId="5dad88b0-8d9f-4ea1-b2c6-c10a4d6d0a4a" providerId="ADAL" clId="{3C964038-776C-4D49-8308-34FA357E70F7}" dt="2025-05-21T03:18:47.368" v="3621" actId="20577"/>
        <pc:sldMkLst>
          <pc:docMk/>
          <pc:sldMk cId="2710896411" sldId="833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4033898058" sldId="834"/>
        </pc:sldMkLst>
      </pc:sldChg>
      <pc:sldChg chg="modSp mod modNotesTx">
        <pc:chgData name="福原　颯(s24d164)" userId="5dad88b0-8d9f-4ea1-b2c6-c10a4d6d0a4a" providerId="ADAL" clId="{3C964038-776C-4D49-8308-34FA357E70F7}" dt="2025-05-21T04:05:08.728" v="4169" actId="20577"/>
        <pc:sldMkLst>
          <pc:docMk/>
          <pc:sldMk cId="2124321023" sldId="835"/>
        </pc:sldMkLst>
      </pc:sldChg>
      <pc:sldChg chg="modSp mod ord">
        <pc:chgData name="福原　颯(s24d164)" userId="5dad88b0-8d9f-4ea1-b2c6-c10a4d6d0a4a" providerId="ADAL" clId="{3C964038-776C-4D49-8308-34FA357E70F7}" dt="2025-05-21T03:26:18.271" v="3780"/>
        <pc:sldMkLst>
          <pc:docMk/>
          <pc:sldMk cId="1198777870" sldId="836"/>
        </pc:sldMkLst>
      </pc:sldChg>
      <pc:sldChg chg="modSp add mod">
        <pc:chgData name="福原　颯(s24d164)" userId="5dad88b0-8d9f-4ea1-b2c6-c10a4d6d0a4a" providerId="ADAL" clId="{3C964038-776C-4D49-8308-34FA357E70F7}" dt="2025-05-20T17:02:55.407" v="1720"/>
        <pc:sldMkLst>
          <pc:docMk/>
          <pc:sldMk cId="1767126832" sldId="837"/>
        </pc:sldMkLst>
      </pc:sldChg>
      <pc:sldChg chg="modSp add mod">
        <pc:chgData name="福原　颯(s24d164)" userId="5dad88b0-8d9f-4ea1-b2c6-c10a4d6d0a4a" providerId="ADAL" clId="{3C964038-776C-4D49-8308-34FA357E70F7}" dt="2025-05-20T17:01:59.345" v="1719" actId="113"/>
        <pc:sldMkLst>
          <pc:docMk/>
          <pc:sldMk cId="614216925" sldId="838"/>
        </pc:sldMkLst>
      </pc:sldChg>
      <pc:sldChg chg="addSp modSp add del mod ord">
        <pc:chgData name="福原　颯(s24d164)" userId="5dad88b0-8d9f-4ea1-b2c6-c10a4d6d0a4a" providerId="ADAL" clId="{3C964038-776C-4D49-8308-34FA357E70F7}" dt="2025-05-21T02:46:50.138" v="3245"/>
        <pc:sldMkLst>
          <pc:docMk/>
          <pc:sldMk cId="1686283791" sldId="839"/>
        </pc:sldMkLst>
      </pc:sldChg>
      <pc:sldChg chg="add del">
        <pc:chgData name="福原　颯(s24d164)" userId="5dad88b0-8d9f-4ea1-b2c6-c10a4d6d0a4a" providerId="ADAL" clId="{3C964038-776C-4D49-8308-34FA357E70F7}" dt="2025-05-20T14:56:25.573" v="310"/>
        <pc:sldMkLst>
          <pc:docMk/>
          <pc:sldMk cId="2658509202" sldId="839"/>
        </pc:sldMkLst>
      </pc:sldChg>
      <pc:sldChg chg="addSp delSp modSp add mod modAnim modNotesTx">
        <pc:chgData name="福原　颯(s24d164)" userId="5dad88b0-8d9f-4ea1-b2c6-c10a4d6d0a4a" providerId="ADAL" clId="{3C964038-776C-4D49-8308-34FA357E70F7}" dt="2025-05-21T03:56:30.886" v="3950" actId="20577"/>
        <pc:sldMkLst>
          <pc:docMk/>
          <pc:sldMk cId="242336293" sldId="840"/>
        </pc:sldMkLst>
      </pc:sldChg>
      <pc:sldChg chg="add del">
        <pc:chgData name="福原　颯(s24d164)" userId="5dad88b0-8d9f-4ea1-b2c6-c10a4d6d0a4a" providerId="ADAL" clId="{3C964038-776C-4D49-8308-34FA357E70F7}" dt="2025-05-20T16:40:28.476" v="1179"/>
        <pc:sldMkLst>
          <pc:docMk/>
          <pc:sldMk cId="2018082961" sldId="841"/>
        </pc:sldMkLst>
      </pc:sldChg>
      <pc:sldChg chg="addSp delSp modSp add mod modAnim modNotesTx">
        <pc:chgData name="福原　颯(s24d164)" userId="5dad88b0-8d9f-4ea1-b2c6-c10a4d6d0a4a" providerId="ADAL" clId="{3C964038-776C-4D49-8308-34FA357E70F7}" dt="2025-05-21T02:15:16.527" v="2906" actId="14100"/>
        <pc:sldMkLst>
          <pc:docMk/>
          <pc:sldMk cId="2028234339" sldId="841"/>
        </pc:sldMkLst>
      </pc:sldChg>
      <pc:sldChg chg="addSp delSp modSp add mod delAnim modAnim modNotesTx">
        <pc:chgData name="福原　颯(s24d164)" userId="5dad88b0-8d9f-4ea1-b2c6-c10a4d6d0a4a" providerId="ADAL" clId="{3C964038-776C-4D49-8308-34FA357E70F7}" dt="2025-05-21T02:22:21.702" v="2926"/>
        <pc:sldMkLst>
          <pc:docMk/>
          <pc:sldMk cId="1331827825" sldId="842"/>
        </pc:sldMkLst>
      </pc:sldChg>
    </pc:docChg>
  </pc:docChgLst>
  <pc:docChgLst>
    <pc:chgData name="福原　颯(s24d164)" userId="5dad88b0-8d9f-4ea1-b2c6-c10a4d6d0a4a" providerId="ADAL" clId="{C53A4285-196A-4D11-8674-1D2BC2ABDEFF}"/>
    <pc:docChg chg="undo custSel addSld delSld modSld sldOrd">
      <pc:chgData name="福原　颯(s24d164)" userId="5dad88b0-8d9f-4ea1-b2c6-c10a4d6d0a4a" providerId="ADAL" clId="{C53A4285-196A-4D11-8674-1D2BC2ABDEFF}" dt="2024-09-17T08:42:18.147" v="2705" actId="20577"/>
      <pc:docMkLst>
        <pc:docMk/>
      </pc:docMkLst>
      <pc:sldChg chg="modSp mod">
        <pc:chgData name="福原　颯(s24d164)" userId="5dad88b0-8d9f-4ea1-b2c6-c10a4d6d0a4a" providerId="ADAL" clId="{C53A4285-196A-4D11-8674-1D2BC2ABDEFF}" dt="2024-09-17T08:31:05.221" v="2688" actId="14100"/>
        <pc:sldMkLst>
          <pc:docMk/>
          <pc:sldMk cId="3280360261" sldId="416"/>
        </pc:sldMkLst>
      </pc:sldChg>
      <pc:sldChg chg="modSp mod">
        <pc:chgData name="福原　颯(s24d164)" userId="5dad88b0-8d9f-4ea1-b2c6-c10a4d6d0a4a" providerId="ADAL" clId="{C53A4285-196A-4D11-8674-1D2BC2ABDEFF}" dt="2024-09-17T06:30:49.593" v="1275" actId="20577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C53A4285-196A-4D11-8674-1D2BC2ABDEFF}" dt="2024-09-17T05:33:43.279" v="0" actId="47"/>
        <pc:sldMkLst>
          <pc:docMk/>
          <pc:sldMk cId="490490762" sldId="515"/>
        </pc:sldMkLst>
      </pc:sldChg>
      <pc:sldChg chg="addSp delSp modSp mod delAnim modAnim">
        <pc:chgData name="福原　颯(s24d164)" userId="5dad88b0-8d9f-4ea1-b2c6-c10a4d6d0a4a" providerId="ADAL" clId="{C53A4285-196A-4D11-8674-1D2BC2ABDEFF}" dt="2024-09-17T08:42:18.147" v="2705" actId="20577"/>
        <pc:sldMkLst>
          <pc:docMk/>
          <pc:sldMk cId="707447553" sldId="517"/>
        </pc:sldMkLst>
      </pc:sldChg>
      <pc:sldChg chg="del">
        <pc:chgData name="福原　颯(s24d164)" userId="5dad88b0-8d9f-4ea1-b2c6-c10a4d6d0a4a" providerId="ADAL" clId="{C53A4285-196A-4D11-8674-1D2BC2ABDEFF}" dt="2024-09-17T05:33:43.279" v="0" actId="47"/>
        <pc:sldMkLst>
          <pc:docMk/>
          <pc:sldMk cId="1847442067" sldId="519"/>
        </pc:sldMkLst>
      </pc:sldChg>
      <pc:sldChg chg="modSp del mod ord">
        <pc:chgData name="福原　颯(s24d164)" userId="5dad88b0-8d9f-4ea1-b2c6-c10a4d6d0a4a" providerId="ADAL" clId="{C53A4285-196A-4D11-8674-1D2BC2ABDEFF}" dt="2024-09-17T06:33:24.418" v="1276" actId="47"/>
        <pc:sldMkLst>
          <pc:docMk/>
          <pc:sldMk cId="3811090466" sldId="521"/>
        </pc:sldMkLst>
      </pc:sldChg>
      <pc:sldChg chg="modSp mod">
        <pc:chgData name="福原　颯(s24d164)" userId="5dad88b0-8d9f-4ea1-b2c6-c10a4d6d0a4a" providerId="ADAL" clId="{C53A4285-196A-4D11-8674-1D2BC2ABDEFF}" dt="2024-09-17T06:50:32.257" v="1448" actId="403"/>
        <pc:sldMkLst>
          <pc:docMk/>
          <pc:sldMk cId="926834026" sldId="522"/>
        </pc:sldMkLst>
      </pc:sldChg>
      <pc:sldChg chg="modSp add mod">
        <pc:chgData name="福原　颯(s24d164)" userId="5dad88b0-8d9f-4ea1-b2c6-c10a4d6d0a4a" providerId="ADAL" clId="{C53A4285-196A-4D11-8674-1D2BC2ABDEFF}" dt="2024-09-17T07:04:49.292" v="1650" actId="2710"/>
        <pc:sldMkLst>
          <pc:docMk/>
          <pc:sldMk cId="1492636824" sldId="524"/>
        </pc:sldMkLst>
      </pc:sldChg>
      <pc:sldChg chg="modSp add mod">
        <pc:chgData name="福原　颯(s24d164)" userId="5dad88b0-8d9f-4ea1-b2c6-c10a4d6d0a4a" providerId="ADAL" clId="{C53A4285-196A-4D11-8674-1D2BC2ABDEFF}" dt="2024-09-17T06:38:16.007" v="1416" actId="1076"/>
        <pc:sldMkLst>
          <pc:docMk/>
          <pc:sldMk cId="2214710177" sldId="525"/>
        </pc:sldMkLst>
      </pc:sldChg>
      <pc:sldChg chg="modSp add mod">
        <pc:chgData name="福原　颯(s24d164)" userId="5dad88b0-8d9f-4ea1-b2c6-c10a4d6d0a4a" providerId="ADAL" clId="{C53A4285-196A-4D11-8674-1D2BC2ABDEFF}" dt="2024-09-17T06:41:00.205" v="1442" actId="1076"/>
        <pc:sldMkLst>
          <pc:docMk/>
          <pc:sldMk cId="2437077959" sldId="526"/>
        </pc:sldMkLst>
      </pc:sldChg>
      <pc:sldChg chg="addSp delSp modSp add mod">
        <pc:chgData name="福原　颯(s24d164)" userId="5dad88b0-8d9f-4ea1-b2c6-c10a4d6d0a4a" providerId="ADAL" clId="{C53A4285-196A-4D11-8674-1D2BC2ABDEFF}" dt="2024-09-17T07:02:26.807" v="1604" actId="22"/>
        <pc:sldMkLst>
          <pc:docMk/>
          <pc:sldMk cId="3238925954" sldId="527"/>
        </pc:sldMkLst>
      </pc:sldChg>
      <pc:sldChg chg="modSp add mod">
        <pc:chgData name="福原　颯(s24d164)" userId="5dad88b0-8d9f-4ea1-b2c6-c10a4d6d0a4a" providerId="ADAL" clId="{C53A4285-196A-4D11-8674-1D2BC2ABDEFF}" dt="2024-09-17T07:02:39.037" v="1632" actId="20577"/>
        <pc:sldMkLst>
          <pc:docMk/>
          <pc:sldMk cId="3078364756" sldId="528"/>
        </pc:sldMkLst>
      </pc:sldChg>
      <pc:sldChg chg="modSp add mod">
        <pc:chgData name="福原　颯(s24d164)" userId="5dad88b0-8d9f-4ea1-b2c6-c10a4d6d0a4a" providerId="ADAL" clId="{C53A4285-196A-4D11-8674-1D2BC2ABDEFF}" dt="2024-09-17T08:16:47.578" v="2201" actId="20577"/>
        <pc:sldMkLst>
          <pc:docMk/>
          <pc:sldMk cId="1553454736" sldId="529"/>
        </pc:sldMkLst>
      </pc:sldChg>
      <pc:sldChg chg="delSp modSp add mod">
        <pc:chgData name="福原　颯(s24d164)" userId="5dad88b0-8d9f-4ea1-b2c6-c10a4d6d0a4a" providerId="ADAL" clId="{C53A4285-196A-4D11-8674-1D2BC2ABDEFF}" dt="2024-09-17T08:21:28.013" v="2311" actId="478"/>
        <pc:sldMkLst>
          <pc:docMk/>
          <pc:sldMk cId="105125504" sldId="530"/>
        </pc:sldMkLst>
      </pc:sldChg>
      <pc:sldChg chg="delSp modSp add mod delAnim">
        <pc:chgData name="福原　颯(s24d164)" userId="5dad88b0-8d9f-4ea1-b2c6-c10a4d6d0a4a" providerId="ADAL" clId="{C53A4285-196A-4D11-8674-1D2BC2ABDEFF}" dt="2024-09-17T08:30:39.759" v="2687" actId="20577"/>
        <pc:sldMkLst>
          <pc:docMk/>
          <pc:sldMk cId="1777063703" sldId="531"/>
        </pc:sldMkLst>
      </pc:sldChg>
    </pc:docChg>
  </pc:docChgLst>
  <pc:docChgLst>
    <pc:chgData name="福原　颯(s24d164)" userId="5dad88b0-8d9f-4ea1-b2c6-c10a4d6d0a4a" providerId="ADAL" clId="{BD0AFF9A-E70F-4E81-9778-D4A7D14FBC2C}"/>
    <pc:docChg chg="modSld">
      <pc:chgData name="福原　颯(s24d164)" userId="5dad88b0-8d9f-4ea1-b2c6-c10a4d6d0a4a" providerId="ADAL" clId="{BD0AFF9A-E70F-4E81-9778-D4A7D14FBC2C}" dt="2025-02-28T11:52:16.310" v="35" actId="20577"/>
      <pc:docMkLst>
        <pc:docMk/>
      </pc:docMkLst>
      <pc:sldChg chg="modSp mod">
        <pc:chgData name="福原　颯(s24d164)" userId="5dad88b0-8d9f-4ea1-b2c6-c10a4d6d0a4a" providerId="ADAL" clId="{BD0AFF9A-E70F-4E81-9778-D4A7D14FBC2C}" dt="2025-02-28T11:47:00.085" v="0" actId="404"/>
        <pc:sldMkLst>
          <pc:docMk/>
          <pc:sldMk cId="2426550954" sldId="515"/>
        </pc:sldMkLst>
      </pc:sldChg>
      <pc:sldChg chg="modSp mod">
        <pc:chgData name="福原　颯(s24d164)" userId="5dad88b0-8d9f-4ea1-b2c6-c10a4d6d0a4a" providerId="ADAL" clId="{BD0AFF9A-E70F-4E81-9778-D4A7D14FBC2C}" dt="2025-02-28T11:51:40.921" v="5" actId="20577"/>
        <pc:sldMkLst>
          <pc:docMk/>
          <pc:sldMk cId="1503990763" sldId="519"/>
        </pc:sldMkLst>
      </pc:sldChg>
      <pc:sldChg chg="modSp mod">
        <pc:chgData name="福原　颯(s24d164)" userId="5dad88b0-8d9f-4ea1-b2c6-c10a4d6d0a4a" providerId="ADAL" clId="{BD0AFF9A-E70F-4E81-9778-D4A7D14FBC2C}" dt="2025-02-28T11:52:16.310" v="35" actId="20577"/>
        <pc:sldMkLst>
          <pc:docMk/>
          <pc:sldMk cId="328881671" sldId="522"/>
        </pc:sldMkLst>
      </pc:sldChg>
      <pc:sldChg chg="modSp mod">
        <pc:chgData name="福原　颯(s24d164)" userId="5dad88b0-8d9f-4ea1-b2c6-c10a4d6d0a4a" providerId="ADAL" clId="{BD0AFF9A-E70F-4E81-9778-D4A7D14FBC2C}" dt="2025-02-28T11:47:47.620" v="2" actId="403"/>
        <pc:sldMkLst>
          <pc:docMk/>
          <pc:sldMk cId="4071877879" sldId="526"/>
        </pc:sldMkLst>
      </pc:sldChg>
    </pc:docChg>
  </pc:docChgLst>
  <pc:docChgLst>
    <pc:chgData name="福原　颯(s24d164)" userId="5dad88b0-8d9f-4ea1-b2c6-c10a4d6d0a4a" providerId="ADAL" clId="{B309EE40-101B-4684-AB9B-88923C1D6DBC}"/>
    <pc:docChg chg="undo custSel addSld delSld modSld sldOrd">
      <pc:chgData name="福原　颯(s24d164)" userId="5dad88b0-8d9f-4ea1-b2c6-c10a4d6d0a4a" providerId="ADAL" clId="{B309EE40-101B-4684-AB9B-88923C1D6DBC}" dt="2024-09-02T11:49:12.245" v="1127" actId="20577"/>
      <pc:docMkLst>
        <pc:docMk/>
      </pc:docMkLst>
      <pc:sldChg chg="modSp">
        <pc:chgData name="福原　颯(s24d164)" userId="5dad88b0-8d9f-4ea1-b2c6-c10a4d6d0a4a" providerId="ADAL" clId="{B309EE40-101B-4684-AB9B-88923C1D6DBC}" dt="2024-09-02T11:47:52.081" v="1088" actId="20577"/>
        <pc:sldMkLst>
          <pc:docMk/>
          <pc:sldMk cId="2022843415" sldId="367"/>
        </pc:sldMkLst>
      </pc:sldChg>
      <pc:sldChg chg="del">
        <pc:chgData name="福原　颯(s24d164)" userId="5dad88b0-8d9f-4ea1-b2c6-c10a4d6d0a4a" providerId="ADAL" clId="{B309EE40-101B-4684-AB9B-88923C1D6DBC}" dt="2024-09-02T10:56:40.232" v="0" actId="47"/>
        <pc:sldMkLst>
          <pc:docMk/>
          <pc:sldMk cId="1306570241" sldId="450"/>
        </pc:sldMkLst>
      </pc:sldChg>
      <pc:sldChg chg="del">
        <pc:chgData name="福原　颯(s24d164)" userId="5dad88b0-8d9f-4ea1-b2c6-c10a4d6d0a4a" providerId="ADAL" clId="{B309EE40-101B-4684-AB9B-88923C1D6DBC}" dt="2024-09-02T10:56:50.301" v="1" actId="47"/>
        <pc:sldMkLst>
          <pc:docMk/>
          <pc:sldMk cId="609736001" sldId="456"/>
        </pc:sldMkLst>
      </pc:sldChg>
      <pc:sldChg chg="del">
        <pc:chgData name="福原　颯(s24d164)" userId="5dad88b0-8d9f-4ea1-b2c6-c10a4d6d0a4a" providerId="ADAL" clId="{B309EE40-101B-4684-AB9B-88923C1D6DBC}" dt="2024-09-02T10:57:02.616" v="2" actId="47"/>
        <pc:sldMkLst>
          <pc:docMk/>
          <pc:sldMk cId="2702183722" sldId="462"/>
        </pc:sldMkLst>
      </pc:sldChg>
      <pc:sldChg chg="del">
        <pc:chgData name="福原　颯(s24d164)" userId="5dad88b0-8d9f-4ea1-b2c6-c10a4d6d0a4a" providerId="ADAL" clId="{B309EE40-101B-4684-AB9B-88923C1D6DBC}" dt="2024-09-02T10:57:02.616" v="2" actId="47"/>
        <pc:sldMkLst>
          <pc:docMk/>
          <pc:sldMk cId="2914751642" sldId="464"/>
        </pc:sldMkLst>
      </pc:sldChg>
      <pc:sldChg chg="addSp delSp modSp add mod">
        <pc:chgData name="福原　颯(s24d164)" userId="5dad88b0-8d9f-4ea1-b2c6-c10a4d6d0a4a" providerId="ADAL" clId="{B309EE40-101B-4684-AB9B-88923C1D6DBC}" dt="2024-09-02T11:04:16.223" v="218" actId="1076"/>
        <pc:sldMkLst>
          <pc:docMk/>
          <pc:sldMk cId="3606352560" sldId="467"/>
        </pc:sldMkLst>
      </pc:sldChg>
      <pc:sldChg chg="modSp add mod ord">
        <pc:chgData name="福原　颯(s24d164)" userId="5dad88b0-8d9f-4ea1-b2c6-c10a4d6d0a4a" providerId="ADAL" clId="{B309EE40-101B-4684-AB9B-88923C1D6DBC}" dt="2024-09-02T11:06:47.411" v="228"/>
        <pc:sldMkLst>
          <pc:docMk/>
          <pc:sldMk cId="3413148916" sldId="468"/>
        </pc:sldMkLst>
      </pc:sldChg>
      <pc:sldChg chg="addSp delSp modSp add mod">
        <pc:chgData name="福原　颯(s24d164)" userId="5dad88b0-8d9f-4ea1-b2c6-c10a4d6d0a4a" providerId="ADAL" clId="{B309EE40-101B-4684-AB9B-88923C1D6DBC}" dt="2024-09-02T11:11:55.297" v="269" actId="1076"/>
        <pc:sldMkLst>
          <pc:docMk/>
          <pc:sldMk cId="2760283428" sldId="469"/>
        </pc:sldMkLst>
      </pc:sldChg>
      <pc:sldChg chg="addSp modSp add mod">
        <pc:chgData name="福原　颯(s24d164)" userId="5dad88b0-8d9f-4ea1-b2c6-c10a4d6d0a4a" providerId="ADAL" clId="{B309EE40-101B-4684-AB9B-88923C1D6DBC}" dt="2024-09-02T11:48:41.421" v="1089" actId="1076"/>
        <pc:sldMkLst>
          <pc:docMk/>
          <pc:sldMk cId="3244430561" sldId="470"/>
        </pc:sldMkLst>
      </pc:sldChg>
      <pc:sldChg chg="addSp delSp modSp add mod">
        <pc:chgData name="福原　颯(s24d164)" userId="5dad88b0-8d9f-4ea1-b2c6-c10a4d6d0a4a" providerId="ADAL" clId="{B309EE40-101B-4684-AB9B-88923C1D6DBC}" dt="2024-09-02T11:47:11.977" v="1065" actId="1076"/>
        <pc:sldMkLst>
          <pc:docMk/>
          <pc:sldMk cId="4064885365" sldId="471"/>
        </pc:sldMkLst>
      </pc:sldChg>
      <pc:sldChg chg="modSp add mod">
        <pc:chgData name="福原　颯(s24d164)" userId="5dad88b0-8d9f-4ea1-b2c6-c10a4d6d0a4a" providerId="ADAL" clId="{B309EE40-101B-4684-AB9B-88923C1D6DBC}" dt="2024-09-02T11:49:12.245" v="1127" actId="20577"/>
        <pc:sldMkLst>
          <pc:docMk/>
          <pc:sldMk cId="2295866264" sldId="472"/>
        </pc:sldMkLst>
      </pc:sldChg>
    </pc:docChg>
  </pc:docChgLst>
  <pc:docChgLst>
    <pc:chgData name="福原　颯(s24d164)" userId="5dad88b0-8d9f-4ea1-b2c6-c10a4d6d0a4a" providerId="ADAL" clId="{F0CA8E07-6E13-439B-9635-07244A1A637F}"/>
    <pc:docChg chg="undo custSel addSld delSld modSld sldOrd">
      <pc:chgData name="福原　颯(s24d164)" userId="5dad88b0-8d9f-4ea1-b2c6-c10a4d6d0a4a" providerId="ADAL" clId="{F0CA8E07-6E13-439B-9635-07244A1A637F}" dt="2025-03-15T06:29:22.837" v="2577" actId="1035"/>
      <pc:docMkLst>
        <pc:docMk/>
      </pc:docMkLst>
      <pc:sldChg chg="modNotesTx">
        <pc:chgData name="福原　颯(s24d164)" userId="5dad88b0-8d9f-4ea1-b2c6-c10a4d6d0a4a" providerId="ADAL" clId="{F0CA8E07-6E13-439B-9635-07244A1A637F}" dt="2025-03-13T09:09:40.577" v="273" actId="20577"/>
        <pc:sldMkLst>
          <pc:docMk/>
          <pc:sldMk cId="2426550954" sldId="515"/>
        </pc:sldMkLst>
      </pc:sldChg>
      <pc:sldChg chg="addSp delSp modSp mod ord modShow chgLayout">
        <pc:chgData name="福原　颯(s24d164)" userId="5dad88b0-8d9f-4ea1-b2c6-c10a4d6d0a4a" providerId="ADAL" clId="{F0CA8E07-6E13-439B-9635-07244A1A637F}" dt="2025-03-15T06:29:22.837" v="2577" actId="1035"/>
        <pc:sldMkLst>
          <pc:docMk/>
          <pc:sldMk cId="2816769270" sldId="519"/>
        </pc:sldMkLst>
      </pc:sldChg>
      <pc:sldChg chg="modNotesTx">
        <pc:chgData name="福原　颯(s24d164)" userId="5dad88b0-8d9f-4ea1-b2c6-c10a4d6d0a4a" providerId="ADAL" clId="{F0CA8E07-6E13-439B-9635-07244A1A637F}" dt="2025-03-13T09:15:58.976" v="456" actId="20577"/>
        <pc:sldMkLst>
          <pc:docMk/>
          <pc:sldMk cId="328881671" sldId="522"/>
        </pc:sldMkLst>
      </pc:sldChg>
      <pc:sldChg chg="modNotesTx">
        <pc:chgData name="福原　颯(s24d164)" userId="5dad88b0-8d9f-4ea1-b2c6-c10a4d6d0a4a" providerId="ADAL" clId="{F0CA8E07-6E13-439B-9635-07244A1A637F}" dt="2025-03-13T09:17:09.995" v="474" actId="20577"/>
        <pc:sldMkLst>
          <pc:docMk/>
          <pc:sldMk cId="3637048831" sldId="524"/>
        </pc:sldMkLst>
      </pc:sldChg>
      <pc:sldChg chg="mod ord modShow">
        <pc:chgData name="福原　颯(s24d164)" userId="5dad88b0-8d9f-4ea1-b2c6-c10a4d6d0a4a" providerId="ADAL" clId="{F0CA8E07-6E13-439B-9635-07244A1A637F}" dt="2025-03-15T06:22:41.889" v="2567" actId="729"/>
        <pc:sldMkLst>
          <pc:docMk/>
          <pc:sldMk cId="2668594093" sldId="525"/>
        </pc:sldMkLst>
      </pc:sldChg>
      <pc:sldChg chg="modSp mod modShow modNotesTx">
        <pc:chgData name="福原　颯(s24d164)" userId="5dad88b0-8d9f-4ea1-b2c6-c10a4d6d0a4a" providerId="ADAL" clId="{F0CA8E07-6E13-439B-9635-07244A1A637F}" dt="2025-03-15T06:22:31.043" v="2563" actId="20577"/>
        <pc:sldMkLst>
          <pc:docMk/>
          <pc:sldMk cId="4071877879" sldId="526"/>
        </pc:sldMkLst>
      </pc:sldChg>
      <pc:sldChg chg="modSp mod modNotesTx">
        <pc:chgData name="福原　颯(s24d164)" userId="5dad88b0-8d9f-4ea1-b2c6-c10a4d6d0a4a" providerId="ADAL" clId="{F0CA8E07-6E13-439B-9635-07244A1A637F}" dt="2025-03-15T06:22:35.103" v="2566" actId="20577"/>
        <pc:sldMkLst>
          <pc:docMk/>
          <pc:sldMk cId="3164677062" sldId="530"/>
        </pc:sldMkLst>
      </pc:sldChg>
      <pc:sldChg chg="modSp mod">
        <pc:chgData name="福原　颯(s24d164)" userId="5dad88b0-8d9f-4ea1-b2c6-c10a4d6d0a4a" providerId="ADAL" clId="{F0CA8E07-6E13-439B-9635-07244A1A637F}" dt="2025-03-13T10:29:25.467" v="1036" actId="20577"/>
        <pc:sldMkLst>
          <pc:docMk/>
          <pc:sldMk cId="2999478652" sldId="532"/>
        </pc:sldMkLst>
      </pc:sldChg>
      <pc:sldChg chg="modSp mod modNotesTx">
        <pc:chgData name="福原　颯(s24d164)" userId="5dad88b0-8d9f-4ea1-b2c6-c10a4d6d0a4a" providerId="ADAL" clId="{F0CA8E07-6E13-439B-9635-07244A1A637F}" dt="2025-03-13T14:01:30.506" v="2464" actId="20577"/>
        <pc:sldMkLst>
          <pc:docMk/>
          <pc:sldMk cId="1255930890" sldId="533"/>
        </pc:sldMkLst>
      </pc:sldChg>
      <pc:sldChg chg="modSp mod">
        <pc:chgData name="福原　颯(s24d164)" userId="5dad88b0-8d9f-4ea1-b2c6-c10a4d6d0a4a" providerId="ADAL" clId="{F0CA8E07-6E13-439B-9635-07244A1A637F}" dt="2025-03-13T14:04:45.677" v="2555" actId="20577"/>
        <pc:sldMkLst>
          <pc:docMk/>
          <pc:sldMk cId="4001194367" sldId="538"/>
        </pc:sldMkLst>
      </pc:sldChg>
      <pc:sldChg chg="modSp mod modNotesTx">
        <pc:chgData name="福原　颯(s24d164)" userId="5dad88b0-8d9f-4ea1-b2c6-c10a4d6d0a4a" providerId="ADAL" clId="{F0CA8E07-6E13-439B-9635-07244A1A637F}" dt="2025-03-13T13:27:09.167" v="1640" actId="20577"/>
        <pc:sldMkLst>
          <pc:docMk/>
          <pc:sldMk cId="449721194" sldId="542"/>
        </pc:sldMkLst>
      </pc:sldChg>
      <pc:sldChg chg="modSp mod modNotesTx">
        <pc:chgData name="福原　颯(s24d164)" userId="5dad88b0-8d9f-4ea1-b2c6-c10a4d6d0a4a" providerId="ADAL" clId="{F0CA8E07-6E13-439B-9635-07244A1A637F}" dt="2025-03-13T14:01:47.568" v="2490" actId="20577"/>
        <pc:sldMkLst>
          <pc:docMk/>
          <pc:sldMk cId="301412082" sldId="543"/>
        </pc:sldMkLst>
      </pc:sldChg>
      <pc:sldChg chg="modNotesTx">
        <pc:chgData name="福原　颯(s24d164)" userId="5dad88b0-8d9f-4ea1-b2c6-c10a4d6d0a4a" providerId="ADAL" clId="{F0CA8E07-6E13-439B-9635-07244A1A637F}" dt="2025-03-13T13:59:59.705" v="2410" actId="20577"/>
        <pc:sldMkLst>
          <pc:docMk/>
          <pc:sldMk cId="172824474" sldId="544"/>
        </pc:sldMkLst>
      </pc:sldChg>
      <pc:sldChg chg="modSp mod modNotesTx">
        <pc:chgData name="福原　颯(s24d164)" userId="5dad88b0-8d9f-4ea1-b2c6-c10a4d6d0a4a" providerId="ADAL" clId="{F0CA8E07-6E13-439B-9635-07244A1A637F}" dt="2025-03-13T09:13:06.163" v="357" actId="20577"/>
        <pc:sldMkLst>
          <pc:docMk/>
          <pc:sldMk cId="1032138665" sldId="548"/>
        </pc:sldMkLst>
      </pc:sldChg>
      <pc:sldChg chg="modSp mod">
        <pc:chgData name="福原　颯(s24d164)" userId="5dad88b0-8d9f-4ea1-b2c6-c10a4d6d0a4a" providerId="ADAL" clId="{F0CA8E07-6E13-439B-9635-07244A1A637F}" dt="2025-03-13T13:33:02.646" v="1991" actId="20577"/>
        <pc:sldMkLst>
          <pc:docMk/>
          <pc:sldMk cId="842031104" sldId="551"/>
        </pc:sldMkLst>
      </pc:sldChg>
      <pc:sldChg chg="modSp mod">
        <pc:chgData name="福原　颯(s24d164)" userId="5dad88b0-8d9f-4ea1-b2c6-c10a4d6d0a4a" providerId="ADAL" clId="{F0CA8E07-6E13-439B-9635-07244A1A637F}" dt="2025-03-13T10:29:45.640" v="1048" actId="20577"/>
        <pc:sldMkLst>
          <pc:docMk/>
          <pc:sldMk cId="2846362254" sldId="552"/>
        </pc:sldMkLst>
      </pc:sldChg>
      <pc:sldChg chg="modSp mod">
        <pc:chgData name="福原　颯(s24d164)" userId="5dad88b0-8d9f-4ea1-b2c6-c10a4d6d0a4a" providerId="ADAL" clId="{F0CA8E07-6E13-439B-9635-07244A1A637F}" dt="2025-03-13T13:32:50.580" v="1963" actId="20577"/>
        <pc:sldMkLst>
          <pc:docMk/>
          <pc:sldMk cId="1981769942" sldId="557"/>
        </pc:sldMkLst>
      </pc:sldChg>
      <pc:sldChg chg="modSp add del mod">
        <pc:chgData name="福原　颯(s24d164)" userId="5dad88b0-8d9f-4ea1-b2c6-c10a4d6d0a4a" providerId="ADAL" clId="{F0CA8E07-6E13-439B-9635-07244A1A637F}" dt="2025-03-13T10:27:21.320" v="850" actId="47"/>
        <pc:sldMkLst>
          <pc:docMk/>
          <pc:sldMk cId="390123853" sldId="560"/>
        </pc:sldMkLst>
      </pc:sldChg>
    </pc:docChg>
  </pc:docChgLst>
  <pc:docChgLst>
    <pc:chgData name="福原　颯(s24d164)" userId="5dad88b0-8d9f-4ea1-b2c6-c10a4d6d0a4a" providerId="ADAL" clId="{6D888C12-B4CB-43F6-A286-3CCC99351B8B}"/>
    <pc:docChg chg="custSel addSld delSld modSld">
      <pc:chgData name="福原　颯(s24d164)" userId="5dad88b0-8d9f-4ea1-b2c6-c10a4d6d0a4a" providerId="ADAL" clId="{6D888C12-B4CB-43F6-A286-3CCC99351B8B}" dt="2025-05-21T09:07:04.044" v="1318" actId="20577"/>
      <pc:docMkLst>
        <pc:docMk/>
      </pc:docMkLst>
      <pc:sldChg chg="addSp modSp mod">
        <pc:chgData name="福原　颯(s24d164)" userId="5dad88b0-8d9f-4ea1-b2c6-c10a4d6d0a4a" providerId="ADAL" clId="{6D888C12-B4CB-43F6-A286-3CCC99351B8B}" dt="2025-05-21T09:02:04.232" v="1214" actId="1035"/>
        <pc:sldMkLst>
          <pc:docMk/>
          <pc:sldMk cId="2615351689" sldId="758"/>
        </pc:sldMkLst>
      </pc:sldChg>
      <pc:sldChg chg="modNotesTx">
        <pc:chgData name="福原　颯(s24d164)" userId="5dad88b0-8d9f-4ea1-b2c6-c10a4d6d0a4a" providerId="ADAL" clId="{6D888C12-B4CB-43F6-A286-3CCC99351B8B}" dt="2025-05-21T08:03:29.701" v="164" actId="20577"/>
        <pc:sldMkLst>
          <pc:docMk/>
          <pc:sldMk cId="928857032" sldId="778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1044232084" sldId="779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3118778179" sldId="779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1292101955" sldId="788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271634501" sldId="788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2451947027" sldId="792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510803454" sldId="792"/>
        </pc:sldMkLst>
      </pc:sldChg>
      <pc:sldChg chg="addSp delSp modSp mod">
        <pc:chgData name="福原　颯(s24d164)" userId="5dad88b0-8d9f-4ea1-b2c6-c10a4d6d0a4a" providerId="ADAL" clId="{6D888C12-B4CB-43F6-A286-3CCC99351B8B}" dt="2025-05-21T07:58:58.450" v="1"/>
        <pc:sldMkLst>
          <pc:docMk/>
          <pc:sldMk cId="1085557549" sldId="844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1536071769" sldId="846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398119116" sldId="846"/>
        </pc:sldMkLst>
      </pc:sldChg>
      <pc:sldChg chg="modSp modNotesTx">
        <pc:chgData name="福原　颯(s24d164)" userId="5dad88b0-8d9f-4ea1-b2c6-c10a4d6d0a4a" providerId="ADAL" clId="{6D888C12-B4CB-43F6-A286-3CCC99351B8B}" dt="2025-05-21T08:31:23.174" v="1042" actId="20577"/>
        <pc:sldMkLst>
          <pc:docMk/>
          <pc:sldMk cId="4022854633" sldId="847"/>
        </pc:sldMkLst>
      </pc:sldChg>
      <pc:sldChg chg="modSp add mod modNotesTx">
        <pc:chgData name="福原　颯(s24d164)" userId="5dad88b0-8d9f-4ea1-b2c6-c10a4d6d0a4a" providerId="ADAL" clId="{6D888C12-B4CB-43F6-A286-3CCC99351B8B}" dt="2025-05-21T08:14:09.214" v="613" actId="20577"/>
        <pc:sldMkLst>
          <pc:docMk/>
          <pc:sldMk cId="3325721506" sldId="848"/>
        </pc:sldMkLst>
      </pc:sldChg>
      <pc:sldChg chg="add">
        <pc:chgData name="福原　颯(s24d164)" userId="5dad88b0-8d9f-4ea1-b2c6-c10a4d6d0a4a" providerId="ADAL" clId="{6D888C12-B4CB-43F6-A286-3CCC99351B8B}" dt="2025-05-21T08:43:08.676" v="1051"/>
        <pc:sldMkLst>
          <pc:docMk/>
          <pc:sldMk cId="1451825540" sldId="849"/>
        </pc:sldMkLst>
      </pc:sldChg>
      <pc:sldChg chg="add del modNotesTx">
        <pc:chgData name="福原　颯(s24d164)" userId="5dad88b0-8d9f-4ea1-b2c6-c10a4d6d0a4a" providerId="ADAL" clId="{6D888C12-B4CB-43F6-A286-3CCC99351B8B}" dt="2025-05-21T08:43:00.564" v="1050" actId="2696"/>
        <pc:sldMkLst>
          <pc:docMk/>
          <pc:sldMk cId="1877750339" sldId="849"/>
        </pc:sldMkLst>
      </pc:sldChg>
      <pc:sldChg chg="modSp add mod modNotesTx">
        <pc:chgData name="福原　颯(s24d164)" userId="5dad88b0-8d9f-4ea1-b2c6-c10a4d6d0a4a" providerId="ADAL" clId="{6D888C12-B4CB-43F6-A286-3CCC99351B8B}" dt="2025-05-21T08:44:53.514" v="1130" actId="20577"/>
        <pc:sldMkLst>
          <pc:docMk/>
          <pc:sldMk cId="174080467" sldId="850"/>
        </pc:sldMkLst>
      </pc:sldChg>
      <pc:sldChg chg="add">
        <pc:chgData name="福原　颯(s24d164)" userId="5dad88b0-8d9f-4ea1-b2c6-c10a4d6d0a4a" providerId="ADAL" clId="{6D888C12-B4CB-43F6-A286-3CCC99351B8B}" dt="2025-05-21T08:45:11.746" v="1132"/>
        <pc:sldMkLst>
          <pc:docMk/>
          <pc:sldMk cId="2085457544" sldId="851"/>
        </pc:sldMkLst>
      </pc:sldChg>
      <pc:sldChg chg="add del">
        <pc:chgData name="福原　颯(s24d164)" userId="5dad88b0-8d9f-4ea1-b2c6-c10a4d6d0a4a" providerId="ADAL" clId="{6D888C12-B4CB-43F6-A286-3CCC99351B8B}" dt="2025-05-21T08:45:06.603" v="1131" actId="2696"/>
        <pc:sldMkLst>
          <pc:docMk/>
          <pc:sldMk cId="2229604317" sldId="851"/>
        </pc:sldMkLst>
      </pc:sldChg>
      <pc:sldChg chg="modSp add mod">
        <pc:chgData name="福原　颯(s24d164)" userId="5dad88b0-8d9f-4ea1-b2c6-c10a4d6d0a4a" providerId="ADAL" clId="{6D888C12-B4CB-43F6-A286-3CCC99351B8B}" dt="2025-05-21T09:06:15.164" v="1315" actId="20577"/>
        <pc:sldMkLst>
          <pc:docMk/>
          <pc:sldMk cId="446647372" sldId="852"/>
        </pc:sldMkLst>
      </pc:sldChg>
      <pc:sldChg chg="modSp add mod">
        <pc:chgData name="福原　颯(s24d164)" userId="5dad88b0-8d9f-4ea1-b2c6-c10a4d6d0a4a" providerId="ADAL" clId="{6D888C12-B4CB-43F6-A286-3CCC99351B8B}" dt="2025-05-21T09:07:04.044" v="1318" actId="20577"/>
        <pc:sldMkLst>
          <pc:docMk/>
          <pc:sldMk cId="2073588060" sldId="853"/>
        </pc:sldMkLst>
      </pc:sldChg>
      <pc:sldChg chg="add">
        <pc:chgData name="福原　颯(s24d164)" userId="5dad88b0-8d9f-4ea1-b2c6-c10a4d6d0a4a" providerId="ADAL" clId="{6D888C12-B4CB-43F6-A286-3CCC99351B8B}" dt="2025-05-21T08:33:31.744" v="1047"/>
        <pc:sldMkLst>
          <pc:docMk/>
          <pc:sldMk cId="1254780454" sldId="854"/>
        </pc:sldMkLst>
      </pc:sldChg>
      <pc:sldChg chg="modSp add mod">
        <pc:chgData name="福原　颯(s24d164)" userId="5dad88b0-8d9f-4ea1-b2c6-c10a4d6d0a4a" providerId="ADAL" clId="{6D888C12-B4CB-43F6-A286-3CCC99351B8B}" dt="2025-05-21T09:04:34.976" v="1291" actId="1035"/>
        <pc:sldMkLst>
          <pc:docMk/>
          <pc:sldMk cId="1717734276" sldId="855"/>
        </pc:sldMkLst>
      </pc:sldChg>
      <pc:sldChg chg="add">
        <pc:chgData name="福原　颯(s24d164)" userId="5dad88b0-8d9f-4ea1-b2c6-c10a4d6d0a4a" providerId="ADAL" clId="{6D888C12-B4CB-43F6-A286-3CCC99351B8B}" dt="2025-05-21T08:33:31.744" v="1047"/>
        <pc:sldMkLst>
          <pc:docMk/>
          <pc:sldMk cId="892485605" sldId="856"/>
        </pc:sldMkLst>
      </pc:sldChg>
    </pc:docChg>
  </pc:docChgLst>
  <pc:docChgLst>
    <pc:chgData name="福原　颯(s24d164)" userId="5dad88b0-8d9f-4ea1-b2c6-c10a4d6d0a4a" providerId="ADAL" clId="{FFF10FF4-0251-4161-839F-347B5FD0D9AC}"/>
    <pc:docChg chg="undo custSel addSld delSld modSld sldOrd modMainMaster">
      <pc:chgData name="福原　颯(s24d164)" userId="5dad88b0-8d9f-4ea1-b2c6-c10a4d6d0a4a" providerId="ADAL" clId="{FFF10FF4-0251-4161-839F-347B5FD0D9AC}" dt="2025-02-28T09:23:46.234" v="11844" actId="14100"/>
      <pc:docMkLst>
        <pc:docMk/>
      </pc:docMkLst>
      <pc:sldChg chg="modSp mod">
        <pc:chgData name="福原　颯(s24d164)" userId="5dad88b0-8d9f-4ea1-b2c6-c10a4d6d0a4a" providerId="ADAL" clId="{FFF10FF4-0251-4161-839F-347B5FD0D9AC}" dt="2025-02-27T08:04:03.113" v="322" actId="2711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FFF10FF4-0251-4161-839F-347B5FD0D9AC}" dt="2025-02-27T08:04:23.891" v="324" actId="2711"/>
        <pc:sldMkLst>
          <pc:docMk/>
          <pc:sldMk cId="3890680131" sldId="270"/>
        </pc:sldMkLst>
      </pc:sldChg>
      <pc:sldChg chg="modSp mod">
        <pc:chgData name="福原　颯(s24d164)" userId="5dad88b0-8d9f-4ea1-b2c6-c10a4d6d0a4a" providerId="ADAL" clId="{FFF10FF4-0251-4161-839F-347B5FD0D9AC}" dt="2025-02-27T08:04:17.985" v="323" actId="2711"/>
        <pc:sldMkLst>
          <pc:docMk/>
          <pc:sldMk cId="3280360261" sldId="416"/>
        </pc:sldMkLst>
      </pc:sldChg>
      <pc:sldChg chg="addSp delSp modSp del mod">
        <pc:chgData name="福原　颯(s24d164)" userId="5dad88b0-8d9f-4ea1-b2c6-c10a4d6d0a4a" providerId="ADAL" clId="{FFF10FF4-0251-4161-839F-347B5FD0D9AC}" dt="2025-02-27T15:29:53.043" v="7302" actId="2696"/>
        <pc:sldMkLst>
          <pc:docMk/>
          <pc:sldMk cId="545113248" sldId="449"/>
        </pc:sldMkLst>
      </pc:sldChg>
      <pc:sldChg chg="add">
        <pc:chgData name="福原　颯(s24d164)" userId="5dad88b0-8d9f-4ea1-b2c6-c10a4d6d0a4a" providerId="ADAL" clId="{FFF10FF4-0251-4161-839F-347B5FD0D9AC}" dt="2025-02-27T15:29:57.305" v="7303"/>
        <pc:sldMkLst>
          <pc:docMk/>
          <pc:sldMk cId="2371754572" sldId="449"/>
        </pc:sldMkLst>
      </pc:sldChg>
      <pc:sldChg chg="del">
        <pc:chgData name="福原　颯(s24d164)" userId="5dad88b0-8d9f-4ea1-b2c6-c10a4d6d0a4a" providerId="ADAL" clId="{FFF10FF4-0251-4161-839F-347B5FD0D9AC}" dt="2025-02-27T07:48:53.998" v="169" actId="47"/>
        <pc:sldMkLst>
          <pc:docMk/>
          <pc:sldMk cId="3201525150" sldId="508"/>
        </pc:sldMkLst>
      </pc:sldChg>
      <pc:sldChg chg="modSp add mod">
        <pc:chgData name="福原　颯(s24d164)" userId="5dad88b0-8d9f-4ea1-b2c6-c10a4d6d0a4a" providerId="ADAL" clId="{FFF10FF4-0251-4161-839F-347B5FD0D9AC}" dt="2025-02-27T09:15:03.640" v="659" actId="20577"/>
        <pc:sldMkLst>
          <pc:docMk/>
          <pc:sldMk cId="2246364064" sldId="514"/>
        </pc:sldMkLst>
      </pc:sldChg>
      <pc:sldChg chg="addSp delSp modSp add mod ord">
        <pc:chgData name="福原　颯(s24d164)" userId="5dad88b0-8d9f-4ea1-b2c6-c10a4d6d0a4a" providerId="ADAL" clId="{FFF10FF4-0251-4161-839F-347B5FD0D9AC}" dt="2025-02-28T04:35:54.841" v="11130" actId="113"/>
        <pc:sldMkLst>
          <pc:docMk/>
          <pc:sldMk cId="2426550954" sldId="515"/>
        </pc:sldMkLst>
      </pc:sldChg>
      <pc:sldChg chg="modSp add mod ord">
        <pc:chgData name="福原　颯(s24d164)" userId="5dad88b0-8d9f-4ea1-b2c6-c10a4d6d0a4a" providerId="ADAL" clId="{FFF10FF4-0251-4161-839F-347B5FD0D9AC}" dt="2025-02-27T10:58:34.400" v="2965" actId="20577"/>
        <pc:sldMkLst>
          <pc:docMk/>
          <pc:sldMk cId="3396290773" sldId="51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60169230" sldId="51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707447553" sldId="517"/>
        </pc:sldMkLst>
      </pc:sldChg>
      <pc:sldChg chg="addSp delSp modSp add mod ord">
        <pc:chgData name="福原　颯(s24d164)" userId="5dad88b0-8d9f-4ea1-b2c6-c10a4d6d0a4a" providerId="ADAL" clId="{FFF10FF4-0251-4161-839F-347B5FD0D9AC}" dt="2025-02-28T08:30:24.220" v="11760"/>
        <pc:sldMkLst>
          <pc:docMk/>
          <pc:sldMk cId="752936275" sldId="517"/>
        </pc:sldMkLst>
      </pc:sldChg>
      <pc:sldChg chg="modSp add mod">
        <pc:chgData name="福原　颯(s24d164)" userId="5dad88b0-8d9f-4ea1-b2c6-c10a4d6d0a4a" providerId="ADAL" clId="{FFF10FF4-0251-4161-839F-347B5FD0D9AC}" dt="2025-02-27T09:27:54.131" v="1279" actId="20577"/>
        <pc:sldMkLst>
          <pc:docMk/>
          <pc:sldMk cId="2258415691" sldId="518"/>
        </pc:sldMkLst>
      </pc:sldChg>
      <pc:sldChg chg="addSp delSp modSp add mod">
        <pc:chgData name="福原　颯(s24d164)" userId="5dad88b0-8d9f-4ea1-b2c6-c10a4d6d0a4a" providerId="ADAL" clId="{FFF10FF4-0251-4161-839F-347B5FD0D9AC}" dt="2025-02-28T09:23:46.234" v="11844" actId="14100"/>
        <pc:sldMkLst>
          <pc:docMk/>
          <pc:sldMk cId="1503990763" sldId="519"/>
        </pc:sldMkLst>
      </pc:sldChg>
      <pc:sldChg chg="addSp delSp modSp add mod">
        <pc:chgData name="福原　颯(s24d164)" userId="5dad88b0-8d9f-4ea1-b2c6-c10a4d6d0a4a" providerId="ADAL" clId="{FFF10FF4-0251-4161-839F-347B5FD0D9AC}" dt="2025-02-27T11:16:36.884" v="3459" actId="20577"/>
        <pc:sldMkLst>
          <pc:docMk/>
          <pc:sldMk cId="3257393060" sldId="52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360977970" sldId="520"/>
        </pc:sldMkLst>
      </pc:sldChg>
      <pc:sldChg chg="modSp add mod">
        <pc:chgData name="福原　颯(s24d164)" userId="5dad88b0-8d9f-4ea1-b2c6-c10a4d6d0a4a" providerId="ADAL" clId="{FFF10FF4-0251-4161-839F-347B5FD0D9AC}" dt="2025-02-27T11:19:25.521" v="3506" actId="403"/>
        <pc:sldMkLst>
          <pc:docMk/>
          <pc:sldMk cId="1669589288" sldId="521"/>
        </pc:sldMkLst>
      </pc:sldChg>
      <pc:sldChg chg="modSp add mod ord">
        <pc:chgData name="福原　颯(s24d164)" userId="5dad88b0-8d9f-4ea1-b2c6-c10a4d6d0a4a" providerId="ADAL" clId="{FFF10FF4-0251-4161-839F-347B5FD0D9AC}" dt="2025-02-27T12:12:32.824" v="5033" actId="122"/>
        <pc:sldMkLst>
          <pc:docMk/>
          <pc:sldMk cId="328881671" sldId="52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926834026" sldId="522"/>
        </pc:sldMkLst>
      </pc:sldChg>
      <pc:sldChg chg="add">
        <pc:chgData name="福原　颯(s24d164)" userId="5dad88b0-8d9f-4ea1-b2c6-c10a4d6d0a4a" providerId="ADAL" clId="{FFF10FF4-0251-4161-839F-347B5FD0D9AC}" dt="2025-02-27T11:35:25.150" v="3847"/>
        <pc:sldMkLst>
          <pc:docMk/>
          <pc:sldMk cId="1416440784" sldId="52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492636824" sldId="524"/>
        </pc:sldMkLst>
      </pc:sldChg>
      <pc:sldChg chg="addSp delSp modSp add mod">
        <pc:chgData name="福原　颯(s24d164)" userId="5dad88b0-8d9f-4ea1-b2c6-c10a4d6d0a4a" providerId="ADAL" clId="{FFF10FF4-0251-4161-839F-347B5FD0D9AC}" dt="2025-02-28T04:35:50.362" v="11129" actId="113"/>
        <pc:sldMkLst>
          <pc:docMk/>
          <pc:sldMk cId="3637048831" sldId="524"/>
        </pc:sldMkLst>
      </pc:sldChg>
      <pc:sldChg chg="addSp modSp add mod">
        <pc:chgData name="福原　颯(s24d164)" userId="5dad88b0-8d9f-4ea1-b2c6-c10a4d6d0a4a" providerId="ADAL" clId="{FFF10FF4-0251-4161-839F-347B5FD0D9AC}" dt="2025-02-28T04:35:45.816" v="11128" actId="403"/>
        <pc:sldMkLst>
          <pc:docMk/>
          <pc:sldMk cId="1959423922" sldId="525"/>
        </pc:sldMkLst>
      </pc:sldChg>
      <pc:sldChg chg="addSp modSp add mod ord">
        <pc:chgData name="福原　颯(s24d164)" userId="5dad88b0-8d9f-4ea1-b2c6-c10a4d6d0a4a" providerId="ADAL" clId="{FFF10FF4-0251-4161-839F-347B5FD0D9AC}" dt="2025-02-28T05:22:03.371" v="11131"/>
        <pc:sldMkLst>
          <pc:docMk/>
          <pc:sldMk cId="4071877879" sldId="526"/>
        </pc:sldMkLst>
      </pc:sldChg>
      <pc:sldChg chg="add">
        <pc:chgData name="福原　颯(s24d164)" userId="5dad88b0-8d9f-4ea1-b2c6-c10a4d6d0a4a" providerId="ADAL" clId="{FFF10FF4-0251-4161-839F-347B5FD0D9AC}" dt="2025-02-27T11:43:11.732" v="4174"/>
        <pc:sldMkLst>
          <pc:docMk/>
          <pc:sldMk cId="3680286438" sldId="527"/>
        </pc:sldMkLst>
      </pc:sldChg>
      <pc:sldChg chg="modSp add mod">
        <pc:chgData name="福原　颯(s24d164)" userId="5dad88b0-8d9f-4ea1-b2c6-c10a4d6d0a4a" providerId="ADAL" clId="{FFF10FF4-0251-4161-839F-347B5FD0D9AC}" dt="2025-02-27T11:43:51.588" v="4200" actId="20577"/>
        <pc:sldMkLst>
          <pc:docMk/>
          <pc:sldMk cId="1135830788" sldId="528"/>
        </pc:sldMkLst>
      </pc:sldChg>
      <pc:sldChg chg="modSp add mod">
        <pc:chgData name="福原　颯(s24d164)" userId="5dad88b0-8d9f-4ea1-b2c6-c10a4d6d0a4a" providerId="ADAL" clId="{FFF10FF4-0251-4161-839F-347B5FD0D9AC}" dt="2025-02-27T13:39:30.700" v="5574" actId="20577"/>
        <pc:sldMkLst>
          <pc:docMk/>
          <pc:sldMk cId="1179579777" sldId="529"/>
        </pc:sldMkLst>
      </pc:sldChg>
      <pc:sldChg chg="addSp delSp modSp add mod">
        <pc:chgData name="福原　颯(s24d164)" userId="5dad88b0-8d9f-4ea1-b2c6-c10a4d6d0a4a" providerId="ADAL" clId="{FFF10FF4-0251-4161-839F-347B5FD0D9AC}" dt="2025-02-28T02:20:39.445" v="9139" actId="20577"/>
        <pc:sldMkLst>
          <pc:docMk/>
          <pc:sldMk cId="3164677062" sldId="530"/>
        </pc:sldMkLst>
      </pc:sldChg>
      <pc:sldChg chg="modSp add del mod">
        <pc:chgData name="福原　颯(s24d164)" userId="5dad88b0-8d9f-4ea1-b2c6-c10a4d6d0a4a" providerId="ADAL" clId="{FFF10FF4-0251-4161-839F-347B5FD0D9AC}" dt="2025-02-27T14:24:10.551" v="6043" actId="47"/>
        <pc:sldMkLst>
          <pc:docMk/>
          <pc:sldMk cId="635932962" sldId="531"/>
        </pc:sldMkLst>
      </pc:sldChg>
      <pc:sldChg chg="addSp delSp modSp add del mod ord">
        <pc:chgData name="福原　颯(s24d164)" userId="5dad88b0-8d9f-4ea1-b2c6-c10a4d6d0a4a" providerId="ADAL" clId="{FFF10FF4-0251-4161-839F-347B5FD0D9AC}" dt="2025-02-28T01:22:19.289" v="8380" actId="47"/>
        <pc:sldMkLst>
          <pc:docMk/>
          <pc:sldMk cId="1050816736" sldId="531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777063703" sldId="531"/>
        </pc:sldMkLst>
      </pc:sldChg>
      <pc:sldChg chg="modSp add mod">
        <pc:chgData name="福原　颯(s24d164)" userId="5dad88b0-8d9f-4ea1-b2c6-c10a4d6d0a4a" providerId="ADAL" clId="{FFF10FF4-0251-4161-839F-347B5FD0D9AC}" dt="2025-02-27T14:27:23.516" v="6085" actId="20577"/>
        <pc:sldMkLst>
          <pc:docMk/>
          <pc:sldMk cId="2999478652" sldId="53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754821337" sldId="532"/>
        </pc:sldMkLst>
      </pc:sldChg>
      <pc:sldChg chg="modSp add mod">
        <pc:chgData name="福原　颯(s24d164)" userId="5dad88b0-8d9f-4ea1-b2c6-c10a4d6d0a4a" providerId="ADAL" clId="{FFF10FF4-0251-4161-839F-347B5FD0D9AC}" dt="2025-02-27T14:27:32.588" v="6108" actId="20577"/>
        <pc:sldMkLst>
          <pc:docMk/>
          <pc:sldMk cId="1255930890" sldId="533"/>
        </pc:sldMkLst>
      </pc:sldChg>
      <pc:sldChg chg="modSp add mod">
        <pc:chgData name="福原　颯(s24d164)" userId="5dad88b0-8d9f-4ea1-b2c6-c10a4d6d0a4a" providerId="ADAL" clId="{FFF10FF4-0251-4161-839F-347B5FD0D9AC}" dt="2025-02-27T14:27:47.767" v="6131" actId="20577"/>
        <pc:sldMkLst>
          <pc:docMk/>
          <pc:sldMk cId="4027594288" sldId="53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787021457" sldId="535"/>
        </pc:sldMkLst>
      </pc:sldChg>
      <pc:sldChg chg="addSp delSp modSp add mod ord">
        <pc:chgData name="福原　颯(s24d164)" userId="5dad88b0-8d9f-4ea1-b2c6-c10a4d6d0a4a" providerId="ADAL" clId="{FFF10FF4-0251-4161-839F-347B5FD0D9AC}" dt="2025-02-27T15:59:48.954" v="8041"/>
        <pc:sldMkLst>
          <pc:docMk/>
          <pc:sldMk cId="2905854082" sldId="53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657489115" sldId="536"/>
        </pc:sldMkLst>
      </pc:sldChg>
      <pc:sldChg chg="addSp delSp modSp add del mod">
        <pc:chgData name="福原　颯(s24d164)" userId="5dad88b0-8d9f-4ea1-b2c6-c10a4d6d0a4a" providerId="ADAL" clId="{FFF10FF4-0251-4161-839F-347B5FD0D9AC}" dt="2025-02-28T02:01:23.548" v="8812" actId="47"/>
        <pc:sldMkLst>
          <pc:docMk/>
          <pc:sldMk cId="4147046401" sldId="53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340234848" sldId="537"/>
        </pc:sldMkLst>
      </pc:sldChg>
      <pc:sldChg chg="modSp add mod ord">
        <pc:chgData name="福原　颯(s24d164)" userId="5dad88b0-8d9f-4ea1-b2c6-c10a4d6d0a4a" providerId="ADAL" clId="{FFF10FF4-0251-4161-839F-347B5FD0D9AC}" dt="2025-02-28T03:21:15.434" v="10106"/>
        <pc:sldMkLst>
          <pc:docMk/>
          <pc:sldMk cId="2787638537" sldId="53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184372124" sldId="538"/>
        </pc:sldMkLst>
      </pc:sldChg>
      <pc:sldChg chg="modSp add mod">
        <pc:chgData name="福原　颯(s24d164)" userId="5dad88b0-8d9f-4ea1-b2c6-c10a4d6d0a4a" providerId="ADAL" clId="{FFF10FF4-0251-4161-839F-347B5FD0D9AC}" dt="2025-02-28T03:01:41.747" v="9848" actId="2057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34214433" sldId="539"/>
        </pc:sldMkLst>
      </pc:sldChg>
      <pc:sldChg chg="modSp add mod">
        <pc:chgData name="福原　颯(s24d164)" userId="5dad88b0-8d9f-4ea1-b2c6-c10a4d6d0a4a" providerId="ADAL" clId="{FFF10FF4-0251-4161-839F-347B5FD0D9AC}" dt="2025-02-28T03:20:13.976" v="10086" actId="20577"/>
        <pc:sldMkLst>
          <pc:docMk/>
          <pc:sldMk cId="3951185521" sldId="539"/>
        </pc:sldMkLst>
      </pc:sldChg>
      <pc:sldChg chg="addSp delSp modSp add mod ord">
        <pc:chgData name="福原　颯(s24d164)" userId="5dad88b0-8d9f-4ea1-b2c6-c10a4d6d0a4a" providerId="ADAL" clId="{FFF10FF4-0251-4161-839F-347B5FD0D9AC}" dt="2025-02-27T16:32:48.970" v="8283"/>
        <pc:sldMkLst>
          <pc:docMk/>
          <pc:sldMk cId="1463404672" sldId="54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779778668" sldId="540"/>
        </pc:sldMkLst>
      </pc:sldChg>
      <pc:sldChg chg="addSp delSp modSp add del mod">
        <pc:chgData name="福原　颯(s24d164)" userId="5dad88b0-8d9f-4ea1-b2c6-c10a4d6d0a4a" providerId="ADAL" clId="{FFF10FF4-0251-4161-839F-347B5FD0D9AC}" dt="2025-02-27T16:22:09.637" v="8189" actId="47"/>
        <pc:sldMkLst>
          <pc:docMk/>
          <pc:sldMk cId="611447842" sldId="541"/>
        </pc:sldMkLst>
      </pc:sldChg>
      <pc:sldChg chg="addSp delSp modSp add mod ord">
        <pc:chgData name="福原　颯(s24d164)" userId="5dad88b0-8d9f-4ea1-b2c6-c10a4d6d0a4a" providerId="ADAL" clId="{FFF10FF4-0251-4161-839F-347B5FD0D9AC}" dt="2025-02-28T01:41:33.388" v="8520"/>
        <pc:sldMkLst>
          <pc:docMk/>
          <pc:sldMk cId="3562419327" sldId="541"/>
        </pc:sldMkLst>
      </pc:sldChg>
      <pc:sldChg chg="addSp delSp modSp add mod">
        <pc:chgData name="福原　颯(s24d164)" userId="5dad88b0-8d9f-4ea1-b2c6-c10a4d6d0a4a" providerId="ADAL" clId="{FFF10FF4-0251-4161-839F-347B5FD0D9AC}" dt="2025-02-28T02:01:07.815" v="8811" actId="1076"/>
        <pc:sldMkLst>
          <pc:docMk/>
          <pc:sldMk cId="449721194" sldId="54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135016211" sldId="542"/>
        </pc:sldMkLst>
      </pc:sldChg>
      <pc:sldChg chg="modSp add mod">
        <pc:chgData name="福原　颯(s24d164)" userId="5dad88b0-8d9f-4ea1-b2c6-c10a4d6d0a4a" providerId="ADAL" clId="{FFF10FF4-0251-4161-839F-347B5FD0D9AC}" dt="2025-02-28T02:10:37.965" v="9084" actId="20577"/>
        <pc:sldMkLst>
          <pc:docMk/>
          <pc:sldMk cId="301412082" sldId="54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530920632" sldId="543"/>
        </pc:sldMkLst>
      </pc:sldChg>
      <pc:sldChg chg="addSp delSp modSp add mod">
        <pc:chgData name="福原　颯(s24d164)" userId="5dad88b0-8d9f-4ea1-b2c6-c10a4d6d0a4a" providerId="ADAL" clId="{FFF10FF4-0251-4161-839F-347B5FD0D9AC}" dt="2025-02-28T02:10:11.749" v="9069" actId="14100"/>
        <pc:sldMkLst>
          <pc:docMk/>
          <pc:sldMk cId="172824474" sldId="54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074092287" sldId="544"/>
        </pc:sldMkLst>
      </pc:sldChg>
      <pc:sldChg chg="modSp add mod">
        <pc:chgData name="福原　颯(s24d164)" userId="5dad88b0-8d9f-4ea1-b2c6-c10a4d6d0a4a" providerId="ADAL" clId="{FFF10FF4-0251-4161-839F-347B5FD0D9AC}" dt="2025-02-28T03:31:56.773" v="10532" actId="403"/>
        <pc:sldMkLst>
          <pc:docMk/>
          <pc:sldMk cId="1687298135" sldId="54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083591494" sldId="54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393299346" sldId="546"/>
        </pc:sldMkLst>
      </pc:sldChg>
      <pc:sldChg chg="modSp add mod">
        <pc:chgData name="福原　颯(s24d164)" userId="5dad88b0-8d9f-4ea1-b2c6-c10a4d6d0a4a" providerId="ADAL" clId="{FFF10FF4-0251-4161-839F-347B5FD0D9AC}" dt="2025-02-28T03:38:19.909" v="10665" actId="20577"/>
        <pc:sldMkLst>
          <pc:docMk/>
          <pc:sldMk cId="3683255463" sldId="546"/>
        </pc:sldMkLst>
      </pc:sldChg>
      <pc:sldChg chg="addSp delSp modSp add mod ord">
        <pc:chgData name="福原　颯(s24d164)" userId="5dad88b0-8d9f-4ea1-b2c6-c10a4d6d0a4a" providerId="ADAL" clId="{FFF10FF4-0251-4161-839F-347B5FD0D9AC}" dt="2025-02-28T08:30:24.220" v="11760"/>
        <pc:sldMkLst>
          <pc:docMk/>
          <pc:sldMk cId="3255067149" sldId="547"/>
        </pc:sldMkLst>
      </pc:sldChg>
      <pc:sldChg chg="addSp delSp modSp add mod">
        <pc:chgData name="福原　颯(s24d164)" userId="5dad88b0-8d9f-4ea1-b2c6-c10a4d6d0a4a" providerId="ADAL" clId="{FFF10FF4-0251-4161-839F-347B5FD0D9AC}" dt="2025-02-28T08:29:55.903" v="11758" actId="1076"/>
        <pc:sldMkLst>
          <pc:docMk/>
          <pc:sldMk cId="1032138665" sldId="54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238848866" sldId="54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971353691" sldId="55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5135390" sldId="551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38589204" sldId="55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561060879" sldId="55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098468264" sldId="55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37348224" sldId="55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399150608" sldId="55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086407600" sldId="56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11907626" sldId="56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99128212" sldId="56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08318930" sldId="56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80382974" sldId="56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89712002" sldId="56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971853744" sldId="56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579389821" sldId="56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542109834" sldId="57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205508689" sldId="57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809066448" sldId="57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73176695" sldId="57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127269367" sldId="575"/>
        </pc:sldMkLst>
      </pc:sldChg>
      <pc:sldMasterChg chg="modSldLayout">
        <pc:chgData name="福原　颯(s24d164)" userId="5dad88b0-8d9f-4ea1-b2c6-c10a4d6d0a4a" providerId="ADAL" clId="{FFF10FF4-0251-4161-839F-347B5FD0D9AC}" dt="2025-02-27T07:43:56.015" v="67" actId="478"/>
        <pc:sldMasterMkLst>
          <pc:docMk/>
          <pc:sldMasterMk cId="2438988794" sldId="2147483648"/>
        </pc:sldMasterMkLst>
        <pc:sldLayoutChg chg="delSp modSp mod">
          <pc:chgData name="福原　颯(s24d164)" userId="5dad88b0-8d9f-4ea1-b2c6-c10a4d6d0a4a" providerId="ADAL" clId="{FFF10FF4-0251-4161-839F-347B5FD0D9AC}" dt="2025-02-27T07:43:08.977" v="58" actId="208"/>
          <pc:sldLayoutMkLst>
            <pc:docMk/>
            <pc:sldMasterMk cId="2438988794" sldId="2147483648"/>
            <pc:sldLayoutMk cId="800692912" sldId="2147483649"/>
          </pc:sldLayoutMkLst>
        </pc:sldLayoutChg>
        <pc:sldLayoutChg chg="delSp modSp mod">
          <pc:chgData name="福原　颯(s24d164)" userId="5dad88b0-8d9f-4ea1-b2c6-c10a4d6d0a4a" providerId="ADAL" clId="{FFF10FF4-0251-4161-839F-347B5FD0D9AC}" dt="2025-02-27T07:43:42.350" v="65" actId="208"/>
          <pc:sldLayoutMkLst>
            <pc:docMk/>
            <pc:sldMasterMk cId="2438988794" sldId="2147483648"/>
            <pc:sldLayoutMk cId="869433839" sldId="2147483650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3:53.084" v="66" actId="478"/>
          <pc:sldLayoutMkLst>
            <pc:docMk/>
            <pc:sldMasterMk cId="2438988794" sldId="2147483648"/>
            <pc:sldLayoutMk cId="4198774854" sldId="2147483660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2:58.287" v="55" actId="478"/>
          <pc:sldLayoutMkLst>
            <pc:docMk/>
            <pc:sldMasterMk cId="2438988794" sldId="2147483648"/>
            <pc:sldLayoutMk cId="963127255" sldId="2147483661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3:00.283" v="56" actId="478"/>
          <pc:sldLayoutMkLst>
            <pc:docMk/>
            <pc:sldMasterMk cId="2438988794" sldId="2147483648"/>
            <pc:sldLayoutMk cId="3285140042" sldId="2147483662"/>
          </pc:sldLayoutMkLst>
        </pc:sldLayoutChg>
        <pc:sldLayoutChg chg="delSp mod">
          <pc:chgData name="福原　颯(s24d164)" userId="5dad88b0-8d9f-4ea1-b2c6-c10a4d6d0a4a" providerId="ADAL" clId="{FFF10FF4-0251-4161-839F-347B5FD0D9AC}" dt="2025-02-27T07:43:56.015" v="67" actId="478"/>
          <pc:sldLayoutMkLst>
            <pc:docMk/>
            <pc:sldMasterMk cId="2438988794" sldId="2147483648"/>
            <pc:sldLayoutMk cId="2034732818" sldId="2147483675"/>
          </pc:sldLayoutMkLst>
        </pc:sldLayoutChg>
      </pc:sldMasterChg>
    </pc:docChg>
  </pc:docChgLst>
  <pc:docChgLst>
    <pc:chgData name="福原　颯(s24d164)" userId="5dad88b0-8d9f-4ea1-b2c6-c10a4d6d0a4a" providerId="ADAL" clId="{3818AB29-42EB-423B-8B08-9477E0434B02}"/>
    <pc:docChg chg="undo custSel delSld modSld">
      <pc:chgData name="福原　颯(s24d164)" userId="5dad88b0-8d9f-4ea1-b2c6-c10a4d6d0a4a" providerId="ADAL" clId="{3818AB29-42EB-423B-8B08-9477E0434B02}" dt="2024-09-02T17:04:37.904" v="375" actId="20577"/>
      <pc:docMkLst>
        <pc:docMk/>
      </pc:docMkLst>
      <pc:sldChg chg="modNotesTx">
        <pc:chgData name="福原　颯(s24d164)" userId="5dad88b0-8d9f-4ea1-b2c6-c10a4d6d0a4a" providerId="ADAL" clId="{3818AB29-42EB-423B-8B08-9477E0434B02}" dt="2024-09-02T16:49:21.599" v="0" actId="20577"/>
        <pc:sldMkLst>
          <pc:docMk/>
          <pc:sldMk cId="1452277363" sldId="263"/>
        </pc:sldMkLst>
      </pc:sldChg>
      <pc:sldChg chg="modNotesTx">
        <pc:chgData name="福原　颯(s24d164)" userId="5dad88b0-8d9f-4ea1-b2c6-c10a4d6d0a4a" providerId="ADAL" clId="{3818AB29-42EB-423B-8B08-9477E0434B02}" dt="2024-09-02T16:49:26.844" v="2" actId="20577"/>
        <pc:sldMkLst>
          <pc:docMk/>
          <pc:sldMk cId="3890680131" sldId="27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45725992" sldId="29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69437246" sldId="29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64317048" sldId="30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21003698" sldId="31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41345723" sldId="31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393369891" sldId="31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208645476" sldId="31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974704105" sldId="31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728254246" sldId="32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07518338" sldId="32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87036769" sldId="32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39097229" sldId="34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064383329" sldId="34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326272105" sldId="35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49224237" sldId="35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02547099" sldId="35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587585302" sldId="35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599535908" sldId="35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9195545" sldId="35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31352228" sldId="36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1680667" sldId="36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258000073" sldId="362"/>
        </pc:sldMkLst>
      </pc:sldChg>
      <pc:sldChg chg="modNotesTx">
        <pc:chgData name="福原　颯(s24d164)" userId="5dad88b0-8d9f-4ea1-b2c6-c10a4d6d0a4a" providerId="ADAL" clId="{3818AB29-42EB-423B-8B08-9477E0434B02}" dt="2024-09-02T16:49:36.040" v="5" actId="20577"/>
        <pc:sldMkLst>
          <pc:docMk/>
          <pc:sldMk cId="418382245" sldId="36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5336709" sldId="36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733837737" sldId="36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24426925" sldId="366"/>
        </pc:sldMkLst>
      </pc:sldChg>
      <pc:sldChg chg="modNotesTx">
        <pc:chgData name="福原　颯(s24d164)" userId="5dad88b0-8d9f-4ea1-b2c6-c10a4d6d0a4a" providerId="ADAL" clId="{3818AB29-42EB-423B-8B08-9477E0434B02}" dt="2024-09-02T16:49:33.076" v="4" actId="20577"/>
        <pc:sldMkLst>
          <pc:docMk/>
          <pc:sldMk cId="2022843415" sldId="36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836269984" sldId="36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529498618" sldId="37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062895864" sldId="37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24382884" sldId="37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707738288" sldId="37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47760333" sldId="37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363644929" sldId="37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879909592" sldId="39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90622328" sldId="39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182711256" sldId="39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862848110" sldId="39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355449349" sldId="39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83248100" sldId="39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506005195" sldId="40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06828137" sldId="40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786803141" sldId="40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894669161" sldId="40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78362449" sldId="40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17427823" sldId="40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176494843" sldId="40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773957340" sldId="40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204999499" sldId="40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68447220" sldId="41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491063077" sldId="411"/>
        </pc:sldMkLst>
      </pc:sldChg>
      <pc:sldChg chg="modSp mod modNotesTx">
        <pc:chgData name="福原　颯(s24d164)" userId="5dad88b0-8d9f-4ea1-b2c6-c10a4d6d0a4a" providerId="ADAL" clId="{3818AB29-42EB-423B-8B08-9477E0434B02}" dt="2024-09-02T17:04:37.904" v="375" actId="20577"/>
        <pc:sldMkLst>
          <pc:docMk/>
          <pc:sldMk cId="3280360261" sldId="41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9293414" sldId="41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39961704" sldId="41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09298841" sldId="41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40812994" sldId="42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29569641" sldId="42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922212593" sldId="42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024424611" sldId="43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655207895" sldId="43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94386743" sldId="43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059733824" sldId="43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618802815" sldId="44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915571613" sldId="44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25493467" sldId="44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071545118" sldId="44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45499279" sldId="44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43777130" sldId="44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560027557" sldId="448"/>
        </pc:sldMkLst>
      </pc:sldChg>
      <pc:sldChg chg="modNotesTx">
        <pc:chgData name="福原　颯(s24d164)" userId="5dad88b0-8d9f-4ea1-b2c6-c10a4d6d0a4a" providerId="ADAL" clId="{3818AB29-42EB-423B-8B08-9477E0434B02}" dt="2024-09-02T16:49:30.280" v="3" actId="20577"/>
        <pc:sldMkLst>
          <pc:docMk/>
          <pc:sldMk cId="545113248" sldId="449"/>
        </pc:sldMkLst>
      </pc:sldChg>
      <pc:sldChg chg="modSp mod modNotesTx">
        <pc:chgData name="福原　颯(s24d164)" userId="5dad88b0-8d9f-4ea1-b2c6-c10a4d6d0a4a" providerId="ADAL" clId="{3818AB29-42EB-423B-8B08-9477E0434B02}" dt="2024-09-02T16:53:37.259" v="120" actId="20577"/>
        <pc:sldMkLst>
          <pc:docMk/>
          <pc:sldMk cId="2700123302" sldId="451"/>
        </pc:sldMkLst>
      </pc:sldChg>
      <pc:sldChg chg="addSp modSp mod modNotesTx">
        <pc:chgData name="福原　颯(s24d164)" userId="5dad88b0-8d9f-4ea1-b2c6-c10a4d6d0a4a" providerId="ADAL" clId="{3818AB29-42EB-423B-8B08-9477E0434B02}" dt="2024-09-02T16:59:34.851" v="364" actId="1035"/>
        <pc:sldMkLst>
          <pc:docMk/>
          <pc:sldMk cId="3866724337" sldId="453"/>
        </pc:sldMkLst>
      </pc:sldChg>
      <pc:sldChg chg="modNotesTx">
        <pc:chgData name="福原　颯(s24d164)" userId="5dad88b0-8d9f-4ea1-b2c6-c10a4d6d0a4a" providerId="ADAL" clId="{3818AB29-42EB-423B-8B08-9477E0434B02}" dt="2024-09-02T16:49:47.282" v="9" actId="20577"/>
        <pc:sldMkLst>
          <pc:docMk/>
          <pc:sldMk cId="423420648" sldId="454"/>
        </pc:sldMkLst>
      </pc:sldChg>
      <pc:sldChg chg="modNotesTx">
        <pc:chgData name="福原　颯(s24d164)" userId="5dad88b0-8d9f-4ea1-b2c6-c10a4d6d0a4a" providerId="ADAL" clId="{3818AB29-42EB-423B-8B08-9477E0434B02}" dt="2024-09-02T16:49:49.616" v="10" actId="20577"/>
        <pc:sldMkLst>
          <pc:docMk/>
          <pc:sldMk cId="232895314" sldId="455"/>
        </pc:sldMkLst>
      </pc:sldChg>
      <pc:sldChg chg="modNotesTx">
        <pc:chgData name="福原　颯(s24d164)" userId="5dad88b0-8d9f-4ea1-b2c6-c10a4d6d0a4a" providerId="ADAL" clId="{3818AB29-42EB-423B-8B08-9477E0434B02}" dt="2024-09-02T16:49:54.162" v="12" actId="20577"/>
        <pc:sldMkLst>
          <pc:docMk/>
          <pc:sldMk cId="2356944368" sldId="457"/>
        </pc:sldMkLst>
      </pc:sldChg>
      <pc:sldChg chg="addSp delSp modSp mod modNotesTx">
        <pc:chgData name="福原　颯(s24d164)" userId="5dad88b0-8d9f-4ea1-b2c6-c10a4d6d0a4a" providerId="ADAL" clId="{3818AB29-42EB-423B-8B08-9477E0434B02}" dt="2024-09-02T16:55:50.539" v="254" actId="1076"/>
        <pc:sldMkLst>
          <pc:docMk/>
          <pc:sldMk cId="3189240835" sldId="45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551086192" sldId="460"/>
        </pc:sldMkLst>
      </pc:sldChg>
      <pc:sldChg chg="modNotesTx">
        <pc:chgData name="福原　颯(s24d164)" userId="5dad88b0-8d9f-4ea1-b2c6-c10a4d6d0a4a" providerId="ADAL" clId="{3818AB29-42EB-423B-8B08-9477E0434B02}" dt="2024-09-02T16:49:56.613" v="13" actId="20577"/>
        <pc:sldMkLst>
          <pc:docMk/>
          <pc:sldMk cId="845863417" sldId="46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77197672" sldId="46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840979748" sldId="46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06352560" sldId="467"/>
        </pc:sldMkLst>
      </pc:sldChg>
      <pc:sldChg chg="modNotesTx">
        <pc:chgData name="福原　颯(s24d164)" userId="5dad88b0-8d9f-4ea1-b2c6-c10a4d6d0a4a" providerId="ADAL" clId="{3818AB29-42EB-423B-8B08-9477E0434B02}" dt="2024-09-02T16:50:13.596" v="19" actId="20577"/>
        <pc:sldMkLst>
          <pc:docMk/>
          <pc:sldMk cId="3413148916" sldId="468"/>
        </pc:sldMkLst>
      </pc:sldChg>
      <pc:sldChg chg="modNotesTx">
        <pc:chgData name="福原　颯(s24d164)" userId="5dad88b0-8d9f-4ea1-b2c6-c10a4d6d0a4a" providerId="ADAL" clId="{3818AB29-42EB-423B-8B08-9477E0434B02}" dt="2024-09-02T16:50:16.373" v="20" actId="20577"/>
        <pc:sldMkLst>
          <pc:docMk/>
          <pc:sldMk cId="2760283428" sldId="469"/>
        </pc:sldMkLst>
      </pc:sldChg>
      <pc:sldChg chg="modNotesTx">
        <pc:chgData name="福原　颯(s24d164)" userId="5dad88b0-8d9f-4ea1-b2c6-c10a4d6d0a4a" providerId="ADAL" clId="{3818AB29-42EB-423B-8B08-9477E0434B02}" dt="2024-09-02T16:50:21.386" v="22" actId="20577"/>
        <pc:sldMkLst>
          <pc:docMk/>
          <pc:sldMk cId="3244430561" sldId="470"/>
        </pc:sldMkLst>
      </pc:sldChg>
      <pc:sldChg chg="modNotesTx">
        <pc:chgData name="福原　颯(s24d164)" userId="5dad88b0-8d9f-4ea1-b2c6-c10a4d6d0a4a" providerId="ADAL" clId="{3818AB29-42EB-423B-8B08-9477E0434B02}" dt="2024-09-02T16:50:23.744" v="23" actId="20577"/>
        <pc:sldMkLst>
          <pc:docMk/>
          <pc:sldMk cId="4064885365" sldId="471"/>
        </pc:sldMkLst>
      </pc:sldChg>
      <pc:sldChg chg="modNotesTx">
        <pc:chgData name="福原　颯(s24d164)" userId="5dad88b0-8d9f-4ea1-b2c6-c10a4d6d0a4a" providerId="ADAL" clId="{3818AB29-42EB-423B-8B08-9477E0434B02}" dt="2024-09-02T16:50:25.774" v="24" actId="20577"/>
        <pc:sldMkLst>
          <pc:docMk/>
          <pc:sldMk cId="2295866264" sldId="472"/>
        </pc:sldMkLst>
      </pc:sldChg>
      <pc:sldChg chg="modNotesTx">
        <pc:chgData name="福原　颯(s24d164)" userId="5dad88b0-8d9f-4ea1-b2c6-c10a4d6d0a4a" providerId="ADAL" clId="{3818AB29-42EB-423B-8B08-9477E0434B02}" dt="2024-09-02T16:50:57.279" v="35" actId="20577"/>
        <pc:sldMkLst>
          <pc:docMk/>
          <pc:sldMk cId="2660268244" sldId="473"/>
        </pc:sldMkLst>
      </pc:sldChg>
      <pc:sldChg chg="modNotesTx">
        <pc:chgData name="福原　颯(s24d164)" userId="5dad88b0-8d9f-4ea1-b2c6-c10a4d6d0a4a" providerId="ADAL" clId="{3818AB29-42EB-423B-8B08-9477E0434B02}" dt="2024-09-02T16:49:51.678" v="11" actId="20577"/>
        <pc:sldMkLst>
          <pc:docMk/>
          <pc:sldMk cId="3666141805" sldId="474"/>
        </pc:sldMkLst>
      </pc:sldChg>
      <pc:sldChg chg="modNotesTx">
        <pc:chgData name="福原　颯(s24d164)" userId="5dad88b0-8d9f-4ea1-b2c6-c10a4d6d0a4a" providerId="ADAL" clId="{3818AB29-42EB-423B-8B08-9477E0434B02}" dt="2024-09-02T16:50:31.231" v="26" actId="20577"/>
        <pc:sldMkLst>
          <pc:docMk/>
          <pc:sldMk cId="3397892319" sldId="475"/>
        </pc:sldMkLst>
      </pc:sldChg>
      <pc:sldChg chg="modNotesTx">
        <pc:chgData name="福原　颯(s24d164)" userId="5dad88b0-8d9f-4ea1-b2c6-c10a4d6d0a4a" providerId="ADAL" clId="{3818AB29-42EB-423B-8B08-9477E0434B02}" dt="2024-09-02T16:50:28.324" v="25" actId="20577"/>
        <pc:sldMkLst>
          <pc:docMk/>
          <pc:sldMk cId="4109290282" sldId="478"/>
        </pc:sldMkLst>
      </pc:sldChg>
      <pc:sldChg chg="modNotesTx">
        <pc:chgData name="福原　颯(s24d164)" userId="5dad88b0-8d9f-4ea1-b2c6-c10a4d6d0a4a" providerId="ADAL" clId="{3818AB29-42EB-423B-8B08-9477E0434B02}" dt="2024-09-02T16:50:34.188" v="27" actId="20577"/>
        <pc:sldMkLst>
          <pc:docMk/>
          <pc:sldMk cId="563991941" sldId="480"/>
        </pc:sldMkLst>
      </pc:sldChg>
      <pc:sldChg chg="modNotesTx">
        <pc:chgData name="福原　颯(s24d164)" userId="5dad88b0-8d9f-4ea1-b2c6-c10a4d6d0a4a" providerId="ADAL" clId="{3818AB29-42EB-423B-8B08-9477E0434B02}" dt="2024-09-02T16:50:38.033" v="28" actId="20577"/>
        <pc:sldMkLst>
          <pc:docMk/>
          <pc:sldMk cId="1698350966" sldId="481"/>
        </pc:sldMkLst>
      </pc:sldChg>
      <pc:sldChg chg="modNotesTx">
        <pc:chgData name="福原　颯(s24d164)" userId="5dad88b0-8d9f-4ea1-b2c6-c10a4d6d0a4a" providerId="ADAL" clId="{3818AB29-42EB-423B-8B08-9477E0434B02}" dt="2024-09-02T16:50:40.884" v="29" actId="20577"/>
        <pc:sldMkLst>
          <pc:docMk/>
          <pc:sldMk cId="3587152433" sldId="482"/>
        </pc:sldMkLst>
      </pc:sldChg>
      <pc:sldChg chg="modNotesTx">
        <pc:chgData name="福原　颯(s24d164)" userId="5dad88b0-8d9f-4ea1-b2c6-c10a4d6d0a4a" providerId="ADAL" clId="{3818AB29-42EB-423B-8B08-9477E0434B02}" dt="2024-09-02T16:50:45.283" v="30" actId="20577"/>
        <pc:sldMkLst>
          <pc:docMk/>
          <pc:sldMk cId="4251583710" sldId="483"/>
        </pc:sldMkLst>
      </pc:sldChg>
      <pc:sldChg chg="modNotesTx">
        <pc:chgData name="福原　颯(s24d164)" userId="5dad88b0-8d9f-4ea1-b2c6-c10a4d6d0a4a" providerId="ADAL" clId="{3818AB29-42EB-423B-8B08-9477E0434B02}" dt="2024-09-02T16:50:47.801" v="31" actId="20577"/>
        <pc:sldMkLst>
          <pc:docMk/>
          <pc:sldMk cId="1662944057" sldId="485"/>
        </pc:sldMkLst>
      </pc:sldChg>
      <pc:sldChg chg="modNotesTx">
        <pc:chgData name="福原　颯(s24d164)" userId="5dad88b0-8d9f-4ea1-b2c6-c10a4d6d0a4a" providerId="ADAL" clId="{3818AB29-42EB-423B-8B08-9477E0434B02}" dt="2024-09-02T16:50:50.146" v="32" actId="20577"/>
        <pc:sldMkLst>
          <pc:docMk/>
          <pc:sldMk cId="928350818" sldId="486"/>
        </pc:sldMkLst>
      </pc:sldChg>
      <pc:sldChg chg="modNotesTx">
        <pc:chgData name="福原　颯(s24d164)" userId="5dad88b0-8d9f-4ea1-b2c6-c10a4d6d0a4a" providerId="ADAL" clId="{3818AB29-42EB-423B-8B08-9477E0434B02}" dt="2024-09-02T16:50:52.414" v="33" actId="20577"/>
        <pc:sldMkLst>
          <pc:docMk/>
          <pc:sldMk cId="3007412481" sldId="488"/>
        </pc:sldMkLst>
      </pc:sldChg>
      <pc:sldChg chg="modNotesTx">
        <pc:chgData name="福原　颯(s24d164)" userId="5dad88b0-8d9f-4ea1-b2c6-c10a4d6d0a4a" providerId="ADAL" clId="{3818AB29-42EB-423B-8B08-9477E0434B02}" dt="2024-09-02T16:50:54.481" v="34" actId="20577"/>
        <pc:sldMkLst>
          <pc:docMk/>
          <pc:sldMk cId="1293918754" sldId="489"/>
        </pc:sldMkLst>
      </pc:sldChg>
      <pc:sldChg chg="modNotesTx">
        <pc:chgData name="福原　颯(s24d164)" userId="5dad88b0-8d9f-4ea1-b2c6-c10a4d6d0a4a" providerId="ADAL" clId="{3818AB29-42EB-423B-8B08-9477E0434B02}" dt="2024-09-02T16:51:02.527" v="36" actId="20577"/>
        <pc:sldMkLst>
          <pc:docMk/>
          <pc:sldMk cId="1238039418" sldId="490"/>
        </pc:sldMkLst>
      </pc:sldChg>
      <pc:sldChg chg="modNotesTx">
        <pc:chgData name="福原　颯(s24d164)" userId="5dad88b0-8d9f-4ea1-b2c6-c10a4d6d0a4a" providerId="ADAL" clId="{3818AB29-42EB-423B-8B08-9477E0434B02}" dt="2024-09-02T16:51:06.982" v="38" actId="20577"/>
        <pc:sldMkLst>
          <pc:docMk/>
          <pc:sldMk cId="2506245929" sldId="492"/>
        </pc:sldMkLst>
      </pc:sldChg>
      <pc:sldChg chg="modNotesTx">
        <pc:chgData name="福原　颯(s24d164)" userId="5dad88b0-8d9f-4ea1-b2c6-c10a4d6d0a4a" providerId="ADAL" clId="{3818AB29-42EB-423B-8B08-9477E0434B02}" dt="2024-09-02T16:51:04.497" v="37" actId="20577"/>
        <pc:sldMkLst>
          <pc:docMk/>
          <pc:sldMk cId="1955146950" sldId="493"/>
        </pc:sldMkLst>
      </pc:sldChg>
      <pc:sldChg chg="modNotesTx">
        <pc:chgData name="福原　颯(s24d164)" userId="5dad88b0-8d9f-4ea1-b2c6-c10a4d6d0a4a" providerId="ADAL" clId="{3818AB29-42EB-423B-8B08-9477E0434B02}" dt="2024-09-02T16:51:08.996" v="39" actId="20577"/>
        <pc:sldMkLst>
          <pc:docMk/>
          <pc:sldMk cId="2533304578" sldId="494"/>
        </pc:sldMkLst>
      </pc:sldChg>
      <pc:sldChg chg="modNotesTx">
        <pc:chgData name="福原　颯(s24d164)" userId="5dad88b0-8d9f-4ea1-b2c6-c10a4d6d0a4a" providerId="ADAL" clId="{3818AB29-42EB-423B-8B08-9477E0434B02}" dt="2024-09-02T16:51:10.962" v="40" actId="20577"/>
        <pc:sldMkLst>
          <pc:docMk/>
          <pc:sldMk cId="957234417" sldId="495"/>
        </pc:sldMkLst>
      </pc:sldChg>
      <pc:sldChg chg="modNotesTx">
        <pc:chgData name="福原　颯(s24d164)" userId="5dad88b0-8d9f-4ea1-b2c6-c10a4d6d0a4a" providerId="ADAL" clId="{3818AB29-42EB-423B-8B08-9477E0434B02}" dt="2024-09-02T16:51:14.415" v="41" actId="20577"/>
        <pc:sldMkLst>
          <pc:docMk/>
          <pc:sldMk cId="209151991" sldId="496"/>
        </pc:sldMkLst>
      </pc:sldChg>
      <pc:sldChg chg="modNotesTx">
        <pc:chgData name="福原　颯(s24d164)" userId="5dad88b0-8d9f-4ea1-b2c6-c10a4d6d0a4a" providerId="ADAL" clId="{3818AB29-42EB-423B-8B08-9477E0434B02}" dt="2024-09-02T16:50:18.653" v="21" actId="20577"/>
        <pc:sldMkLst>
          <pc:docMk/>
          <pc:sldMk cId="3644308075" sldId="499"/>
        </pc:sldMkLst>
      </pc:sldChg>
      <pc:sldChg chg="modNotesTx">
        <pc:chgData name="福原　颯(s24d164)" userId="5dad88b0-8d9f-4ea1-b2c6-c10a4d6d0a4a" providerId="ADAL" clId="{3818AB29-42EB-423B-8B08-9477E0434B02}" dt="2024-09-02T16:49:58.653" v="14" actId="20577"/>
        <pc:sldMkLst>
          <pc:docMk/>
          <pc:sldMk cId="3595924514" sldId="502"/>
        </pc:sldMkLst>
      </pc:sldChg>
      <pc:sldChg chg="modNotesTx">
        <pc:chgData name="福原　颯(s24d164)" userId="5dad88b0-8d9f-4ea1-b2c6-c10a4d6d0a4a" providerId="ADAL" clId="{3818AB29-42EB-423B-8B08-9477E0434B02}" dt="2024-09-02T16:50:01.290" v="15" actId="20577"/>
        <pc:sldMkLst>
          <pc:docMk/>
          <pc:sldMk cId="2605311112" sldId="504"/>
        </pc:sldMkLst>
      </pc:sldChg>
      <pc:sldChg chg="modNotesTx">
        <pc:chgData name="福原　颯(s24d164)" userId="5dad88b0-8d9f-4ea1-b2c6-c10a4d6d0a4a" providerId="ADAL" clId="{3818AB29-42EB-423B-8B08-9477E0434B02}" dt="2024-09-02T16:50:04.132" v="16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3818AB29-42EB-423B-8B08-9477E0434B02}" dt="2024-09-02T16:50:06.429" v="17" actId="20577"/>
        <pc:sldMkLst>
          <pc:docMk/>
          <pc:sldMk cId="1999581275" sldId="506"/>
        </pc:sldMkLst>
      </pc:sldChg>
      <pc:sldChg chg="modNotesTx">
        <pc:chgData name="福原　颯(s24d164)" userId="5dad88b0-8d9f-4ea1-b2c6-c10a4d6d0a4a" providerId="ADAL" clId="{3818AB29-42EB-423B-8B08-9477E0434B02}" dt="2024-09-02T16:50:10.940" v="18" actId="20577"/>
        <pc:sldMkLst>
          <pc:docMk/>
          <pc:sldMk cId="3063014634" sldId="507"/>
        </pc:sldMkLst>
      </pc:sldChg>
    </pc:docChg>
  </pc:docChgLst>
  <pc:docChgLst>
    <pc:chgData name="福原　颯(s24d164)" userId="5dad88b0-8d9f-4ea1-b2c6-c10a4d6d0a4a" providerId="ADAL" clId="{D3F053AD-CDBD-443C-BEE9-8B3E66BA2C4C}"/>
    <pc:docChg chg="undo redo custSel addSld delSld modSld sldOrd">
      <pc:chgData name="福原　颯(s24d164)" userId="5dad88b0-8d9f-4ea1-b2c6-c10a4d6d0a4a" providerId="ADAL" clId="{D3F053AD-CDBD-443C-BEE9-8B3E66BA2C4C}" dt="2025-05-18T07:55:51.163" v="10257" actId="20577"/>
      <pc:docMkLst>
        <pc:docMk/>
      </pc:docMkLst>
      <pc:sldChg chg="delSp modSp del mod">
        <pc:chgData name="福原　颯(s24d164)" userId="5dad88b0-8d9f-4ea1-b2c6-c10a4d6d0a4a" providerId="ADAL" clId="{D3F053AD-CDBD-443C-BEE9-8B3E66BA2C4C}" dt="2025-05-15T02:00:25.909" v="170" actId="47"/>
        <pc:sldMkLst>
          <pc:docMk/>
          <pc:sldMk cId="3101350149" sldId="560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44107496" sldId="65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937305246" sldId="656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774343298" sldId="664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691397539" sldId="67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027494523" sldId="680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4007397206" sldId="68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576073028" sldId="712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737742054" sldId="714"/>
        </pc:sldMkLst>
      </pc:sldChg>
      <pc:sldChg chg="modSp mod">
        <pc:chgData name="福原　颯(s24d164)" userId="5dad88b0-8d9f-4ea1-b2c6-c10a4d6d0a4a" providerId="ADAL" clId="{D3F053AD-CDBD-443C-BEE9-8B3E66BA2C4C}" dt="2025-05-15T02:05:06.740" v="211" actId="20577"/>
        <pc:sldMkLst>
          <pc:docMk/>
          <pc:sldMk cId="4159215834" sldId="718"/>
        </pc:sldMkLst>
      </pc:sldChg>
      <pc:sldChg chg="addSp delSp modSp add del mod modAnim">
        <pc:chgData name="福原　颯(s24d164)" userId="5dad88b0-8d9f-4ea1-b2c6-c10a4d6d0a4a" providerId="ADAL" clId="{D3F053AD-CDBD-443C-BEE9-8B3E66BA2C4C}" dt="2025-05-15T03:27:56.033" v="590" actId="20577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422684548" sldId="741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2056876469" sldId="746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403920293" sldId="747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854759762" sldId="74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832020014" sldId="751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210969522" sldId="752"/>
        </pc:sldMkLst>
      </pc:sldChg>
      <pc:sldChg chg="addSp delSp modSp add mod">
        <pc:chgData name="福原　颯(s24d164)" userId="5dad88b0-8d9f-4ea1-b2c6-c10a4d6d0a4a" providerId="ADAL" clId="{D3F053AD-CDBD-443C-BEE9-8B3E66BA2C4C}" dt="2025-05-14T10:52:20.106" v="169" actId="1076"/>
        <pc:sldMkLst>
          <pc:docMk/>
          <pc:sldMk cId="2615351689" sldId="758"/>
        </pc:sldMkLst>
      </pc:sldChg>
      <pc:sldChg chg="modSp add mod">
        <pc:chgData name="福原　颯(s24d164)" userId="5dad88b0-8d9f-4ea1-b2c6-c10a4d6d0a4a" providerId="ADAL" clId="{D3F053AD-CDBD-443C-BEE9-8B3E66BA2C4C}" dt="2025-05-15T02:18:09.869" v="340" actId="1076"/>
        <pc:sldMkLst>
          <pc:docMk/>
          <pc:sldMk cId="3347702723" sldId="759"/>
        </pc:sldMkLst>
      </pc:sldChg>
      <pc:sldChg chg="addSp modSp add mod">
        <pc:chgData name="福原　颯(s24d164)" userId="5dad88b0-8d9f-4ea1-b2c6-c10a4d6d0a4a" providerId="ADAL" clId="{D3F053AD-CDBD-443C-BEE9-8B3E66BA2C4C}" dt="2025-05-15T03:32:49.457" v="664" actId="14100"/>
        <pc:sldMkLst>
          <pc:docMk/>
          <pc:sldMk cId="2743156960" sldId="760"/>
        </pc:sldMkLst>
      </pc:sldChg>
      <pc:sldChg chg="addSp delSp modSp add mod modAnim">
        <pc:chgData name="福原　颯(s24d164)" userId="5dad88b0-8d9f-4ea1-b2c6-c10a4d6d0a4a" providerId="ADAL" clId="{D3F053AD-CDBD-443C-BEE9-8B3E66BA2C4C}" dt="2025-05-15T03:45:35.115" v="748" actId="1036"/>
        <pc:sldMkLst>
          <pc:docMk/>
          <pc:sldMk cId="876460111" sldId="761"/>
        </pc:sldMkLst>
      </pc:sldChg>
      <pc:sldChg chg="addSp delSp modSp add mod ord">
        <pc:chgData name="福原　颯(s24d164)" userId="5dad88b0-8d9f-4ea1-b2c6-c10a4d6d0a4a" providerId="ADAL" clId="{D3F053AD-CDBD-443C-BEE9-8B3E66BA2C4C}" dt="2025-05-15T04:40:47.396" v="1082" actId="20577"/>
        <pc:sldMkLst>
          <pc:docMk/>
          <pc:sldMk cId="249835358" sldId="762"/>
        </pc:sldMkLst>
      </pc:sldChg>
      <pc:sldChg chg="addSp delSp modSp add mod delAnim">
        <pc:chgData name="福原　颯(s24d164)" userId="5dad88b0-8d9f-4ea1-b2c6-c10a4d6d0a4a" providerId="ADAL" clId="{D3F053AD-CDBD-443C-BEE9-8B3E66BA2C4C}" dt="2025-05-15T03:47:34.447" v="782" actId="1076"/>
        <pc:sldMkLst>
          <pc:docMk/>
          <pc:sldMk cId="3482301737" sldId="763"/>
        </pc:sldMkLst>
      </pc:sldChg>
      <pc:sldChg chg="add">
        <pc:chgData name="福原　颯(s24d164)" userId="5dad88b0-8d9f-4ea1-b2c6-c10a4d6d0a4a" providerId="ADAL" clId="{D3F053AD-CDBD-443C-BEE9-8B3E66BA2C4C}" dt="2025-05-15T04:29:27.212" v="867"/>
        <pc:sldMkLst>
          <pc:docMk/>
          <pc:sldMk cId="97923385" sldId="764"/>
        </pc:sldMkLst>
      </pc:sldChg>
      <pc:sldChg chg="addSp delSp modSp add mod ord addAnim delAnim">
        <pc:chgData name="福原　颯(s24d164)" userId="5dad88b0-8d9f-4ea1-b2c6-c10a4d6d0a4a" providerId="ADAL" clId="{D3F053AD-CDBD-443C-BEE9-8B3E66BA2C4C}" dt="2025-05-15T04:36:28.675" v="1069" actId="20577"/>
        <pc:sldMkLst>
          <pc:docMk/>
          <pc:sldMk cId="2532690430" sldId="765"/>
        </pc:sldMkLst>
      </pc:sldChg>
      <pc:sldChg chg="add">
        <pc:chgData name="福原　颯(s24d164)" userId="5dad88b0-8d9f-4ea1-b2c6-c10a4d6d0a4a" providerId="ADAL" clId="{D3F053AD-CDBD-443C-BEE9-8B3E66BA2C4C}" dt="2025-05-15T04:39:15.173" v="1070"/>
        <pc:sldMkLst>
          <pc:docMk/>
          <pc:sldMk cId="2513075092" sldId="766"/>
        </pc:sldMkLst>
      </pc:sldChg>
      <pc:sldChg chg="addSp delSp modSp add del mod delAnim">
        <pc:chgData name="福原　颯(s24d164)" userId="5dad88b0-8d9f-4ea1-b2c6-c10a4d6d0a4a" providerId="ADAL" clId="{D3F053AD-CDBD-443C-BEE9-8B3E66BA2C4C}" dt="2025-05-15T06:51:46.940" v="1799" actId="47"/>
        <pc:sldMkLst>
          <pc:docMk/>
          <pc:sldMk cId="655670193" sldId="767"/>
        </pc:sldMkLst>
      </pc:sldChg>
      <pc:sldChg chg="modSp add mod">
        <pc:chgData name="福原　颯(s24d164)" userId="5dad88b0-8d9f-4ea1-b2c6-c10a4d6d0a4a" providerId="ADAL" clId="{D3F053AD-CDBD-443C-BEE9-8B3E66BA2C4C}" dt="2025-05-15T10:47:55.005" v="3855"/>
        <pc:sldMkLst>
          <pc:docMk/>
          <pc:sldMk cId="1067871787" sldId="768"/>
        </pc:sldMkLst>
      </pc:sldChg>
      <pc:sldChg chg="modSp add mod">
        <pc:chgData name="福原　颯(s24d164)" userId="5dad88b0-8d9f-4ea1-b2c6-c10a4d6d0a4a" providerId="ADAL" clId="{D3F053AD-CDBD-443C-BEE9-8B3E66BA2C4C}" dt="2025-05-15T08:18:14.661" v="2656" actId="12"/>
        <pc:sldMkLst>
          <pc:docMk/>
          <pc:sldMk cId="3516470228" sldId="769"/>
        </pc:sldMkLst>
      </pc:sldChg>
      <pc:sldChg chg="modSp add mod">
        <pc:chgData name="福原　颯(s24d164)" userId="5dad88b0-8d9f-4ea1-b2c6-c10a4d6d0a4a" providerId="ADAL" clId="{D3F053AD-CDBD-443C-BEE9-8B3E66BA2C4C}" dt="2025-05-15T08:24:10.222" v="2790" actId="20577"/>
        <pc:sldMkLst>
          <pc:docMk/>
          <pc:sldMk cId="2662678024" sldId="770"/>
        </pc:sldMkLst>
      </pc:sldChg>
      <pc:sldChg chg="addSp delSp modSp add mod">
        <pc:chgData name="福原　颯(s24d164)" userId="5dad88b0-8d9f-4ea1-b2c6-c10a4d6d0a4a" providerId="ADAL" clId="{D3F053AD-CDBD-443C-BEE9-8B3E66BA2C4C}" dt="2025-05-16T05:04:58.163" v="3862" actId="478"/>
        <pc:sldMkLst>
          <pc:docMk/>
          <pc:sldMk cId="1163437332" sldId="771"/>
        </pc:sldMkLst>
      </pc:sldChg>
      <pc:sldChg chg="addSp delSp modSp add mod">
        <pc:chgData name="福原　颯(s24d164)" userId="5dad88b0-8d9f-4ea1-b2c6-c10a4d6d0a4a" providerId="ADAL" clId="{D3F053AD-CDBD-443C-BEE9-8B3E66BA2C4C}" dt="2025-05-16T05:06:26.152" v="3868" actId="478"/>
        <pc:sldMkLst>
          <pc:docMk/>
          <pc:sldMk cId="1210146090" sldId="772"/>
        </pc:sldMkLst>
      </pc:sldChg>
      <pc:sldChg chg="delSp modSp add mod">
        <pc:chgData name="福原　颯(s24d164)" userId="5dad88b0-8d9f-4ea1-b2c6-c10a4d6d0a4a" providerId="ADAL" clId="{D3F053AD-CDBD-443C-BEE9-8B3E66BA2C4C}" dt="2025-05-15T10:20:34.254" v="3292" actId="478"/>
        <pc:sldMkLst>
          <pc:docMk/>
          <pc:sldMk cId="1477064745" sldId="773"/>
        </pc:sldMkLst>
      </pc:sldChg>
      <pc:sldChg chg="addSp delSp modSp add mod">
        <pc:chgData name="福原　颯(s24d164)" userId="5dad88b0-8d9f-4ea1-b2c6-c10a4d6d0a4a" providerId="ADAL" clId="{D3F053AD-CDBD-443C-BEE9-8B3E66BA2C4C}" dt="2025-05-16T05:13:23.227" v="3903" actId="20577"/>
        <pc:sldMkLst>
          <pc:docMk/>
          <pc:sldMk cId="3638264233" sldId="774"/>
        </pc:sldMkLst>
      </pc:sldChg>
      <pc:sldChg chg="modSp add mod">
        <pc:chgData name="福原　颯(s24d164)" userId="5dad88b0-8d9f-4ea1-b2c6-c10a4d6d0a4a" providerId="ADAL" clId="{D3F053AD-CDBD-443C-BEE9-8B3E66BA2C4C}" dt="2025-05-16T05:16:33.831" v="3943" actId="20577"/>
        <pc:sldMkLst>
          <pc:docMk/>
          <pc:sldMk cId="1123830566" sldId="775"/>
        </pc:sldMkLst>
      </pc:sldChg>
      <pc:sldChg chg="addSp modSp add mod">
        <pc:chgData name="福原　颯(s24d164)" userId="5dad88b0-8d9f-4ea1-b2c6-c10a4d6d0a4a" providerId="ADAL" clId="{D3F053AD-CDBD-443C-BEE9-8B3E66BA2C4C}" dt="2025-05-16T05:46:36.845" v="4397" actId="20577"/>
        <pc:sldMkLst>
          <pc:docMk/>
          <pc:sldMk cId="966620949" sldId="776"/>
        </pc:sldMkLst>
      </pc:sldChg>
      <pc:sldChg chg="delSp modSp add mod">
        <pc:chgData name="福原　颯(s24d164)" userId="5dad88b0-8d9f-4ea1-b2c6-c10a4d6d0a4a" providerId="ADAL" clId="{D3F053AD-CDBD-443C-BEE9-8B3E66BA2C4C}" dt="2025-05-16T05:55:42.268" v="4471" actId="207"/>
        <pc:sldMkLst>
          <pc:docMk/>
          <pc:sldMk cId="372302214" sldId="777"/>
        </pc:sldMkLst>
      </pc:sldChg>
      <pc:sldChg chg="addSp delSp modSp add mod">
        <pc:chgData name="福原　颯(s24d164)" userId="5dad88b0-8d9f-4ea1-b2c6-c10a4d6d0a4a" providerId="ADAL" clId="{D3F053AD-CDBD-443C-BEE9-8B3E66BA2C4C}" dt="2025-05-16T09:47:34.034" v="6906" actId="115"/>
        <pc:sldMkLst>
          <pc:docMk/>
          <pc:sldMk cId="928857032" sldId="778"/>
        </pc:sldMkLst>
      </pc:sldChg>
      <pc:sldChg chg="add del">
        <pc:chgData name="福原　颯(s24d164)" userId="5dad88b0-8d9f-4ea1-b2c6-c10a4d6d0a4a" providerId="ADAL" clId="{D3F053AD-CDBD-443C-BEE9-8B3E66BA2C4C}" dt="2025-05-16T06:33:44.070" v="5077"/>
        <pc:sldMkLst>
          <pc:docMk/>
          <pc:sldMk cId="998079721" sldId="779"/>
        </pc:sldMkLst>
      </pc:sldChg>
      <pc:sldChg chg="addSp delSp modSp add mod">
        <pc:chgData name="福原　颯(s24d164)" userId="5dad88b0-8d9f-4ea1-b2c6-c10a4d6d0a4a" providerId="ADAL" clId="{D3F053AD-CDBD-443C-BEE9-8B3E66BA2C4C}" dt="2025-05-16T08:28:26.581" v="6036" actId="1037"/>
        <pc:sldMkLst>
          <pc:docMk/>
          <pc:sldMk cId="1044232084" sldId="779"/>
        </pc:sldMkLst>
      </pc:sldChg>
      <pc:sldChg chg="addSp delSp modSp add mod">
        <pc:chgData name="福原　颯(s24d164)" userId="5dad88b0-8d9f-4ea1-b2c6-c10a4d6d0a4a" providerId="ADAL" clId="{D3F053AD-CDBD-443C-BEE9-8B3E66BA2C4C}" dt="2025-05-16T09:10:56.852" v="6277" actId="1076"/>
        <pc:sldMkLst>
          <pc:docMk/>
          <pc:sldMk cId="3770270452" sldId="780"/>
        </pc:sldMkLst>
      </pc:sldChg>
      <pc:sldChg chg="delSp modSp add mod ord">
        <pc:chgData name="福原　颯(s24d164)" userId="5dad88b0-8d9f-4ea1-b2c6-c10a4d6d0a4a" providerId="ADAL" clId="{D3F053AD-CDBD-443C-BEE9-8B3E66BA2C4C}" dt="2025-05-16T09:20:25.388" v="6457"/>
        <pc:sldMkLst>
          <pc:docMk/>
          <pc:sldMk cId="1261761750" sldId="781"/>
        </pc:sldMkLst>
      </pc:sldChg>
      <pc:sldChg chg="delSp modSp add mod ord">
        <pc:chgData name="福原　颯(s24d164)" userId="5dad88b0-8d9f-4ea1-b2c6-c10a4d6d0a4a" providerId="ADAL" clId="{D3F053AD-CDBD-443C-BEE9-8B3E66BA2C4C}" dt="2025-05-16T10:20:46.478" v="6995"/>
        <pc:sldMkLst>
          <pc:docMk/>
          <pc:sldMk cId="2293909014" sldId="782"/>
        </pc:sldMkLst>
      </pc:sldChg>
      <pc:sldChg chg="modSp add mod">
        <pc:chgData name="福原　颯(s24d164)" userId="5dad88b0-8d9f-4ea1-b2c6-c10a4d6d0a4a" providerId="ADAL" clId="{D3F053AD-CDBD-443C-BEE9-8B3E66BA2C4C}" dt="2025-05-16T10:33:55.704" v="7051" actId="20577"/>
        <pc:sldMkLst>
          <pc:docMk/>
          <pc:sldMk cId="3237612359" sldId="783"/>
        </pc:sldMkLst>
      </pc:sldChg>
      <pc:sldChg chg="modSp add mod">
        <pc:chgData name="福原　颯(s24d164)" userId="5dad88b0-8d9f-4ea1-b2c6-c10a4d6d0a4a" providerId="ADAL" clId="{D3F053AD-CDBD-443C-BEE9-8B3E66BA2C4C}" dt="2025-05-16T10:24:42.476" v="7041" actId="20577"/>
        <pc:sldMkLst>
          <pc:docMk/>
          <pc:sldMk cId="337573737" sldId="784"/>
        </pc:sldMkLst>
      </pc:sldChg>
      <pc:sldChg chg="modSp add mod ord">
        <pc:chgData name="福原　颯(s24d164)" userId="5dad88b0-8d9f-4ea1-b2c6-c10a4d6d0a4a" providerId="ADAL" clId="{D3F053AD-CDBD-443C-BEE9-8B3E66BA2C4C}" dt="2025-05-18T03:48:15.861" v="7842" actId="20577"/>
        <pc:sldMkLst>
          <pc:docMk/>
          <pc:sldMk cId="3271634501" sldId="788"/>
        </pc:sldMkLst>
      </pc:sldChg>
      <pc:sldChg chg="addSp modSp add mod">
        <pc:chgData name="福原　颯(s24d164)" userId="5dad88b0-8d9f-4ea1-b2c6-c10a4d6d0a4a" providerId="ADAL" clId="{D3F053AD-CDBD-443C-BEE9-8B3E66BA2C4C}" dt="2025-05-18T03:08:48.146" v="7225" actId="1076"/>
        <pc:sldMkLst>
          <pc:docMk/>
          <pc:sldMk cId="906458731" sldId="789"/>
        </pc:sldMkLst>
      </pc:sldChg>
      <pc:sldChg chg="delSp modSp add mod">
        <pc:chgData name="福原　颯(s24d164)" userId="5dad88b0-8d9f-4ea1-b2c6-c10a4d6d0a4a" providerId="ADAL" clId="{D3F053AD-CDBD-443C-BEE9-8B3E66BA2C4C}" dt="2025-05-18T03:15:14.748" v="7239" actId="1076"/>
        <pc:sldMkLst>
          <pc:docMk/>
          <pc:sldMk cId="2580826161" sldId="790"/>
        </pc:sldMkLst>
      </pc:sldChg>
      <pc:sldChg chg="modSp add mod">
        <pc:chgData name="福原　颯(s24d164)" userId="5dad88b0-8d9f-4ea1-b2c6-c10a4d6d0a4a" providerId="ADAL" clId="{D3F053AD-CDBD-443C-BEE9-8B3E66BA2C4C}" dt="2025-05-18T03:44:22.968" v="7775" actId="20577"/>
        <pc:sldMkLst>
          <pc:docMk/>
          <pc:sldMk cId="1124655202" sldId="791"/>
        </pc:sldMkLst>
      </pc:sldChg>
      <pc:sldChg chg="addSp modSp add mod">
        <pc:chgData name="福原　颯(s24d164)" userId="5dad88b0-8d9f-4ea1-b2c6-c10a4d6d0a4a" providerId="ADAL" clId="{D3F053AD-CDBD-443C-BEE9-8B3E66BA2C4C}" dt="2025-05-18T04:14:34.612" v="8109" actId="20577"/>
        <pc:sldMkLst>
          <pc:docMk/>
          <pc:sldMk cId="3510803454" sldId="792"/>
        </pc:sldMkLst>
      </pc:sldChg>
      <pc:sldChg chg="modSp add mod">
        <pc:chgData name="福原　颯(s24d164)" userId="5dad88b0-8d9f-4ea1-b2c6-c10a4d6d0a4a" providerId="ADAL" clId="{D3F053AD-CDBD-443C-BEE9-8B3E66BA2C4C}" dt="2025-05-18T04:15:28.044" v="8155" actId="20577"/>
        <pc:sldMkLst>
          <pc:docMk/>
          <pc:sldMk cId="49660724" sldId="793"/>
        </pc:sldMkLst>
      </pc:sldChg>
      <pc:sldChg chg="addSp delSp modSp add mod">
        <pc:chgData name="福原　颯(s24d164)" userId="5dad88b0-8d9f-4ea1-b2c6-c10a4d6d0a4a" providerId="ADAL" clId="{D3F053AD-CDBD-443C-BEE9-8B3E66BA2C4C}" dt="2025-05-18T04:43:51.897" v="8508" actId="1038"/>
        <pc:sldMkLst>
          <pc:docMk/>
          <pc:sldMk cId="2958224478" sldId="794"/>
        </pc:sldMkLst>
      </pc:sldChg>
      <pc:sldChg chg="addSp delSp modSp add mod ord">
        <pc:chgData name="福原　颯(s24d164)" userId="5dad88b0-8d9f-4ea1-b2c6-c10a4d6d0a4a" providerId="ADAL" clId="{D3F053AD-CDBD-443C-BEE9-8B3E66BA2C4C}" dt="2025-05-18T05:39:03.182" v="9166" actId="1076"/>
        <pc:sldMkLst>
          <pc:docMk/>
          <pc:sldMk cId="1499138244" sldId="795"/>
        </pc:sldMkLst>
      </pc:sldChg>
      <pc:sldChg chg="addSp delSp modSp add mod ord">
        <pc:chgData name="福原　颯(s24d164)" userId="5dad88b0-8d9f-4ea1-b2c6-c10a4d6d0a4a" providerId="ADAL" clId="{D3F053AD-CDBD-443C-BEE9-8B3E66BA2C4C}" dt="2025-05-18T04:49:16.996" v="8603"/>
        <pc:sldMkLst>
          <pc:docMk/>
          <pc:sldMk cId="1045757155" sldId="796"/>
        </pc:sldMkLst>
      </pc:sldChg>
      <pc:sldChg chg="add del">
        <pc:chgData name="福原　颯(s24d164)" userId="5dad88b0-8d9f-4ea1-b2c6-c10a4d6d0a4a" providerId="ADAL" clId="{D3F053AD-CDBD-443C-BEE9-8B3E66BA2C4C}" dt="2025-05-18T04:44:23.089" v="8517"/>
        <pc:sldMkLst>
          <pc:docMk/>
          <pc:sldMk cId="387590260" sldId="797"/>
        </pc:sldMkLst>
      </pc:sldChg>
      <pc:sldChg chg="addSp delSp modSp add mod">
        <pc:chgData name="福原　颯(s24d164)" userId="5dad88b0-8d9f-4ea1-b2c6-c10a4d6d0a4a" providerId="ADAL" clId="{D3F053AD-CDBD-443C-BEE9-8B3E66BA2C4C}" dt="2025-05-18T05:41:40.694" v="9208" actId="478"/>
        <pc:sldMkLst>
          <pc:docMk/>
          <pc:sldMk cId="3333470137" sldId="797"/>
        </pc:sldMkLst>
      </pc:sldChg>
      <pc:sldChg chg="modSp add mod">
        <pc:chgData name="福原　颯(s24d164)" userId="5dad88b0-8d9f-4ea1-b2c6-c10a4d6d0a4a" providerId="ADAL" clId="{D3F053AD-CDBD-443C-BEE9-8B3E66BA2C4C}" dt="2025-05-18T05:34:20.287" v="9127" actId="115"/>
        <pc:sldMkLst>
          <pc:docMk/>
          <pc:sldMk cId="1201201007" sldId="798"/>
        </pc:sldMkLst>
      </pc:sldChg>
      <pc:sldChg chg="addSp modSp add mod">
        <pc:chgData name="福原　颯(s24d164)" userId="5dad88b0-8d9f-4ea1-b2c6-c10a4d6d0a4a" providerId="ADAL" clId="{D3F053AD-CDBD-443C-BEE9-8B3E66BA2C4C}" dt="2025-05-18T05:43:37.927" v="9305" actId="20577"/>
        <pc:sldMkLst>
          <pc:docMk/>
          <pc:sldMk cId="278708712" sldId="799"/>
        </pc:sldMkLst>
      </pc:sldChg>
      <pc:sldChg chg="addSp modSp add mod">
        <pc:chgData name="福原　颯(s24d164)" userId="5dad88b0-8d9f-4ea1-b2c6-c10a4d6d0a4a" providerId="ADAL" clId="{D3F053AD-CDBD-443C-BEE9-8B3E66BA2C4C}" dt="2025-05-18T05:41:17.235" v="9201" actId="20577"/>
        <pc:sldMkLst>
          <pc:docMk/>
          <pc:sldMk cId="4140170195" sldId="800"/>
        </pc:sldMkLst>
      </pc:sldChg>
      <pc:sldChg chg="add">
        <pc:chgData name="福原　颯(s24d164)" userId="5dad88b0-8d9f-4ea1-b2c6-c10a4d6d0a4a" providerId="ADAL" clId="{D3F053AD-CDBD-443C-BEE9-8B3E66BA2C4C}" dt="2025-05-18T05:45:38.514" v="9329"/>
        <pc:sldMkLst>
          <pc:docMk/>
          <pc:sldMk cId="744169427" sldId="801"/>
        </pc:sldMkLst>
      </pc:sldChg>
      <pc:sldChg chg="addSp delSp modSp add del mod">
        <pc:chgData name="福原　颯(s24d164)" userId="5dad88b0-8d9f-4ea1-b2c6-c10a4d6d0a4a" providerId="ADAL" clId="{D3F053AD-CDBD-443C-BEE9-8B3E66BA2C4C}" dt="2025-05-18T05:45:35.698" v="9328" actId="47"/>
        <pc:sldMkLst>
          <pc:docMk/>
          <pc:sldMk cId="1996684636" sldId="801"/>
        </pc:sldMkLst>
      </pc:sldChg>
      <pc:sldChg chg="addSp delSp modSp add mod">
        <pc:chgData name="福原　颯(s24d164)" userId="5dad88b0-8d9f-4ea1-b2c6-c10a4d6d0a4a" providerId="ADAL" clId="{D3F053AD-CDBD-443C-BEE9-8B3E66BA2C4C}" dt="2025-05-18T06:50:37.991" v="9416" actId="14100"/>
        <pc:sldMkLst>
          <pc:docMk/>
          <pc:sldMk cId="427760683" sldId="802"/>
        </pc:sldMkLst>
      </pc:sldChg>
      <pc:sldChg chg="modSp add mod">
        <pc:chgData name="福原　颯(s24d164)" userId="5dad88b0-8d9f-4ea1-b2c6-c10a4d6d0a4a" providerId="ADAL" clId="{D3F053AD-CDBD-443C-BEE9-8B3E66BA2C4C}" dt="2025-05-18T06:53:18.657" v="9516" actId="20577"/>
        <pc:sldMkLst>
          <pc:docMk/>
          <pc:sldMk cId="1043047303" sldId="803"/>
        </pc:sldMkLst>
      </pc:sldChg>
      <pc:sldChg chg="addSp modSp add mod">
        <pc:chgData name="福原　颯(s24d164)" userId="5dad88b0-8d9f-4ea1-b2c6-c10a4d6d0a4a" providerId="ADAL" clId="{D3F053AD-CDBD-443C-BEE9-8B3E66BA2C4C}" dt="2025-05-18T06:50:58.337" v="9422" actId="14100"/>
        <pc:sldMkLst>
          <pc:docMk/>
          <pc:sldMk cId="2010638594" sldId="804"/>
        </pc:sldMkLst>
      </pc:sldChg>
      <pc:sldChg chg="addSp modSp add mod">
        <pc:chgData name="福原　颯(s24d164)" userId="5dad88b0-8d9f-4ea1-b2c6-c10a4d6d0a4a" providerId="ADAL" clId="{D3F053AD-CDBD-443C-BEE9-8B3E66BA2C4C}" dt="2025-05-18T07:22:47.806" v="9788" actId="1076"/>
        <pc:sldMkLst>
          <pc:docMk/>
          <pc:sldMk cId="3223055461" sldId="805"/>
        </pc:sldMkLst>
      </pc:sldChg>
      <pc:sldChg chg="modSp add mod ord">
        <pc:chgData name="福原　颯(s24d164)" userId="5dad88b0-8d9f-4ea1-b2c6-c10a4d6d0a4a" providerId="ADAL" clId="{D3F053AD-CDBD-443C-BEE9-8B3E66BA2C4C}" dt="2025-05-18T07:53:20.980" v="10162"/>
        <pc:sldMkLst>
          <pc:docMk/>
          <pc:sldMk cId="359375935" sldId="806"/>
        </pc:sldMkLst>
      </pc:sldChg>
      <pc:sldChg chg="addSp delSp modSp add mod">
        <pc:chgData name="福原　颯(s24d164)" userId="5dad88b0-8d9f-4ea1-b2c6-c10a4d6d0a4a" providerId="ADAL" clId="{D3F053AD-CDBD-443C-BEE9-8B3E66BA2C4C}" dt="2025-05-18T07:37:48.611" v="10160" actId="1035"/>
        <pc:sldMkLst>
          <pc:docMk/>
          <pc:sldMk cId="2069240060" sldId="807"/>
        </pc:sldMkLst>
      </pc:sldChg>
      <pc:sldChg chg="delSp modSp add mod">
        <pc:chgData name="福原　颯(s24d164)" userId="5dad88b0-8d9f-4ea1-b2c6-c10a4d6d0a4a" providerId="ADAL" clId="{D3F053AD-CDBD-443C-BEE9-8B3E66BA2C4C}" dt="2025-05-18T07:55:09.359" v="10208" actId="20577"/>
        <pc:sldMkLst>
          <pc:docMk/>
          <pc:sldMk cId="3484124929" sldId="808"/>
        </pc:sldMkLst>
      </pc:sldChg>
      <pc:sldChg chg="modSp add mod">
        <pc:chgData name="福原　颯(s24d164)" userId="5dad88b0-8d9f-4ea1-b2c6-c10a4d6d0a4a" providerId="ADAL" clId="{D3F053AD-CDBD-443C-BEE9-8B3E66BA2C4C}" dt="2025-05-18T07:55:34.627" v="10220" actId="20577"/>
        <pc:sldMkLst>
          <pc:docMk/>
          <pc:sldMk cId="2773276949" sldId="809"/>
        </pc:sldMkLst>
      </pc:sldChg>
      <pc:sldChg chg="modSp add mod">
        <pc:chgData name="福原　颯(s24d164)" userId="5dad88b0-8d9f-4ea1-b2c6-c10a4d6d0a4a" providerId="ADAL" clId="{D3F053AD-CDBD-443C-BEE9-8B3E66BA2C4C}" dt="2025-05-18T07:55:51.163" v="10257" actId="20577"/>
        <pc:sldMkLst>
          <pc:docMk/>
          <pc:sldMk cId="837315838" sldId="810"/>
        </pc:sldMkLst>
      </pc:sldChg>
    </pc:docChg>
  </pc:docChgLst>
  <pc:docChgLst>
    <pc:chgData name="福原　颯(s24d164)" userId="5dad88b0-8d9f-4ea1-b2c6-c10a4d6d0a4a" providerId="ADAL" clId="{F1EF626C-D9CF-4555-8696-0C9A9D5F08A2}"/>
    <pc:docChg chg="undo custSel addSld modSld">
      <pc:chgData name="福原　颯(s24d164)" userId="5dad88b0-8d9f-4ea1-b2c6-c10a4d6d0a4a" providerId="ADAL" clId="{F1EF626C-D9CF-4555-8696-0C9A9D5F08A2}" dt="2024-09-19T01:03:42.780" v="173" actId="113"/>
      <pc:docMkLst>
        <pc:docMk/>
      </pc:docMkLst>
      <pc:sldChg chg="modSp mod">
        <pc:chgData name="福原　颯(s24d164)" userId="5dad88b0-8d9f-4ea1-b2c6-c10a4d6d0a4a" providerId="ADAL" clId="{F1EF626C-D9CF-4555-8696-0C9A9D5F08A2}" dt="2024-09-19T00:39:44.901" v="62" actId="20577"/>
        <pc:sldMkLst>
          <pc:docMk/>
          <pc:sldMk cId="3274072135" sldId="513"/>
        </pc:sldMkLst>
      </pc:sldChg>
      <pc:sldChg chg="modSp mod">
        <pc:chgData name="福原　颯(s24d164)" userId="5dad88b0-8d9f-4ea1-b2c6-c10a4d6d0a4a" providerId="ADAL" clId="{F1EF626C-D9CF-4555-8696-0C9A9D5F08A2}" dt="2024-09-19T01:03:09.450" v="166" actId="20577"/>
        <pc:sldMkLst>
          <pc:docMk/>
          <pc:sldMk cId="1777063703" sldId="531"/>
        </pc:sldMkLst>
      </pc:sldChg>
      <pc:sldChg chg="modSp mod">
        <pc:chgData name="福原　颯(s24d164)" userId="5dad88b0-8d9f-4ea1-b2c6-c10a4d6d0a4a" providerId="ADAL" clId="{F1EF626C-D9CF-4555-8696-0C9A9D5F08A2}" dt="2024-09-19T01:03:23.285" v="169"/>
        <pc:sldMkLst>
          <pc:docMk/>
          <pc:sldMk cId="787021457" sldId="535"/>
        </pc:sldMkLst>
      </pc:sldChg>
      <pc:sldChg chg="modSp mod">
        <pc:chgData name="福原　颯(s24d164)" userId="5dad88b0-8d9f-4ea1-b2c6-c10a4d6d0a4a" providerId="ADAL" clId="{F1EF626C-D9CF-4555-8696-0C9A9D5F08A2}" dt="2024-09-19T01:03:14.614" v="167"/>
        <pc:sldMkLst>
          <pc:docMk/>
          <pc:sldMk cId="657489115" sldId="536"/>
        </pc:sldMkLst>
      </pc:sldChg>
      <pc:sldChg chg="modSp mod">
        <pc:chgData name="福原　颯(s24d164)" userId="5dad88b0-8d9f-4ea1-b2c6-c10a4d6d0a4a" providerId="ADAL" clId="{F1EF626C-D9CF-4555-8696-0C9A9D5F08A2}" dt="2024-09-19T01:03:18.745" v="168"/>
        <pc:sldMkLst>
          <pc:docMk/>
          <pc:sldMk cId="2340234848" sldId="537"/>
        </pc:sldMkLst>
      </pc:sldChg>
      <pc:sldChg chg="modSp mod">
        <pc:chgData name="福原　颯(s24d164)" userId="5dad88b0-8d9f-4ea1-b2c6-c10a4d6d0a4a" providerId="ADAL" clId="{F1EF626C-D9CF-4555-8696-0C9A9D5F08A2}" dt="2024-09-19T01:03:30.496" v="171"/>
        <pc:sldMkLst>
          <pc:docMk/>
          <pc:sldMk cId="2779778668" sldId="540"/>
        </pc:sldMkLst>
      </pc:sldChg>
      <pc:sldChg chg="modSp mod">
        <pc:chgData name="福原　颯(s24d164)" userId="5dad88b0-8d9f-4ea1-b2c6-c10a4d6d0a4a" providerId="ADAL" clId="{F1EF626C-D9CF-4555-8696-0C9A9D5F08A2}" dt="2024-09-19T00:59:10.660" v="156" actId="20577"/>
        <pc:sldMkLst>
          <pc:docMk/>
          <pc:sldMk cId="338589204" sldId="552"/>
        </pc:sldMkLst>
      </pc:sldChg>
      <pc:sldChg chg="modSp mod">
        <pc:chgData name="福原　颯(s24d164)" userId="5dad88b0-8d9f-4ea1-b2c6-c10a4d6d0a4a" providerId="ADAL" clId="{F1EF626C-D9CF-4555-8696-0C9A9D5F08A2}" dt="2024-09-19T00:56:09.170" v="64" actId="14734"/>
        <pc:sldMkLst>
          <pc:docMk/>
          <pc:sldMk cId="561060879" sldId="553"/>
        </pc:sldMkLst>
      </pc:sldChg>
      <pc:sldChg chg="modSp mod">
        <pc:chgData name="福原　颯(s24d164)" userId="5dad88b0-8d9f-4ea1-b2c6-c10a4d6d0a4a" providerId="ADAL" clId="{F1EF626C-D9CF-4555-8696-0C9A9D5F08A2}" dt="2024-09-19T00:14:48.576" v="59" actId="20577"/>
        <pc:sldMkLst>
          <pc:docMk/>
          <pc:sldMk cId="3098468264" sldId="557"/>
        </pc:sldMkLst>
      </pc:sldChg>
      <pc:sldChg chg="addSp delSp modSp mod">
        <pc:chgData name="福原　颯(s24d164)" userId="5dad88b0-8d9f-4ea1-b2c6-c10a4d6d0a4a" providerId="ADAL" clId="{F1EF626C-D9CF-4555-8696-0C9A9D5F08A2}" dt="2024-09-19T00:56:45.850" v="72" actId="1076"/>
        <pc:sldMkLst>
          <pc:docMk/>
          <pc:sldMk cId="2608318930" sldId="565"/>
        </pc:sldMkLst>
      </pc:sldChg>
      <pc:sldChg chg="modSp mod">
        <pc:chgData name="福原　颯(s24d164)" userId="5dad88b0-8d9f-4ea1-b2c6-c10a4d6d0a4a" providerId="ADAL" clId="{F1EF626C-D9CF-4555-8696-0C9A9D5F08A2}" dt="2024-09-19T01:03:27.531" v="170"/>
        <pc:sldMkLst>
          <pc:docMk/>
          <pc:sldMk cId="1971853744" sldId="568"/>
        </pc:sldMkLst>
      </pc:sldChg>
      <pc:sldChg chg="addSp delSp modSp mod">
        <pc:chgData name="福原　颯(s24d164)" userId="5dad88b0-8d9f-4ea1-b2c6-c10a4d6d0a4a" providerId="ADAL" clId="{F1EF626C-D9CF-4555-8696-0C9A9D5F08A2}" dt="2024-09-19T00:57:51.370" v="81" actId="14100"/>
        <pc:sldMkLst>
          <pc:docMk/>
          <pc:sldMk cId="4205508689" sldId="572"/>
        </pc:sldMkLst>
      </pc:sldChg>
      <pc:sldChg chg="modSp add mod">
        <pc:chgData name="福原　颯(s24d164)" userId="5dad88b0-8d9f-4ea1-b2c6-c10a4d6d0a4a" providerId="ADAL" clId="{F1EF626C-D9CF-4555-8696-0C9A9D5F08A2}" dt="2024-09-19T01:03:42.780" v="173" actId="113"/>
        <pc:sldMkLst>
          <pc:docMk/>
          <pc:sldMk cId="2127269367" sldId="575"/>
        </pc:sldMkLst>
      </pc:sldChg>
    </pc:docChg>
  </pc:docChgLst>
  <pc:docChgLst>
    <pc:chgData name="福原　颯(s24d164)" userId="5dad88b0-8d9f-4ea1-b2c6-c10a4d6d0a4a" providerId="ADAL" clId="{355EC059-47EA-4426-85E9-5506D5B5FA87}"/>
    <pc:docChg chg="undo custSel addSld delSld modSld">
      <pc:chgData name="福原　颯(s24d164)" userId="5dad88b0-8d9f-4ea1-b2c6-c10a4d6d0a4a" providerId="ADAL" clId="{355EC059-47EA-4426-85E9-5506D5B5FA87}" dt="2024-09-03T19:06:47.280" v="9327" actId="1076"/>
      <pc:docMkLst>
        <pc:docMk/>
      </pc:docMkLst>
      <pc:sldChg chg="modNotesTx">
        <pc:chgData name="福原　颯(s24d164)" userId="5dad88b0-8d9f-4ea1-b2c6-c10a4d6d0a4a" providerId="ADAL" clId="{355EC059-47EA-4426-85E9-5506D5B5FA87}" dt="2024-09-03T15:41:41.186" v="157" actId="20577"/>
        <pc:sldMkLst>
          <pc:docMk/>
          <pc:sldMk cId="1452277363" sldId="263"/>
        </pc:sldMkLst>
      </pc:sldChg>
      <pc:sldChg chg="addSp modSp mod modNotesTx">
        <pc:chgData name="福原　颯(s24d164)" userId="5dad88b0-8d9f-4ea1-b2c6-c10a4d6d0a4a" providerId="ADAL" clId="{355EC059-47EA-4426-85E9-5506D5B5FA87}" dt="2024-09-03T16:26:16.273" v="3459" actId="20577"/>
        <pc:sldMkLst>
          <pc:docMk/>
          <pc:sldMk cId="418382245" sldId="363"/>
        </pc:sldMkLst>
      </pc:sldChg>
      <pc:sldChg chg="addSp delSp modSp mod delAnim modAnim modNotesTx">
        <pc:chgData name="福原　颯(s24d164)" userId="5dad88b0-8d9f-4ea1-b2c6-c10a4d6d0a4a" providerId="ADAL" clId="{355EC059-47EA-4426-85E9-5506D5B5FA87}" dt="2024-09-03T16:10:38.742" v="2452" actId="20577"/>
        <pc:sldMkLst>
          <pc:docMk/>
          <pc:sldMk cId="2022843415" sldId="367"/>
        </pc:sldMkLst>
      </pc:sldChg>
      <pc:sldChg chg="modSp mod">
        <pc:chgData name="福原　颯(s24d164)" userId="5dad88b0-8d9f-4ea1-b2c6-c10a4d6d0a4a" providerId="ADAL" clId="{355EC059-47EA-4426-85E9-5506D5B5FA87}" dt="2024-09-03T18:11:20.795" v="8651" actId="20577"/>
        <pc:sldMkLst>
          <pc:docMk/>
          <pc:sldMk cId="3280360261" sldId="416"/>
        </pc:sldMkLst>
      </pc:sldChg>
      <pc:sldChg chg="modSp modAnim modNotesTx">
        <pc:chgData name="福原　颯(s24d164)" userId="5dad88b0-8d9f-4ea1-b2c6-c10a4d6d0a4a" providerId="ADAL" clId="{355EC059-47EA-4426-85E9-5506D5B5FA87}" dt="2024-09-03T15:51:14.368" v="1096"/>
        <pc:sldMkLst>
          <pc:docMk/>
          <pc:sldMk cId="545113248" sldId="449"/>
        </pc:sldMkLst>
      </pc:sldChg>
      <pc:sldChg chg="modSp mod modNotesTx">
        <pc:chgData name="福原　颯(s24d164)" userId="5dad88b0-8d9f-4ea1-b2c6-c10a4d6d0a4a" providerId="ADAL" clId="{355EC059-47EA-4426-85E9-5506D5B5FA87}" dt="2024-09-03T16:42:10.708" v="4967" actId="20577"/>
        <pc:sldMkLst>
          <pc:docMk/>
          <pc:sldMk cId="2700123302" sldId="451"/>
        </pc:sldMkLst>
      </pc:sldChg>
      <pc:sldChg chg="modNotesTx">
        <pc:chgData name="福原　颯(s24d164)" userId="5dad88b0-8d9f-4ea1-b2c6-c10a4d6d0a4a" providerId="ADAL" clId="{355EC059-47EA-4426-85E9-5506D5B5FA87}" dt="2024-09-03T16:27:55.310" v="3672" actId="20577"/>
        <pc:sldMkLst>
          <pc:docMk/>
          <pc:sldMk cId="3866724337" sldId="453"/>
        </pc:sldMkLst>
      </pc:sldChg>
      <pc:sldChg chg="modNotesTx">
        <pc:chgData name="福原　颯(s24d164)" userId="5dad88b0-8d9f-4ea1-b2c6-c10a4d6d0a4a" providerId="ADAL" clId="{355EC059-47EA-4426-85E9-5506D5B5FA87}" dt="2024-09-03T16:59:27.394" v="5302" actId="20577"/>
        <pc:sldMkLst>
          <pc:docMk/>
          <pc:sldMk cId="423420648" sldId="454"/>
        </pc:sldMkLst>
      </pc:sldChg>
      <pc:sldChg chg="modNotesTx">
        <pc:chgData name="福原　颯(s24d164)" userId="5dad88b0-8d9f-4ea1-b2c6-c10a4d6d0a4a" providerId="ADAL" clId="{355EC059-47EA-4426-85E9-5506D5B5FA87}" dt="2024-09-03T16:59:10.093" v="5232" actId="20577"/>
        <pc:sldMkLst>
          <pc:docMk/>
          <pc:sldMk cId="232895314" sldId="455"/>
        </pc:sldMkLst>
      </pc:sldChg>
      <pc:sldChg chg="modSp mod modNotesTx">
        <pc:chgData name="福原　颯(s24d164)" userId="5dad88b0-8d9f-4ea1-b2c6-c10a4d6d0a4a" providerId="ADAL" clId="{355EC059-47EA-4426-85E9-5506D5B5FA87}" dt="2024-09-03T18:06:02.751" v="8620" actId="20577"/>
        <pc:sldMkLst>
          <pc:docMk/>
          <pc:sldMk cId="2356944368" sldId="457"/>
        </pc:sldMkLst>
      </pc:sldChg>
      <pc:sldChg chg="addSp modSp mod modNotesTx">
        <pc:chgData name="福原　颯(s24d164)" userId="5dad88b0-8d9f-4ea1-b2c6-c10a4d6d0a4a" providerId="ADAL" clId="{355EC059-47EA-4426-85E9-5506D5B5FA87}" dt="2024-09-03T16:40:25.948" v="4789" actId="14100"/>
        <pc:sldMkLst>
          <pc:docMk/>
          <pc:sldMk cId="3189240835" sldId="459"/>
        </pc:sldMkLst>
      </pc:sldChg>
      <pc:sldChg chg="modSp mod modNotesTx">
        <pc:chgData name="福原　颯(s24d164)" userId="5dad88b0-8d9f-4ea1-b2c6-c10a4d6d0a4a" providerId="ADAL" clId="{355EC059-47EA-4426-85E9-5506D5B5FA87}" dt="2024-09-03T17:35:41.834" v="6987" actId="20577"/>
        <pc:sldMkLst>
          <pc:docMk/>
          <pc:sldMk cId="845863417" sldId="461"/>
        </pc:sldMkLst>
      </pc:sldChg>
      <pc:sldChg chg="modSp mod modNotesTx">
        <pc:chgData name="福原　颯(s24d164)" userId="5dad88b0-8d9f-4ea1-b2c6-c10a4d6d0a4a" providerId="ADAL" clId="{355EC059-47EA-4426-85E9-5506D5B5FA87}" dt="2024-09-03T17:52:49.317" v="8101" actId="20577"/>
        <pc:sldMkLst>
          <pc:docMk/>
          <pc:sldMk cId="3413148916" sldId="468"/>
        </pc:sldMkLst>
      </pc:sldChg>
      <pc:sldChg chg="modNotesTx">
        <pc:chgData name="福原　颯(s24d164)" userId="5dad88b0-8d9f-4ea1-b2c6-c10a4d6d0a4a" providerId="ADAL" clId="{355EC059-47EA-4426-85E9-5506D5B5FA87}" dt="2024-09-03T17:53:09.737" v="8122" actId="20577"/>
        <pc:sldMkLst>
          <pc:docMk/>
          <pc:sldMk cId="2760283428" sldId="469"/>
        </pc:sldMkLst>
      </pc:sldChg>
      <pc:sldChg chg="modNotesTx">
        <pc:chgData name="福原　颯(s24d164)" userId="5dad88b0-8d9f-4ea1-b2c6-c10a4d6d0a4a" providerId="ADAL" clId="{355EC059-47EA-4426-85E9-5506D5B5FA87}" dt="2024-09-03T18:10:03.526" v="8647" actId="20577"/>
        <pc:sldMkLst>
          <pc:docMk/>
          <pc:sldMk cId="3244430561" sldId="470"/>
        </pc:sldMkLst>
      </pc:sldChg>
      <pc:sldChg chg="modNotesTx">
        <pc:chgData name="福原　颯(s24d164)" userId="5dad88b0-8d9f-4ea1-b2c6-c10a4d6d0a4a" providerId="ADAL" clId="{355EC059-47EA-4426-85E9-5506D5B5FA87}" dt="2024-09-03T18:05:13.345" v="8619" actId="20577"/>
        <pc:sldMkLst>
          <pc:docMk/>
          <pc:sldMk cId="4064885365" sldId="471"/>
        </pc:sldMkLst>
      </pc:sldChg>
      <pc:sldChg chg="modNotesTx">
        <pc:chgData name="福原　颯(s24d164)" userId="5dad88b0-8d9f-4ea1-b2c6-c10a4d6d0a4a" providerId="ADAL" clId="{355EC059-47EA-4426-85E9-5506D5B5FA87}" dt="2024-09-03T18:12:05.105" v="8738" actId="20577"/>
        <pc:sldMkLst>
          <pc:docMk/>
          <pc:sldMk cId="2295866264" sldId="472"/>
        </pc:sldMkLst>
      </pc:sldChg>
      <pc:sldChg chg="modNotesTx">
        <pc:chgData name="福原　颯(s24d164)" userId="5dad88b0-8d9f-4ea1-b2c6-c10a4d6d0a4a" providerId="ADAL" clId="{355EC059-47EA-4426-85E9-5506D5B5FA87}" dt="2024-09-03T18:13:53.035" v="8857" actId="20577"/>
        <pc:sldMkLst>
          <pc:docMk/>
          <pc:sldMk cId="3397892319" sldId="475"/>
        </pc:sldMkLst>
      </pc:sldChg>
      <pc:sldChg chg="modSp mod modNotesTx">
        <pc:chgData name="福原　颯(s24d164)" userId="5dad88b0-8d9f-4ea1-b2c6-c10a4d6d0a4a" providerId="ADAL" clId="{355EC059-47EA-4426-85E9-5506D5B5FA87}" dt="2024-09-03T18:15:04.082" v="8999" actId="20577"/>
        <pc:sldMkLst>
          <pc:docMk/>
          <pc:sldMk cId="4109290282" sldId="478"/>
        </pc:sldMkLst>
      </pc:sldChg>
      <pc:sldChg chg="modNotesTx">
        <pc:chgData name="福原　颯(s24d164)" userId="5dad88b0-8d9f-4ea1-b2c6-c10a4d6d0a4a" providerId="ADAL" clId="{355EC059-47EA-4426-85E9-5506D5B5FA87}" dt="2024-09-03T18:16:07.402" v="9143" actId="20577"/>
        <pc:sldMkLst>
          <pc:docMk/>
          <pc:sldMk cId="563991941" sldId="480"/>
        </pc:sldMkLst>
      </pc:sldChg>
      <pc:sldChg chg="modNotesTx">
        <pc:chgData name="福原　颯(s24d164)" userId="5dad88b0-8d9f-4ea1-b2c6-c10a4d6d0a4a" providerId="ADAL" clId="{355EC059-47EA-4426-85E9-5506D5B5FA87}" dt="2024-09-03T18:16:59.812" v="9304" actId="20577"/>
        <pc:sldMkLst>
          <pc:docMk/>
          <pc:sldMk cId="1698350966" sldId="481"/>
        </pc:sldMkLst>
      </pc:sldChg>
      <pc:sldChg chg="addSp delSp modSp mod">
        <pc:chgData name="福原　颯(s24d164)" userId="5dad88b0-8d9f-4ea1-b2c6-c10a4d6d0a4a" providerId="ADAL" clId="{355EC059-47EA-4426-85E9-5506D5B5FA87}" dt="2024-09-03T19:06:47.280" v="9327" actId="1076"/>
        <pc:sldMkLst>
          <pc:docMk/>
          <pc:sldMk cId="1293918754" sldId="489"/>
        </pc:sldMkLst>
      </pc:sldChg>
      <pc:sldChg chg="modSp del modNotesTx">
        <pc:chgData name="福原　颯(s24d164)" userId="5dad88b0-8d9f-4ea1-b2c6-c10a4d6d0a4a" providerId="ADAL" clId="{355EC059-47EA-4426-85E9-5506D5B5FA87}" dt="2024-09-03T17:23:47.112" v="6772" actId="47"/>
        <pc:sldMkLst>
          <pc:docMk/>
          <pc:sldMk cId="3595924514" sldId="502"/>
        </pc:sldMkLst>
      </pc:sldChg>
      <pc:sldChg chg="modNotesTx">
        <pc:chgData name="福原　颯(s24d164)" userId="5dad88b0-8d9f-4ea1-b2c6-c10a4d6d0a4a" providerId="ADAL" clId="{355EC059-47EA-4426-85E9-5506D5B5FA87}" dt="2024-09-03T17:23:45.575" v="6771"/>
        <pc:sldMkLst>
          <pc:docMk/>
          <pc:sldMk cId="2605311112" sldId="504"/>
        </pc:sldMkLst>
      </pc:sldChg>
      <pc:sldChg chg="modSp mod modNotesTx">
        <pc:chgData name="福原　颯(s24d164)" userId="5dad88b0-8d9f-4ea1-b2c6-c10a4d6d0a4a" providerId="ADAL" clId="{355EC059-47EA-4426-85E9-5506D5B5FA87}" dt="2024-09-03T18:07:39.758" v="8633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355EC059-47EA-4426-85E9-5506D5B5FA87}" dt="2024-09-03T17:40:05.285" v="7334" actId="20577"/>
        <pc:sldMkLst>
          <pc:docMk/>
          <pc:sldMk cId="1999581275" sldId="506"/>
        </pc:sldMkLst>
      </pc:sldChg>
      <pc:sldChg chg="modNotesTx">
        <pc:chgData name="福原　颯(s24d164)" userId="5dad88b0-8d9f-4ea1-b2c6-c10a4d6d0a4a" providerId="ADAL" clId="{355EC059-47EA-4426-85E9-5506D5B5FA87}" dt="2024-09-03T17:51:31.518" v="8035" actId="20577"/>
        <pc:sldMkLst>
          <pc:docMk/>
          <pc:sldMk cId="3063014634" sldId="507"/>
        </pc:sldMkLst>
      </pc:sldChg>
      <pc:sldChg chg="addSp modSp add mod modNotesTx">
        <pc:chgData name="福原　颯(s24d164)" userId="5dad88b0-8d9f-4ea1-b2c6-c10a4d6d0a4a" providerId="ADAL" clId="{355EC059-47EA-4426-85E9-5506D5B5FA87}" dt="2024-09-03T15:46:07.247" v="410" actId="20577"/>
        <pc:sldMkLst>
          <pc:docMk/>
          <pc:sldMk cId="3201525150" sldId="508"/>
        </pc:sldMkLst>
      </pc:sldChg>
      <pc:sldChg chg="addSp delSp modSp add mod modAnim modNotesTx">
        <pc:chgData name="福原　颯(s24d164)" userId="5dad88b0-8d9f-4ea1-b2c6-c10a4d6d0a4a" providerId="ADAL" clId="{355EC059-47EA-4426-85E9-5506D5B5FA87}" dt="2024-09-03T16:11:04.929" v="2472" actId="20577"/>
        <pc:sldMkLst>
          <pc:docMk/>
          <pc:sldMk cId="3241033273" sldId="509"/>
        </pc:sldMkLst>
      </pc:sldChg>
      <pc:sldChg chg="modSp add mod modNotesTx">
        <pc:chgData name="福原　颯(s24d164)" userId="5dad88b0-8d9f-4ea1-b2c6-c10a4d6d0a4a" providerId="ADAL" clId="{355EC059-47EA-4426-85E9-5506D5B5FA87}" dt="2024-09-03T16:12:03.178" v="2693" actId="20577"/>
        <pc:sldMkLst>
          <pc:docMk/>
          <pc:sldMk cId="2422897799" sldId="510"/>
        </pc:sldMkLst>
      </pc:sldChg>
      <pc:sldChg chg="add del">
        <pc:chgData name="福原　颯(s24d164)" userId="5dad88b0-8d9f-4ea1-b2c6-c10a4d6d0a4a" providerId="ADAL" clId="{355EC059-47EA-4426-85E9-5506D5B5FA87}" dt="2024-09-03T17:05:35.627" v="5750" actId="47"/>
        <pc:sldMkLst>
          <pc:docMk/>
          <pc:sldMk cId="892616532" sldId="511"/>
        </pc:sldMkLst>
      </pc:sldChg>
    </pc:docChg>
  </pc:docChgLst>
  <pc:docChgLst>
    <pc:chgData name="福原　颯(s24d164)" userId="5dad88b0-8d9f-4ea1-b2c6-c10a4d6d0a4a" providerId="ADAL" clId="{397F9C7E-B161-42B6-AB2D-46469231273F}"/>
    <pc:docChg chg="undo custSel addSld delSld modSld sldOrd">
      <pc:chgData name="福原　颯(s24d164)" userId="5dad88b0-8d9f-4ea1-b2c6-c10a4d6d0a4a" providerId="ADAL" clId="{397F9C7E-B161-42B6-AB2D-46469231273F}" dt="2024-09-02T13:36:15.939" v="3943" actId="47"/>
      <pc:docMkLst>
        <pc:docMk/>
      </pc:docMkLst>
      <pc:sldChg chg="modSp mod">
        <pc:chgData name="福原　颯(s24d164)" userId="5dad88b0-8d9f-4ea1-b2c6-c10a4d6d0a4a" providerId="ADAL" clId="{397F9C7E-B161-42B6-AB2D-46469231273F}" dt="2024-09-02T11:53:43.087" v="277" actId="20577"/>
        <pc:sldMkLst>
          <pc:docMk/>
          <pc:sldMk cId="232895314" sldId="455"/>
        </pc:sldMkLst>
      </pc:sldChg>
      <pc:sldChg chg="modSp mod">
        <pc:chgData name="福原　颯(s24d164)" userId="5dad88b0-8d9f-4ea1-b2c6-c10a4d6d0a4a" providerId="ADAL" clId="{397F9C7E-B161-42B6-AB2D-46469231273F}" dt="2024-09-02T12:02:14.343" v="486" actId="20577"/>
        <pc:sldMkLst>
          <pc:docMk/>
          <pc:sldMk cId="2356944368" sldId="457"/>
        </pc:sldMkLst>
      </pc:sldChg>
      <pc:sldChg chg="modSp add mod">
        <pc:chgData name="福原　颯(s24d164)" userId="5dad88b0-8d9f-4ea1-b2c6-c10a4d6d0a4a" providerId="ADAL" clId="{397F9C7E-B161-42B6-AB2D-46469231273F}" dt="2024-09-02T11:51:29.907" v="62" actId="20577"/>
        <pc:sldMkLst>
          <pc:docMk/>
          <pc:sldMk cId="2660268244" sldId="473"/>
        </pc:sldMkLst>
      </pc:sldChg>
      <pc:sldChg chg="modSp add mod">
        <pc:chgData name="福原　颯(s24d164)" userId="5dad88b0-8d9f-4ea1-b2c6-c10a4d6d0a4a" providerId="ADAL" clId="{397F9C7E-B161-42B6-AB2D-46469231273F}" dt="2024-09-02T11:52:11.489" v="84" actId="20577"/>
        <pc:sldMkLst>
          <pc:docMk/>
          <pc:sldMk cId="3666141805" sldId="474"/>
        </pc:sldMkLst>
      </pc:sldChg>
      <pc:sldChg chg="addSp delSp modSp add mod">
        <pc:chgData name="福原　颯(s24d164)" userId="5dad88b0-8d9f-4ea1-b2c6-c10a4d6d0a4a" providerId="ADAL" clId="{397F9C7E-B161-42B6-AB2D-46469231273F}" dt="2024-09-02T12:09:50.624" v="998" actId="403"/>
        <pc:sldMkLst>
          <pc:docMk/>
          <pc:sldMk cId="3397892319" sldId="475"/>
        </pc:sldMkLst>
      </pc:sldChg>
      <pc:sldChg chg="addSp delSp modSp add del mod">
        <pc:chgData name="福原　颯(s24d164)" userId="5dad88b0-8d9f-4ea1-b2c6-c10a4d6d0a4a" providerId="ADAL" clId="{397F9C7E-B161-42B6-AB2D-46469231273F}" dt="2024-09-02T13:36:15.939" v="3943" actId="47"/>
        <pc:sldMkLst>
          <pc:docMk/>
          <pc:sldMk cId="1430831062" sldId="476"/>
        </pc:sldMkLst>
      </pc:sldChg>
      <pc:sldChg chg="add">
        <pc:chgData name="福原　颯(s24d164)" userId="5dad88b0-8d9f-4ea1-b2c6-c10a4d6d0a4a" providerId="ADAL" clId="{397F9C7E-B161-42B6-AB2D-46469231273F}" dt="2024-09-02T11:59:09.188" v="319" actId="2890"/>
        <pc:sldMkLst>
          <pc:docMk/>
          <pc:sldMk cId="4154413514" sldId="477"/>
        </pc:sldMkLst>
      </pc:sldChg>
      <pc:sldChg chg="addSp modSp add mod ord">
        <pc:chgData name="福原　颯(s24d164)" userId="5dad88b0-8d9f-4ea1-b2c6-c10a4d6d0a4a" providerId="ADAL" clId="{397F9C7E-B161-42B6-AB2D-46469231273F}" dt="2024-09-02T12:48:24.323" v="2398" actId="207"/>
        <pc:sldMkLst>
          <pc:docMk/>
          <pc:sldMk cId="4109290282" sldId="478"/>
        </pc:sldMkLst>
      </pc:sldChg>
      <pc:sldChg chg="addSp delSp modSp add del mod">
        <pc:chgData name="福原　颯(s24d164)" userId="5dad88b0-8d9f-4ea1-b2c6-c10a4d6d0a4a" providerId="ADAL" clId="{397F9C7E-B161-42B6-AB2D-46469231273F}" dt="2024-09-02T13:36:15.939" v="3943" actId="47"/>
        <pc:sldMkLst>
          <pc:docMk/>
          <pc:sldMk cId="3561415440" sldId="479"/>
        </pc:sldMkLst>
      </pc:sldChg>
      <pc:sldChg chg="modSp add mod ord">
        <pc:chgData name="福原　颯(s24d164)" userId="5dad88b0-8d9f-4ea1-b2c6-c10a4d6d0a4a" providerId="ADAL" clId="{397F9C7E-B161-42B6-AB2D-46469231273F}" dt="2024-09-02T12:24:36.700" v="1449" actId="2710"/>
        <pc:sldMkLst>
          <pc:docMk/>
          <pc:sldMk cId="563991941" sldId="480"/>
        </pc:sldMkLst>
      </pc:sldChg>
      <pc:sldChg chg="addSp delSp modSp add mod">
        <pc:chgData name="福原　颯(s24d164)" userId="5dad88b0-8d9f-4ea1-b2c6-c10a4d6d0a4a" providerId="ADAL" clId="{397F9C7E-B161-42B6-AB2D-46469231273F}" dt="2024-09-02T12:34:12.088" v="1923" actId="20577"/>
        <pc:sldMkLst>
          <pc:docMk/>
          <pc:sldMk cId="1698350966" sldId="481"/>
        </pc:sldMkLst>
      </pc:sldChg>
      <pc:sldChg chg="modSp add mod">
        <pc:chgData name="福原　颯(s24d164)" userId="5dad88b0-8d9f-4ea1-b2c6-c10a4d6d0a4a" providerId="ADAL" clId="{397F9C7E-B161-42B6-AB2D-46469231273F}" dt="2024-09-02T12:48:57.658" v="2423" actId="20577"/>
        <pc:sldMkLst>
          <pc:docMk/>
          <pc:sldMk cId="3587152433" sldId="482"/>
        </pc:sldMkLst>
      </pc:sldChg>
      <pc:sldChg chg="addSp delSp modSp add mod">
        <pc:chgData name="福原　颯(s24d164)" userId="5dad88b0-8d9f-4ea1-b2c6-c10a4d6d0a4a" providerId="ADAL" clId="{397F9C7E-B161-42B6-AB2D-46469231273F}" dt="2024-09-02T13:12:17.887" v="2890" actId="20577"/>
        <pc:sldMkLst>
          <pc:docMk/>
          <pc:sldMk cId="4251583710" sldId="483"/>
        </pc:sldMkLst>
      </pc:sldChg>
      <pc:sldChg chg="modSp add mod ord">
        <pc:chgData name="福原　颯(s24d164)" userId="5dad88b0-8d9f-4ea1-b2c6-c10a4d6d0a4a" providerId="ADAL" clId="{397F9C7E-B161-42B6-AB2D-46469231273F}" dt="2024-09-02T13:19:04.959" v="3221"/>
        <pc:sldMkLst>
          <pc:docMk/>
          <pc:sldMk cId="2279615458" sldId="484"/>
        </pc:sldMkLst>
      </pc:sldChg>
      <pc:sldChg chg="addSp delSp modSp add mod">
        <pc:chgData name="福原　颯(s24d164)" userId="5dad88b0-8d9f-4ea1-b2c6-c10a4d6d0a4a" providerId="ADAL" clId="{397F9C7E-B161-42B6-AB2D-46469231273F}" dt="2024-09-02T13:24:23.643" v="3395" actId="21"/>
        <pc:sldMkLst>
          <pc:docMk/>
          <pc:sldMk cId="1662944057" sldId="485"/>
        </pc:sldMkLst>
      </pc:sldChg>
      <pc:sldChg chg="addSp delSp modSp add mod">
        <pc:chgData name="福原　颯(s24d164)" userId="5dad88b0-8d9f-4ea1-b2c6-c10a4d6d0a4a" providerId="ADAL" clId="{397F9C7E-B161-42B6-AB2D-46469231273F}" dt="2024-09-02T13:23:40.301" v="3383" actId="207"/>
        <pc:sldMkLst>
          <pc:docMk/>
          <pc:sldMk cId="928350818" sldId="486"/>
        </pc:sldMkLst>
      </pc:sldChg>
      <pc:sldChg chg="add">
        <pc:chgData name="福原　颯(s24d164)" userId="5dad88b0-8d9f-4ea1-b2c6-c10a4d6d0a4a" providerId="ADAL" clId="{397F9C7E-B161-42B6-AB2D-46469231273F}" dt="2024-09-02T13:19:27.489" v="3222"/>
        <pc:sldMkLst>
          <pc:docMk/>
          <pc:sldMk cId="195254820" sldId="487"/>
        </pc:sldMkLst>
      </pc:sldChg>
      <pc:sldChg chg="addSp delSp modSp add mod">
        <pc:chgData name="福原　颯(s24d164)" userId="5dad88b0-8d9f-4ea1-b2c6-c10a4d6d0a4a" providerId="ADAL" clId="{397F9C7E-B161-42B6-AB2D-46469231273F}" dt="2024-09-02T13:26:20.378" v="3494" actId="20577"/>
        <pc:sldMkLst>
          <pc:docMk/>
          <pc:sldMk cId="3007412481" sldId="488"/>
        </pc:sldMkLst>
      </pc:sldChg>
      <pc:sldChg chg="addSp delSp modSp add mod">
        <pc:chgData name="福原　颯(s24d164)" userId="5dad88b0-8d9f-4ea1-b2c6-c10a4d6d0a4a" providerId="ADAL" clId="{397F9C7E-B161-42B6-AB2D-46469231273F}" dt="2024-09-02T13:35:25.249" v="3941" actId="20577"/>
        <pc:sldMkLst>
          <pc:docMk/>
          <pc:sldMk cId="1293918754" sldId="489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1238039418" sldId="490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3211953700" sldId="491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2506245929" sldId="492"/>
        </pc:sldMkLst>
      </pc:sldChg>
    </pc:docChg>
  </pc:docChgLst>
  <pc:docChgLst>
    <pc:chgData name="福原　颯(s24d164)" userId="5dad88b0-8d9f-4ea1-b2c6-c10a4d6d0a4a" providerId="ADAL" clId="{C7B67ADF-288E-4B2D-91FB-1F0C97DAC154}"/>
    <pc:docChg chg="undo custSel addSld modSld">
      <pc:chgData name="福原　颯(s24d164)" userId="5dad88b0-8d9f-4ea1-b2c6-c10a4d6d0a4a" providerId="ADAL" clId="{C7B67ADF-288E-4B2D-91FB-1F0C97DAC154}" dt="2024-09-17T03:44:44.702" v="4606" actId="20577"/>
      <pc:docMkLst>
        <pc:docMk/>
      </pc:docMkLst>
      <pc:sldChg chg="modSp mod">
        <pc:chgData name="福原　颯(s24d164)" userId="5dad88b0-8d9f-4ea1-b2c6-c10a4d6d0a4a" providerId="ADAL" clId="{C7B67ADF-288E-4B2D-91FB-1F0C97DAC154}" dt="2024-09-17T02:02:32.052" v="451" actId="1076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C7B67ADF-288E-4B2D-91FB-1F0C97DAC154}" dt="2024-09-17T01:57:48.895" v="115" actId="20577"/>
        <pc:sldMkLst>
          <pc:docMk/>
          <pc:sldMk cId="3280360261" sldId="416"/>
        </pc:sldMkLst>
      </pc:sldChg>
      <pc:sldChg chg="addSp delSp modSp mod delAnim">
        <pc:chgData name="福原　颯(s24d164)" userId="5dad88b0-8d9f-4ea1-b2c6-c10a4d6d0a4a" providerId="ADAL" clId="{C7B67ADF-288E-4B2D-91FB-1F0C97DAC154}" dt="2024-09-17T02:11:56.498" v="821" actId="1076"/>
        <pc:sldMkLst>
          <pc:docMk/>
          <pc:sldMk cId="545113248" sldId="449"/>
        </pc:sldMkLst>
      </pc:sldChg>
      <pc:sldChg chg="add">
        <pc:chgData name="福原　颯(s24d164)" userId="5dad88b0-8d9f-4ea1-b2c6-c10a4d6d0a4a" providerId="ADAL" clId="{C7B67ADF-288E-4B2D-91FB-1F0C97DAC154}" dt="2024-09-17T02:02:45.280" v="452" actId="2890"/>
        <pc:sldMkLst>
          <pc:docMk/>
          <pc:sldMk cId="2296751089" sldId="511"/>
        </pc:sldMkLst>
      </pc:sldChg>
      <pc:sldChg chg="addSp delSp modSp add mod">
        <pc:chgData name="福原　颯(s24d164)" userId="5dad88b0-8d9f-4ea1-b2c6-c10a4d6d0a4a" providerId="ADAL" clId="{C7B67ADF-288E-4B2D-91FB-1F0C97DAC154}" dt="2024-09-17T02:39:06.107" v="1988" actId="20577"/>
        <pc:sldMkLst>
          <pc:docMk/>
          <pc:sldMk cId="2825117793" sldId="512"/>
        </pc:sldMkLst>
      </pc:sldChg>
      <pc:sldChg chg="addSp delSp modSp add mod">
        <pc:chgData name="福原　颯(s24d164)" userId="5dad88b0-8d9f-4ea1-b2c6-c10a4d6d0a4a" providerId="ADAL" clId="{C7B67ADF-288E-4B2D-91FB-1F0C97DAC154}" dt="2024-09-17T02:47:33.153" v="2058" actId="20577"/>
        <pc:sldMkLst>
          <pc:docMk/>
          <pc:sldMk cId="3274072135" sldId="513"/>
        </pc:sldMkLst>
      </pc:sldChg>
      <pc:sldChg chg="add">
        <pc:chgData name="福原　颯(s24d164)" userId="5dad88b0-8d9f-4ea1-b2c6-c10a4d6d0a4a" providerId="ADAL" clId="{C7B67ADF-288E-4B2D-91FB-1F0C97DAC154}" dt="2024-09-17T02:39:14.649" v="1989" actId="2890"/>
        <pc:sldMkLst>
          <pc:docMk/>
          <pc:sldMk cId="1763109654" sldId="514"/>
        </pc:sldMkLst>
      </pc:sldChg>
      <pc:sldChg chg="addSp delSp modSp add mod">
        <pc:chgData name="福原　颯(s24d164)" userId="5dad88b0-8d9f-4ea1-b2c6-c10a4d6d0a4a" providerId="ADAL" clId="{C7B67ADF-288E-4B2D-91FB-1F0C97DAC154}" dt="2024-09-17T03:36:22.572" v="3981" actId="20577"/>
        <pc:sldMkLst>
          <pc:docMk/>
          <pc:sldMk cId="490490762" sldId="515"/>
        </pc:sldMkLst>
      </pc:sldChg>
      <pc:sldChg chg="delSp modSp add mod">
        <pc:chgData name="福原　颯(s24d164)" userId="5dad88b0-8d9f-4ea1-b2c6-c10a4d6d0a4a" providerId="ADAL" clId="{C7B67ADF-288E-4B2D-91FB-1F0C97DAC154}" dt="2024-09-17T03:22:47.527" v="3669" actId="20577"/>
        <pc:sldMkLst>
          <pc:docMk/>
          <pc:sldMk cId="4060169230" sldId="516"/>
        </pc:sldMkLst>
      </pc:sldChg>
      <pc:sldChg chg="modSp add mod">
        <pc:chgData name="福原　颯(s24d164)" userId="5dad88b0-8d9f-4ea1-b2c6-c10a4d6d0a4a" providerId="ADAL" clId="{C7B67ADF-288E-4B2D-91FB-1F0C97DAC154}" dt="2024-09-17T03:44:44.702" v="4606" actId="20577"/>
        <pc:sldMkLst>
          <pc:docMk/>
          <pc:sldMk cId="707447553" sldId="517"/>
        </pc:sldMkLst>
      </pc:sldChg>
      <pc:sldChg chg="add">
        <pc:chgData name="福原　颯(s24d164)" userId="5dad88b0-8d9f-4ea1-b2c6-c10a4d6d0a4a" providerId="ADAL" clId="{C7B67ADF-288E-4B2D-91FB-1F0C97DAC154}" dt="2024-09-17T03:42:53.131" v="4481" actId="2890"/>
        <pc:sldMkLst>
          <pc:docMk/>
          <pc:sldMk cId="3235681266" sldId="518"/>
        </pc:sldMkLst>
      </pc:sldChg>
    </pc:docChg>
  </pc:docChgLst>
  <pc:docChgLst>
    <pc:chgData name="福原　颯(s24d164)" userId="5dad88b0-8d9f-4ea1-b2c6-c10a4d6d0a4a" providerId="ADAL" clId="{D1ACA527-0B31-4695-A5B8-6E385A74F40F}"/>
    <pc:docChg chg="undo custSel addSld delSld modSld sldOrd">
      <pc:chgData name="福原　颯(s24d164)" userId="5dad88b0-8d9f-4ea1-b2c6-c10a4d6d0a4a" providerId="ADAL" clId="{D1ACA527-0B31-4695-A5B8-6E385A74F40F}" dt="2024-09-02T10:55:43.220" v="5771" actId="478"/>
      <pc:docMkLst>
        <pc:docMk/>
      </pc:docMkLst>
      <pc:sldChg chg="modSp mod">
        <pc:chgData name="福原　颯(s24d164)" userId="5dad88b0-8d9f-4ea1-b2c6-c10a4d6d0a4a" providerId="ADAL" clId="{D1ACA527-0B31-4695-A5B8-6E385A74F40F}" dt="2024-09-02T07:21:43.459" v="197" actId="1076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D1ACA527-0B31-4695-A5B8-6E385A74F40F}" dt="2024-09-02T09:16:05.765" v="3428" actId="404"/>
        <pc:sldMkLst>
          <pc:docMk/>
          <pc:sldMk cId="3890680131" sldId="270"/>
        </pc:sldMkLst>
      </pc:sldChg>
      <pc:sldChg chg="modSp mod">
        <pc:chgData name="福原　颯(s24d164)" userId="5dad88b0-8d9f-4ea1-b2c6-c10a4d6d0a4a" providerId="ADAL" clId="{D1ACA527-0B31-4695-A5B8-6E385A74F40F}" dt="2024-09-02T08:14:22.303" v="2645" actId="2710"/>
        <pc:sldMkLst>
          <pc:docMk/>
          <pc:sldMk cId="3174857054" sldId="292"/>
        </pc:sldMkLst>
      </pc:sldChg>
      <pc:sldChg chg="modSp mod">
        <pc:chgData name="福原　颯(s24d164)" userId="5dad88b0-8d9f-4ea1-b2c6-c10a4d6d0a4a" providerId="ADAL" clId="{D1ACA527-0B31-4695-A5B8-6E385A74F40F}" dt="2024-09-02T07:39:11.015" v="707" actId="20577"/>
        <pc:sldMkLst>
          <pc:docMk/>
          <pc:sldMk cId="3669437246" sldId="296"/>
        </pc:sldMkLst>
      </pc:sldChg>
      <pc:sldChg chg="addSp delSp modSp mod delAnim modShow">
        <pc:chgData name="福原　颯(s24d164)" userId="5dad88b0-8d9f-4ea1-b2c6-c10a4d6d0a4a" providerId="ADAL" clId="{D1ACA527-0B31-4695-A5B8-6E385A74F40F}" dt="2024-09-02T09:36:11.993" v="4531" actId="20577"/>
        <pc:sldMkLst>
          <pc:docMk/>
          <pc:sldMk cId="418382245" sldId="363"/>
        </pc:sldMkLst>
      </pc:sldChg>
      <pc:sldChg chg="modSp mod">
        <pc:chgData name="福原　颯(s24d164)" userId="5dad88b0-8d9f-4ea1-b2c6-c10a4d6d0a4a" providerId="ADAL" clId="{D1ACA527-0B31-4695-A5B8-6E385A74F40F}" dt="2024-09-02T09:22:39.182" v="3685" actId="403"/>
        <pc:sldMkLst>
          <pc:docMk/>
          <pc:sldMk cId="2022843415" sldId="367"/>
        </pc:sldMkLst>
      </pc:sldChg>
      <pc:sldChg chg="modSp mod">
        <pc:chgData name="福原　颯(s24d164)" userId="5dad88b0-8d9f-4ea1-b2c6-c10a4d6d0a4a" providerId="ADAL" clId="{D1ACA527-0B31-4695-A5B8-6E385A74F40F}" dt="2024-09-02T08:47:17.612" v="3345" actId="404"/>
        <pc:sldMkLst>
          <pc:docMk/>
          <pc:sldMk cId="3280360261" sldId="416"/>
        </pc:sldMkLst>
      </pc:sldChg>
      <pc:sldChg chg="addSp delSp modSp del mod delAnim">
        <pc:chgData name="福原　颯(s24d164)" userId="5dad88b0-8d9f-4ea1-b2c6-c10a4d6d0a4a" providerId="ADAL" clId="{D1ACA527-0B31-4695-A5B8-6E385A74F40F}" dt="2024-09-02T07:30:33.330" v="533" actId="47"/>
        <pc:sldMkLst>
          <pc:docMk/>
          <pc:sldMk cId="1819057369" sldId="440"/>
        </pc:sldMkLst>
      </pc:sldChg>
      <pc:sldChg chg="modSp add mod">
        <pc:chgData name="福原　颯(s24d164)" userId="5dad88b0-8d9f-4ea1-b2c6-c10a4d6d0a4a" providerId="ADAL" clId="{D1ACA527-0B31-4695-A5B8-6E385A74F40F}" dt="2024-09-02T09:22:32.742" v="3682" actId="403"/>
        <pc:sldMkLst>
          <pc:docMk/>
          <pc:sldMk cId="545113248" sldId="449"/>
        </pc:sldMkLst>
      </pc:sldChg>
      <pc:sldChg chg="delSp modSp add mod ord delAnim">
        <pc:chgData name="福原　颯(s24d164)" userId="5dad88b0-8d9f-4ea1-b2c6-c10a4d6d0a4a" providerId="ADAL" clId="{D1ACA527-0B31-4695-A5B8-6E385A74F40F}" dt="2024-09-02T09:33:25.266" v="4294" actId="20577"/>
        <pc:sldMkLst>
          <pc:docMk/>
          <pc:sldMk cId="1306570241" sldId="450"/>
        </pc:sldMkLst>
      </pc:sldChg>
      <pc:sldChg chg="addSp delSp modSp add mod ord">
        <pc:chgData name="福原　颯(s24d164)" userId="5dad88b0-8d9f-4ea1-b2c6-c10a4d6d0a4a" providerId="ADAL" clId="{D1ACA527-0B31-4695-A5B8-6E385A74F40F}" dt="2024-09-02T09:31:06.348" v="4244" actId="1076"/>
        <pc:sldMkLst>
          <pc:docMk/>
          <pc:sldMk cId="2700123302" sldId="451"/>
        </pc:sldMkLst>
      </pc:sldChg>
      <pc:sldChg chg="add del">
        <pc:chgData name="福原　颯(s24d164)" userId="5dad88b0-8d9f-4ea1-b2c6-c10a4d6d0a4a" providerId="ADAL" clId="{D1ACA527-0B31-4695-A5B8-6E385A74F40F}" dt="2024-09-02T08:48:22.666" v="3355" actId="47"/>
        <pc:sldMkLst>
          <pc:docMk/>
          <pc:sldMk cId="1594786073" sldId="452"/>
        </pc:sldMkLst>
      </pc:sldChg>
      <pc:sldChg chg="addSp delSp modSp add mod modShow">
        <pc:chgData name="福原　颯(s24d164)" userId="5dad88b0-8d9f-4ea1-b2c6-c10a4d6d0a4a" providerId="ADAL" clId="{D1ACA527-0B31-4695-A5B8-6E385A74F40F}" dt="2024-09-02T08:48:07.047" v="3354" actId="1076"/>
        <pc:sldMkLst>
          <pc:docMk/>
          <pc:sldMk cId="3866724337" sldId="453"/>
        </pc:sldMkLst>
      </pc:sldChg>
      <pc:sldChg chg="addSp delSp modSp add mod ord">
        <pc:chgData name="福原　颯(s24d164)" userId="5dad88b0-8d9f-4ea1-b2c6-c10a4d6d0a4a" providerId="ADAL" clId="{D1ACA527-0B31-4695-A5B8-6E385A74F40F}" dt="2024-09-02T09:16:00.405" v="3427" actId="1076"/>
        <pc:sldMkLst>
          <pc:docMk/>
          <pc:sldMk cId="423420648" sldId="454"/>
        </pc:sldMkLst>
      </pc:sldChg>
      <pc:sldChg chg="modSp add mod">
        <pc:chgData name="福原　颯(s24d164)" userId="5dad88b0-8d9f-4ea1-b2c6-c10a4d6d0a4a" providerId="ADAL" clId="{D1ACA527-0B31-4695-A5B8-6E385A74F40F}" dt="2024-09-02T09:34:54.423" v="4467" actId="20577"/>
        <pc:sldMkLst>
          <pc:docMk/>
          <pc:sldMk cId="232895314" sldId="455"/>
        </pc:sldMkLst>
      </pc:sldChg>
      <pc:sldChg chg="addSp delSp modSp add mod">
        <pc:chgData name="福原　颯(s24d164)" userId="5dad88b0-8d9f-4ea1-b2c6-c10a4d6d0a4a" providerId="ADAL" clId="{D1ACA527-0B31-4695-A5B8-6E385A74F40F}" dt="2024-09-02T09:59:43.348" v="5080" actId="14100"/>
        <pc:sldMkLst>
          <pc:docMk/>
          <pc:sldMk cId="609736001" sldId="456"/>
        </pc:sldMkLst>
      </pc:sldChg>
      <pc:sldChg chg="modSp add mod">
        <pc:chgData name="福原　颯(s24d164)" userId="5dad88b0-8d9f-4ea1-b2c6-c10a4d6d0a4a" providerId="ADAL" clId="{D1ACA527-0B31-4695-A5B8-6E385A74F40F}" dt="2024-09-02T09:52:38.372" v="4920" actId="207"/>
        <pc:sldMkLst>
          <pc:docMk/>
          <pc:sldMk cId="2356944368" sldId="457"/>
        </pc:sldMkLst>
      </pc:sldChg>
      <pc:sldChg chg="modSp add del mod">
        <pc:chgData name="福原　颯(s24d164)" userId="5dad88b0-8d9f-4ea1-b2c6-c10a4d6d0a4a" providerId="ADAL" clId="{D1ACA527-0B31-4695-A5B8-6E385A74F40F}" dt="2024-09-02T09:55:52.829" v="4961" actId="47"/>
        <pc:sldMkLst>
          <pc:docMk/>
          <pc:sldMk cId="3027847363" sldId="458"/>
        </pc:sldMkLst>
      </pc:sldChg>
      <pc:sldChg chg="addSp modSp add mod">
        <pc:chgData name="福原　颯(s24d164)" userId="5dad88b0-8d9f-4ea1-b2c6-c10a4d6d0a4a" providerId="ADAL" clId="{D1ACA527-0B31-4695-A5B8-6E385A74F40F}" dt="2024-09-02T09:40:51.655" v="4649" actId="255"/>
        <pc:sldMkLst>
          <pc:docMk/>
          <pc:sldMk cId="3189240835" sldId="459"/>
        </pc:sldMkLst>
      </pc:sldChg>
      <pc:sldChg chg="addSp delSp modSp add mod">
        <pc:chgData name="福原　颯(s24d164)" userId="5dad88b0-8d9f-4ea1-b2c6-c10a4d6d0a4a" providerId="ADAL" clId="{D1ACA527-0B31-4695-A5B8-6E385A74F40F}" dt="2024-09-02T10:02:40.869" v="5090" actId="1076"/>
        <pc:sldMkLst>
          <pc:docMk/>
          <pc:sldMk cId="551086192" sldId="460"/>
        </pc:sldMkLst>
      </pc:sldChg>
      <pc:sldChg chg="addSp delSp modSp add mod">
        <pc:chgData name="福原　颯(s24d164)" userId="5dad88b0-8d9f-4ea1-b2c6-c10a4d6d0a4a" providerId="ADAL" clId="{D1ACA527-0B31-4695-A5B8-6E385A74F40F}" dt="2024-09-02T10:32:49.397" v="5379"/>
        <pc:sldMkLst>
          <pc:docMk/>
          <pc:sldMk cId="845863417" sldId="461"/>
        </pc:sldMkLst>
      </pc:sldChg>
      <pc:sldChg chg="addSp delSp modSp add mod">
        <pc:chgData name="福原　颯(s24d164)" userId="5dad88b0-8d9f-4ea1-b2c6-c10a4d6d0a4a" providerId="ADAL" clId="{D1ACA527-0B31-4695-A5B8-6E385A74F40F}" dt="2024-09-02T10:42:00.107" v="5434" actId="1076"/>
        <pc:sldMkLst>
          <pc:docMk/>
          <pc:sldMk cId="2702183722" sldId="462"/>
        </pc:sldMkLst>
      </pc:sldChg>
      <pc:sldChg chg="modSp add mod">
        <pc:chgData name="福原　颯(s24d164)" userId="5dad88b0-8d9f-4ea1-b2c6-c10a4d6d0a4a" providerId="ADAL" clId="{D1ACA527-0B31-4695-A5B8-6E385A74F40F}" dt="2024-09-02T10:39:07.015" v="5405" actId="1076"/>
        <pc:sldMkLst>
          <pc:docMk/>
          <pc:sldMk cId="977197672" sldId="463"/>
        </pc:sldMkLst>
      </pc:sldChg>
      <pc:sldChg chg="addSp delSp modSp add mod">
        <pc:chgData name="福原　颯(s24d164)" userId="5dad88b0-8d9f-4ea1-b2c6-c10a4d6d0a4a" providerId="ADAL" clId="{D1ACA527-0B31-4695-A5B8-6E385A74F40F}" dt="2024-09-02T10:51:15.974" v="5653" actId="20577"/>
        <pc:sldMkLst>
          <pc:docMk/>
          <pc:sldMk cId="2914751642" sldId="464"/>
        </pc:sldMkLst>
      </pc:sldChg>
      <pc:sldChg chg="modSp add">
        <pc:chgData name="福原　颯(s24d164)" userId="5dad88b0-8d9f-4ea1-b2c6-c10a4d6d0a4a" providerId="ADAL" clId="{D1ACA527-0B31-4695-A5B8-6E385A74F40F}" dt="2024-09-02T10:45:09.813" v="5512" actId="404"/>
        <pc:sldMkLst>
          <pc:docMk/>
          <pc:sldMk cId="3840979748" sldId="465"/>
        </pc:sldMkLst>
      </pc:sldChg>
      <pc:sldChg chg="addSp delSp modSp add mod">
        <pc:chgData name="福原　颯(s24d164)" userId="5dad88b0-8d9f-4ea1-b2c6-c10a4d6d0a4a" providerId="ADAL" clId="{D1ACA527-0B31-4695-A5B8-6E385A74F40F}" dt="2024-09-02T10:55:43.220" v="5771" actId="478"/>
        <pc:sldMkLst>
          <pc:docMk/>
          <pc:sldMk cId="1576737104" sldId="466"/>
        </pc:sldMkLst>
      </pc:sldChg>
    </pc:docChg>
  </pc:docChgLst>
  <pc:docChgLst>
    <pc:chgData name="福原　颯(s24d164)" userId="5dad88b0-8d9f-4ea1-b2c6-c10a4d6d0a4a" providerId="ADAL" clId="{0DD680C3-D15B-4C92-AC1A-D83DB451B65A}"/>
    <pc:docChg chg="undo custSel addSld delSld modSld">
      <pc:chgData name="福原　颯(s24d164)" userId="5dad88b0-8d9f-4ea1-b2c6-c10a4d6d0a4a" providerId="ADAL" clId="{0DD680C3-D15B-4C92-AC1A-D83DB451B65A}" dt="2024-09-18T07:27:29.904" v="397"/>
      <pc:docMkLst>
        <pc:docMk/>
      </pc:docMkLst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486001388" sldId="34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18382245" sldId="36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022843415" sldId="367"/>
        </pc:sldMkLst>
      </pc:sldChg>
      <pc:sldChg chg="modNotesTx">
        <pc:chgData name="福原　颯(s24d164)" userId="5dad88b0-8d9f-4ea1-b2c6-c10a4d6d0a4a" providerId="ADAL" clId="{0DD680C3-D15B-4C92-AC1A-D83DB451B65A}" dt="2024-09-17T17:34:10.666" v="2" actId="6549"/>
        <pc:sldMkLst>
          <pc:docMk/>
          <pc:sldMk cId="545113248" sldId="44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700123302" sldId="45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866724337" sldId="45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23420648" sldId="45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32895314" sldId="45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356944368" sldId="45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189240835" sldId="45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845863417" sldId="46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413148916" sldId="46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760283428" sldId="46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44430561" sldId="47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064885365" sldId="47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95866264" sldId="47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660268244" sldId="47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666141805" sldId="47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397892319" sldId="47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109290282" sldId="47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563991941" sldId="48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698350966" sldId="48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587152433" sldId="48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251583710" sldId="48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662944057" sldId="48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928350818" sldId="48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007412481" sldId="48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93918754" sldId="48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38039418" sldId="49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06245929" sldId="49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955146950" sldId="49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33304578" sldId="49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957234417" sldId="49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09151991" sldId="49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49550894" sldId="49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43220752" sldId="49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644308075" sldId="49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605311112" sldId="50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10312100" sldId="50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999581275" sldId="50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063014634" sldId="507"/>
        </pc:sldMkLst>
      </pc:sldChg>
      <pc:sldChg chg="modNotesTx">
        <pc:chgData name="福原　颯(s24d164)" userId="5dad88b0-8d9f-4ea1-b2c6-c10a4d6d0a4a" providerId="ADAL" clId="{0DD680C3-D15B-4C92-AC1A-D83DB451B65A}" dt="2024-09-17T17:34:06.586" v="1" actId="6549"/>
        <pc:sldMkLst>
          <pc:docMk/>
          <pc:sldMk cId="3201525150" sldId="50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41033273" sldId="50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422897799" sldId="51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96751089" sldId="511"/>
        </pc:sldMkLst>
      </pc:sldChg>
      <pc:sldChg chg="modNotesTx">
        <pc:chgData name="福原　颯(s24d164)" userId="5dad88b0-8d9f-4ea1-b2c6-c10a4d6d0a4a" providerId="ADAL" clId="{0DD680C3-D15B-4C92-AC1A-D83DB451B65A}" dt="2024-09-17T17:34:12.396" v="3" actId="6549"/>
        <pc:sldMkLst>
          <pc:docMk/>
          <pc:sldMk cId="2825117793" sldId="512"/>
        </pc:sldMkLst>
      </pc:sldChg>
      <pc:sldChg chg="modNotesTx">
        <pc:chgData name="福原　颯(s24d164)" userId="5dad88b0-8d9f-4ea1-b2c6-c10a4d6d0a4a" providerId="ADAL" clId="{0DD680C3-D15B-4C92-AC1A-D83DB451B65A}" dt="2024-09-17T17:34:14.696" v="4" actId="6549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763109654" sldId="514"/>
        </pc:sldMkLst>
      </pc:sldChg>
      <pc:sldChg chg="modNotesTx">
        <pc:chgData name="福原　颯(s24d164)" userId="5dad88b0-8d9f-4ea1-b2c6-c10a4d6d0a4a" providerId="ADAL" clId="{0DD680C3-D15B-4C92-AC1A-D83DB451B65A}" dt="2024-09-17T17:34:18.586" v="6" actId="6549"/>
        <pc:sldMkLst>
          <pc:docMk/>
          <pc:sldMk cId="4060169230" sldId="516"/>
        </pc:sldMkLst>
      </pc:sldChg>
      <pc:sldChg chg="modNotesTx">
        <pc:chgData name="福原　颯(s24d164)" userId="5dad88b0-8d9f-4ea1-b2c6-c10a4d6d0a4a" providerId="ADAL" clId="{0DD680C3-D15B-4C92-AC1A-D83DB451B65A}" dt="2024-09-17T17:34:33.460" v="12" actId="6549"/>
        <pc:sldMkLst>
          <pc:docMk/>
          <pc:sldMk cId="707447553" sldId="51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35681266" sldId="518"/>
        </pc:sldMkLst>
      </pc:sldChg>
      <pc:sldChg chg="modNotesTx">
        <pc:chgData name="福原　颯(s24d164)" userId="5dad88b0-8d9f-4ea1-b2c6-c10a4d6d0a4a" providerId="ADAL" clId="{0DD680C3-D15B-4C92-AC1A-D83DB451B65A}" dt="2024-09-17T17:34:16.786" v="5" actId="6549"/>
        <pc:sldMkLst>
          <pc:docMk/>
          <pc:sldMk cId="3360977970" sldId="520"/>
        </pc:sldMkLst>
      </pc:sldChg>
      <pc:sldChg chg="modNotesTx">
        <pc:chgData name="福原　颯(s24d164)" userId="5dad88b0-8d9f-4ea1-b2c6-c10a4d6d0a4a" providerId="ADAL" clId="{0DD680C3-D15B-4C92-AC1A-D83DB451B65A}" dt="2024-09-17T17:34:21.216" v="7" actId="6549"/>
        <pc:sldMkLst>
          <pc:docMk/>
          <pc:sldMk cId="926834026" sldId="52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756637530" sldId="523"/>
        </pc:sldMkLst>
      </pc:sldChg>
      <pc:sldChg chg="modNotesTx">
        <pc:chgData name="福原　颯(s24d164)" userId="5dad88b0-8d9f-4ea1-b2c6-c10a4d6d0a4a" providerId="ADAL" clId="{0DD680C3-D15B-4C92-AC1A-D83DB451B65A}" dt="2024-09-17T17:34:22.937" v="8" actId="6549"/>
        <pc:sldMkLst>
          <pc:docMk/>
          <pc:sldMk cId="1492636824" sldId="524"/>
        </pc:sldMkLst>
      </pc:sldChg>
      <pc:sldChg chg="modNotesTx">
        <pc:chgData name="福原　颯(s24d164)" userId="5dad88b0-8d9f-4ea1-b2c6-c10a4d6d0a4a" providerId="ADAL" clId="{0DD680C3-D15B-4C92-AC1A-D83DB451B65A}" dt="2024-09-17T17:34:26.156" v="9" actId="6549"/>
        <pc:sldMkLst>
          <pc:docMk/>
          <pc:sldMk cId="2437077959" sldId="526"/>
        </pc:sldMkLst>
      </pc:sldChg>
      <pc:sldChg chg="modNotesTx">
        <pc:chgData name="福原　颯(s24d164)" userId="5dad88b0-8d9f-4ea1-b2c6-c10a4d6d0a4a" providerId="ADAL" clId="{0DD680C3-D15B-4C92-AC1A-D83DB451B65A}" dt="2024-09-17T17:34:28.596" v="10" actId="6549"/>
        <pc:sldMkLst>
          <pc:docMk/>
          <pc:sldMk cId="3238925954" sldId="52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553454736" sldId="52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05125504" sldId="530"/>
        </pc:sldMkLst>
      </pc:sldChg>
      <pc:sldChg chg="modSp modNotesTx">
        <pc:chgData name="福原　颯(s24d164)" userId="5dad88b0-8d9f-4ea1-b2c6-c10a4d6d0a4a" providerId="ADAL" clId="{0DD680C3-D15B-4C92-AC1A-D83DB451B65A}" dt="2024-09-18T07:27:29.904" v="397"/>
        <pc:sldMkLst>
          <pc:docMk/>
          <pc:sldMk cId="1777063703" sldId="53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78374331" sldId="533"/>
        </pc:sldMkLst>
      </pc:sldChg>
      <pc:sldChg chg="modNotesTx">
        <pc:chgData name="福原　颯(s24d164)" userId="5dad88b0-8d9f-4ea1-b2c6-c10a4d6d0a4a" providerId="ADAL" clId="{0DD680C3-D15B-4C92-AC1A-D83DB451B65A}" dt="2024-09-17T17:34:54.966" v="21" actId="6549"/>
        <pc:sldMkLst>
          <pc:docMk/>
          <pc:sldMk cId="3281802686" sldId="534"/>
        </pc:sldMkLst>
      </pc:sldChg>
      <pc:sldChg chg="modNotesTx">
        <pc:chgData name="福原　颯(s24d164)" userId="5dad88b0-8d9f-4ea1-b2c6-c10a4d6d0a4a" providerId="ADAL" clId="{0DD680C3-D15B-4C92-AC1A-D83DB451B65A}" dt="2024-09-17T17:34:44.706" v="17" actId="6549"/>
        <pc:sldMkLst>
          <pc:docMk/>
          <pc:sldMk cId="787021457" sldId="535"/>
        </pc:sldMkLst>
      </pc:sldChg>
      <pc:sldChg chg="modNotesTx">
        <pc:chgData name="福原　颯(s24d164)" userId="5dad88b0-8d9f-4ea1-b2c6-c10a4d6d0a4a" providerId="ADAL" clId="{0DD680C3-D15B-4C92-AC1A-D83DB451B65A}" dt="2024-09-17T17:34:38.008" v="14" actId="6549"/>
        <pc:sldMkLst>
          <pc:docMk/>
          <pc:sldMk cId="657489115" sldId="536"/>
        </pc:sldMkLst>
      </pc:sldChg>
      <pc:sldChg chg="modNotesTx">
        <pc:chgData name="福原　颯(s24d164)" userId="5dad88b0-8d9f-4ea1-b2c6-c10a4d6d0a4a" providerId="ADAL" clId="{0DD680C3-D15B-4C92-AC1A-D83DB451B65A}" dt="2024-09-17T17:34:42.966" v="16" actId="6549"/>
        <pc:sldMkLst>
          <pc:docMk/>
          <pc:sldMk cId="2340234848" sldId="537"/>
        </pc:sldMkLst>
      </pc:sldChg>
      <pc:sldChg chg="modNotesTx">
        <pc:chgData name="福原　颯(s24d164)" userId="5dad88b0-8d9f-4ea1-b2c6-c10a4d6d0a4a" providerId="ADAL" clId="{0DD680C3-D15B-4C92-AC1A-D83DB451B65A}" dt="2024-09-17T17:34:47.296" v="18" actId="6549"/>
        <pc:sldMkLst>
          <pc:docMk/>
          <pc:sldMk cId="1184372124" sldId="538"/>
        </pc:sldMkLst>
      </pc:sldChg>
      <pc:sldChg chg="modNotesTx">
        <pc:chgData name="福原　颯(s24d164)" userId="5dad88b0-8d9f-4ea1-b2c6-c10a4d6d0a4a" providerId="ADAL" clId="{0DD680C3-D15B-4C92-AC1A-D83DB451B65A}" dt="2024-09-17T17:34:49.216" v="19" actId="6549"/>
        <pc:sldMkLst>
          <pc:docMk/>
          <pc:sldMk cId="2634214433" sldId="539"/>
        </pc:sldMkLst>
      </pc:sldChg>
      <pc:sldChg chg="modNotesTx">
        <pc:chgData name="福原　颯(s24d164)" userId="5dad88b0-8d9f-4ea1-b2c6-c10a4d6d0a4a" providerId="ADAL" clId="{0DD680C3-D15B-4C92-AC1A-D83DB451B65A}" dt="2024-09-17T17:34:52.626" v="20" actId="6549"/>
        <pc:sldMkLst>
          <pc:docMk/>
          <pc:sldMk cId="2779778668" sldId="540"/>
        </pc:sldMkLst>
      </pc:sldChg>
      <pc:sldChg chg="modNotesTx">
        <pc:chgData name="福原　颯(s24d164)" userId="5dad88b0-8d9f-4ea1-b2c6-c10a4d6d0a4a" providerId="ADAL" clId="{0DD680C3-D15B-4C92-AC1A-D83DB451B65A}" dt="2024-09-17T17:35:04.806" v="25" actId="6549"/>
        <pc:sldMkLst>
          <pc:docMk/>
          <pc:sldMk cId="2536414103" sldId="541"/>
        </pc:sldMkLst>
      </pc:sldChg>
      <pc:sldChg chg="modNotesTx">
        <pc:chgData name="福原　颯(s24d164)" userId="5dad88b0-8d9f-4ea1-b2c6-c10a4d6d0a4a" providerId="ADAL" clId="{0DD680C3-D15B-4C92-AC1A-D83DB451B65A}" dt="2024-09-17T17:34:56.926" v="22" actId="6549"/>
        <pc:sldMkLst>
          <pc:docMk/>
          <pc:sldMk cId="4135016211" sldId="542"/>
        </pc:sldMkLst>
      </pc:sldChg>
      <pc:sldChg chg="modNotesTx">
        <pc:chgData name="福原　颯(s24d164)" userId="5dad88b0-8d9f-4ea1-b2c6-c10a4d6d0a4a" providerId="ADAL" clId="{0DD680C3-D15B-4C92-AC1A-D83DB451B65A}" dt="2024-09-17T17:34:59.281" v="23" actId="6549"/>
        <pc:sldMkLst>
          <pc:docMk/>
          <pc:sldMk cId="2530920632" sldId="543"/>
        </pc:sldMkLst>
      </pc:sldChg>
      <pc:sldChg chg="modNotesTx">
        <pc:chgData name="福原　颯(s24d164)" userId="5dad88b0-8d9f-4ea1-b2c6-c10a4d6d0a4a" providerId="ADAL" clId="{0DD680C3-D15B-4C92-AC1A-D83DB451B65A}" dt="2024-09-17T17:35:01.609" v="24" actId="6549"/>
        <pc:sldMkLst>
          <pc:docMk/>
          <pc:sldMk cId="1074092287" sldId="544"/>
        </pc:sldMkLst>
      </pc:sldChg>
      <pc:sldChg chg="modNotesTx">
        <pc:chgData name="福原　颯(s24d164)" userId="5dad88b0-8d9f-4ea1-b2c6-c10a4d6d0a4a" providerId="ADAL" clId="{0DD680C3-D15B-4C92-AC1A-D83DB451B65A}" dt="2024-09-17T17:35:12.329" v="27" actId="6549"/>
        <pc:sldMkLst>
          <pc:docMk/>
          <pc:sldMk cId="2083591494" sldId="545"/>
        </pc:sldMkLst>
      </pc:sldChg>
      <pc:sldChg chg="modNotesTx">
        <pc:chgData name="福原　颯(s24d164)" userId="5dad88b0-8d9f-4ea1-b2c6-c10a4d6d0a4a" providerId="ADAL" clId="{0DD680C3-D15B-4C92-AC1A-D83DB451B65A}" dt="2024-09-17T17:35:10.756" v="26" actId="6549"/>
        <pc:sldMkLst>
          <pc:docMk/>
          <pc:sldMk cId="2393299346" sldId="546"/>
        </pc:sldMkLst>
      </pc:sldChg>
      <pc:sldChg chg="modNotesTx">
        <pc:chgData name="福原　颯(s24d164)" userId="5dad88b0-8d9f-4ea1-b2c6-c10a4d6d0a4a" providerId="ADAL" clId="{0DD680C3-D15B-4C92-AC1A-D83DB451B65A}" dt="2024-09-17T17:34:31.636" v="11" actId="6549"/>
        <pc:sldMkLst>
          <pc:docMk/>
          <pc:sldMk cId="2971353691" sldId="550"/>
        </pc:sldMkLst>
      </pc:sldChg>
      <pc:sldChg chg="modNotesTx">
        <pc:chgData name="福原　颯(s24d164)" userId="5dad88b0-8d9f-4ea1-b2c6-c10a4d6d0a4a" providerId="ADAL" clId="{0DD680C3-D15B-4C92-AC1A-D83DB451B65A}" dt="2024-09-17T17:35:15.026" v="28" actId="6549"/>
        <pc:sldMkLst>
          <pc:docMk/>
          <pc:sldMk cId="245135390" sldId="551"/>
        </pc:sldMkLst>
      </pc:sldChg>
      <pc:sldChg chg="modNotesTx">
        <pc:chgData name="福原　颯(s24d164)" userId="5dad88b0-8d9f-4ea1-b2c6-c10a4d6d0a4a" providerId="ADAL" clId="{0DD680C3-D15B-4C92-AC1A-D83DB451B65A}" dt="2024-09-17T17:35:17.616" v="29" actId="6549"/>
        <pc:sldMkLst>
          <pc:docMk/>
          <pc:sldMk cId="338589204" sldId="552"/>
        </pc:sldMkLst>
      </pc:sldChg>
      <pc:sldChg chg="modNotesTx">
        <pc:chgData name="福原　颯(s24d164)" userId="5dad88b0-8d9f-4ea1-b2c6-c10a4d6d0a4a" providerId="ADAL" clId="{0DD680C3-D15B-4C92-AC1A-D83DB451B65A}" dt="2024-09-17T17:35:19.466" v="30" actId="6549"/>
        <pc:sldMkLst>
          <pc:docMk/>
          <pc:sldMk cId="561060879" sldId="55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555829080" sldId="55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706130816" sldId="556"/>
        </pc:sldMkLst>
      </pc:sldChg>
      <pc:sldChg chg="modSp mod">
        <pc:chgData name="福原　颯(s24d164)" userId="5dad88b0-8d9f-4ea1-b2c6-c10a4d6d0a4a" providerId="ADAL" clId="{0DD680C3-D15B-4C92-AC1A-D83DB451B65A}" dt="2024-09-17T17:46:09.287" v="395" actId="20577"/>
        <pc:sldMkLst>
          <pc:docMk/>
          <pc:sldMk cId="3098468264" sldId="557"/>
        </pc:sldMkLst>
      </pc:sldChg>
      <pc:sldChg chg="modNotesTx">
        <pc:chgData name="福原　颯(s24d164)" userId="5dad88b0-8d9f-4ea1-b2c6-c10a4d6d0a4a" providerId="ADAL" clId="{0DD680C3-D15B-4C92-AC1A-D83DB451B65A}" dt="2024-09-17T17:35:22.906" v="31" actId="6549"/>
        <pc:sldMkLst>
          <pc:docMk/>
          <pc:sldMk cId="2437348224" sldId="558"/>
        </pc:sldMkLst>
      </pc:sldChg>
      <pc:sldChg chg="modNotesTx">
        <pc:chgData name="福原　颯(s24d164)" userId="5dad88b0-8d9f-4ea1-b2c6-c10a4d6d0a4a" providerId="ADAL" clId="{0DD680C3-D15B-4C92-AC1A-D83DB451B65A}" dt="2024-09-17T17:35:24.846" v="32" actId="6549"/>
        <pc:sldMkLst>
          <pc:docMk/>
          <pc:sldMk cId="1399150608" sldId="55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180030950" sldId="560"/>
        </pc:sldMkLst>
      </pc:sldChg>
      <pc:sldChg chg="modNotesTx">
        <pc:chgData name="福原　颯(s24d164)" userId="5dad88b0-8d9f-4ea1-b2c6-c10a4d6d0a4a" providerId="ADAL" clId="{0DD680C3-D15B-4C92-AC1A-D83DB451B65A}" dt="2024-09-17T17:35:42.121" v="34" actId="6549"/>
        <pc:sldMkLst>
          <pc:docMk/>
          <pc:sldMk cId="411907626" sldId="563"/>
        </pc:sldMkLst>
      </pc:sldChg>
      <pc:sldChg chg="modSp">
        <pc:chgData name="福原　颯(s24d164)" userId="5dad88b0-8d9f-4ea1-b2c6-c10a4d6d0a4a" providerId="ADAL" clId="{0DD680C3-D15B-4C92-AC1A-D83DB451B65A}" dt="2024-09-17T17:48:48.716" v="396" actId="20577"/>
        <pc:sldMkLst>
          <pc:docMk/>
          <pc:sldMk cId="2499128212" sldId="564"/>
        </pc:sldMkLst>
      </pc:sldChg>
      <pc:sldChg chg="modSp mod">
        <pc:chgData name="福原　颯(s24d164)" userId="5dad88b0-8d9f-4ea1-b2c6-c10a4d6d0a4a" providerId="ADAL" clId="{0DD680C3-D15B-4C92-AC1A-D83DB451B65A}" dt="2024-09-17T17:36:04.586" v="95" actId="20577"/>
        <pc:sldMkLst>
          <pc:docMk/>
          <pc:sldMk cId="2608318930" sldId="565"/>
        </pc:sldMkLst>
      </pc:sldChg>
      <pc:sldChg chg="modSp add mod">
        <pc:chgData name="福原　颯(s24d164)" userId="5dad88b0-8d9f-4ea1-b2c6-c10a4d6d0a4a" providerId="ADAL" clId="{0DD680C3-D15B-4C92-AC1A-D83DB451B65A}" dt="2024-09-17T17:36:25.106" v="104" actId="20577"/>
        <pc:sldMkLst>
          <pc:docMk/>
          <pc:sldMk cId="4080382974" sldId="566"/>
        </pc:sldMkLst>
      </pc:sldChg>
    </pc:docChg>
  </pc:docChgLst>
  <pc:docChgLst>
    <pc:chgData name="福原　颯(s24d164)" userId="5dad88b0-8d9f-4ea1-b2c6-c10a4d6d0a4a" providerId="ADAL" clId="{A9BD5DBC-F65B-425F-8BD0-14FD5821B94E}"/>
    <pc:docChg chg="delSld">
      <pc:chgData name="福原　颯(s24d164)" userId="5dad88b0-8d9f-4ea1-b2c6-c10a4d6d0a4a" providerId="ADAL" clId="{A9BD5DBC-F65B-425F-8BD0-14FD5821B94E}" dt="2025-02-28T09:33:52.954" v="0" actId="47"/>
      <pc:docMkLst>
        <pc:docMk/>
      </pc:docMkLst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371754572" sldId="449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825117793" sldId="512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246364064" sldId="514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396290773" sldId="516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752936275" sldId="51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258415691" sldId="518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57393060" sldId="520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669589288" sldId="521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416440784" sldId="523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680286438" sldId="52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135830788" sldId="528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179579777" sldId="529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905854082" sldId="535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787638537" sldId="53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463404672" sldId="540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562419327" sldId="541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687298135" sldId="545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55067149" sldId="547"/>
        </pc:sldMkLst>
      </pc:sldChg>
    </pc:docChg>
  </pc:docChgLst>
  <pc:docChgLst>
    <pc:chgData name="福原　颯(s24d164)" userId="5dad88b0-8d9f-4ea1-b2c6-c10a4d6d0a4a" providerId="ADAL" clId="{083BA301-1DC6-47BE-863D-ED78B06E78AB}"/>
    <pc:docChg chg="undo custSel addSld delSld modSld sldOrd modMainMaster modNotesMaster">
      <pc:chgData name="福原　颯(s24d164)" userId="5dad88b0-8d9f-4ea1-b2c6-c10a4d6d0a4a" providerId="ADAL" clId="{083BA301-1DC6-47BE-863D-ED78B06E78AB}" dt="2025-04-16T13:24:28.488" v="22968" actId="20577"/>
      <pc:docMkLst>
        <pc:docMk/>
      </pc:docMkLst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452277363" sldId="26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890680131" sldId="270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426550954" sldId="515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816769270" sldId="519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28881671" sldId="52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637048831" sldId="52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668594093" sldId="525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71877879" sldId="526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164677062" sldId="530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999478652" sldId="53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255930890" sldId="53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27594288" sldId="53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01194367" sldId="538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49721194" sldId="54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01412082" sldId="54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72824474" sldId="54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683255463" sldId="546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032138665" sldId="548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842031104" sldId="551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846362254" sldId="55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593412889" sldId="55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981769942" sldId="557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763007250" sldId="559"/>
        </pc:sldMkLst>
      </pc:sldChg>
      <pc:sldChg chg="addSp delSp modSp new mod ord">
        <pc:chgData name="福原　颯(s24d164)" userId="5dad88b0-8d9f-4ea1-b2c6-c10a4d6d0a4a" providerId="ADAL" clId="{083BA301-1DC6-47BE-863D-ED78B06E78AB}" dt="2025-04-14T06:48:35.855" v="356" actId="20577"/>
        <pc:sldMkLst>
          <pc:docMk/>
          <pc:sldMk cId="3101350149" sldId="560"/>
        </pc:sldMkLst>
      </pc:sldChg>
      <pc:sldChg chg="new">
        <pc:chgData name="福原　颯(s24d164)" userId="5dad88b0-8d9f-4ea1-b2c6-c10a4d6d0a4a" providerId="ADAL" clId="{083BA301-1DC6-47BE-863D-ED78B06E78AB}" dt="2025-04-14T05:47:49.182" v="295" actId="680"/>
        <pc:sldMkLst>
          <pc:docMk/>
          <pc:sldMk cId="338280919" sldId="561"/>
        </pc:sldMkLst>
      </pc:sldChg>
      <pc:sldChg chg="modSp new mod ord">
        <pc:chgData name="福原　颯(s24d164)" userId="5dad88b0-8d9f-4ea1-b2c6-c10a4d6d0a4a" providerId="ADAL" clId="{083BA301-1DC6-47BE-863D-ED78B06E78AB}" dt="2025-04-14T06:41:05.405" v="316" actId="20577"/>
        <pc:sldMkLst>
          <pc:docMk/>
          <pc:sldMk cId="4002567523" sldId="562"/>
        </pc:sldMkLst>
      </pc:sldChg>
      <pc:sldChg chg="new del">
        <pc:chgData name="福原　颯(s24d164)" userId="5dad88b0-8d9f-4ea1-b2c6-c10a4d6d0a4a" providerId="ADAL" clId="{083BA301-1DC6-47BE-863D-ED78B06E78AB}" dt="2025-04-14T05:48:59.349" v="301" actId="47"/>
        <pc:sldMkLst>
          <pc:docMk/>
          <pc:sldMk cId="4052151318" sldId="563"/>
        </pc:sldMkLst>
      </pc:sldChg>
      <pc:sldChg chg="modSp new mod">
        <pc:chgData name="福原　颯(s24d164)" userId="5dad88b0-8d9f-4ea1-b2c6-c10a4d6d0a4a" providerId="ADAL" clId="{083BA301-1DC6-47BE-863D-ED78B06E78AB}" dt="2025-04-14T12:22:29.404" v="2386" actId="5793"/>
        <pc:sldMkLst>
          <pc:docMk/>
          <pc:sldMk cId="4113360082" sldId="563"/>
        </pc:sldMkLst>
      </pc:sldChg>
      <pc:sldChg chg="addSp delSp modSp add mod ord">
        <pc:chgData name="福原　颯(s24d164)" userId="5dad88b0-8d9f-4ea1-b2c6-c10a4d6d0a4a" providerId="ADAL" clId="{083BA301-1DC6-47BE-863D-ED78B06E78AB}" dt="2025-04-14T09:13:32.493" v="1379" actId="1076"/>
        <pc:sldMkLst>
          <pc:docMk/>
          <pc:sldMk cId="70252964" sldId="564"/>
        </pc:sldMkLst>
      </pc:sldChg>
      <pc:sldChg chg="modSp add mod">
        <pc:chgData name="福原　颯(s24d164)" userId="5dad88b0-8d9f-4ea1-b2c6-c10a4d6d0a4a" providerId="ADAL" clId="{083BA301-1DC6-47BE-863D-ED78B06E78AB}" dt="2025-04-14T06:50:53.355" v="449" actId="20577"/>
        <pc:sldMkLst>
          <pc:docMk/>
          <pc:sldMk cId="606541456" sldId="565"/>
        </pc:sldMkLst>
      </pc:sldChg>
      <pc:sldChg chg="modSp add mod">
        <pc:chgData name="福原　颯(s24d164)" userId="5dad88b0-8d9f-4ea1-b2c6-c10a4d6d0a4a" providerId="ADAL" clId="{083BA301-1DC6-47BE-863D-ED78B06E78AB}" dt="2025-04-14T06:52:05.843" v="559" actId="20577"/>
        <pc:sldMkLst>
          <pc:docMk/>
          <pc:sldMk cId="2361246623" sldId="566"/>
        </pc:sldMkLst>
      </pc:sldChg>
      <pc:sldChg chg="modSp add mod">
        <pc:chgData name="福原　颯(s24d164)" userId="5dad88b0-8d9f-4ea1-b2c6-c10a4d6d0a4a" providerId="ADAL" clId="{083BA301-1DC6-47BE-863D-ED78B06E78AB}" dt="2025-04-14T06:53:59.657" v="585" actId="20577"/>
        <pc:sldMkLst>
          <pc:docMk/>
          <pc:sldMk cId="4245538123" sldId="567"/>
        </pc:sldMkLst>
      </pc:sldChg>
      <pc:sldChg chg="modSp add mod">
        <pc:chgData name="福原　颯(s24d164)" userId="5dad88b0-8d9f-4ea1-b2c6-c10a4d6d0a4a" providerId="ADAL" clId="{083BA301-1DC6-47BE-863D-ED78B06E78AB}" dt="2025-04-14T06:54:16.036" v="592" actId="20577"/>
        <pc:sldMkLst>
          <pc:docMk/>
          <pc:sldMk cId="309975953" sldId="568"/>
        </pc:sldMkLst>
      </pc:sldChg>
      <pc:sldChg chg="modSp add mod">
        <pc:chgData name="福原　颯(s24d164)" userId="5dad88b0-8d9f-4ea1-b2c6-c10a4d6d0a4a" providerId="ADAL" clId="{083BA301-1DC6-47BE-863D-ED78B06E78AB}" dt="2025-04-14T06:55:51.508" v="658" actId="20577"/>
        <pc:sldMkLst>
          <pc:docMk/>
          <pc:sldMk cId="3642564091" sldId="569"/>
        </pc:sldMkLst>
      </pc:sldChg>
      <pc:sldChg chg="modSp add mod">
        <pc:chgData name="福原　颯(s24d164)" userId="5dad88b0-8d9f-4ea1-b2c6-c10a4d6d0a4a" providerId="ADAL" clId="{083BA301-1DC6-47BE-863D-ED78B06E78AB}" dt="2025-04-14T06:55:02.635" v="630" actId="20577"/>
        <pc:sldMkLst>
          <pc:docMk/>
          <pc:sldMk cId="1493433391" sldId="570"/>
        </pc:sldMkLst>
      </pc:sldChg>
      <pc:sldChg chg="add">
        <pc:chgData name="福原　颯(s24d164)" userId="5dad88b0-8d9f-4ea1-b2c6-c10a4d6d0a4a" providerId="ADAL" clId="{083BA301-1DC6-47BE-863D-ED78B06E78AB}" dt="2025-04-14T06:57:04.489" v="659"/>
        <pc:sldMkLst>
          <pc:docMk/>
          <pc:sldMk cId="85789646" sldId="571"/>
        </pc:sldMkLst>
      </pc:sldChg>
      <pc:sldChg chg="modSp add mod">
        <pc:chgData name="福原　颯(s24d164)" userId="5dad88b0-8d9f-4ea1-b2c6-c10a4d6d0a4a" providerId="ADAL" clId="{083BA301-1DC6-47BE-863D-ED78B06E78AB}" dt="2025-04-14T06:57:29.087" v="712" actId="20577"/>
        <pc:sldMkLst>
          <pc:docMk/>
          <pc:sldMk cId="3720103756" sldId="572"/>
        </pc:sldMkLst>
      </pc:sldChg>
      <pc:sldChg chg="modSp add mod">
        <pc:chgData name="福原　颯(s24d164)" userId="5dad88b0-8d9f-4ea1-b2c6-c10a4d6d0a4a" providerId="ADAL" clId="{083BA301-1DC6-47BE-863D-ED78B06E78AB}" dt="2025-04-14T06:57:47.294" v="747" actId="20577"/>
        <pc:sldMkLst>
          <pc:docMk/>
          <pc:sldMk cId="2829114527" sldId="573"/>
        </pc:sldMkLst>
      </pc:sldChg>
      <pc:sldChg chg="modSp add mod">
        <pc:chgData name="福原　颯(s24d164)" userId="5dad88b0-8d9f-4ea1-b2c6-c10a4d6d0a4a" providerId="ADAL" clId="{083BA301-1DC6-47BE-863D-ED78B06E78AB}" dt="2025-04-14T06:57:54.283" v="750" actId="20577"/>
        <pc:sldMkLst>
          <pc:docMk/>
          <pc:sldMk cId="1540128523" sldId="574"/>
        </pc:sldMkLst>
      </pc:sldChg>
      <pc:sldChg chg="modSp add mod">
        <pc:chgData name="福原　颯(s24d164)" userId="5dad88b0-8d9f-4ea1-b2c6-c10a4d6d0a4a" providerId="ADAL" clId="{083BA301-1DC6-47BE-863D-ED78B06E78AB}" dt="2025-04-14T09:15:04.003" v="1383" actId="20577"/>
        <pc:sldMkLst>
          <pc:docMk/>
          <pc:sldMk cId="2952434325" sldId="575"/>
        </pc:sldMkLst>
      </pc:sldChg>
      <pc:sldChg chg="modSp add mod">
        <pc:chgData name="福原　颯(s24d164)" userId="5dad88b0-8d9f-4ea1-b2c6-c10a4d6d0a4a" providerId="ADAL" clId="{083BA301-1DC6-47BE-863D-ED78B06E78AB}" dt="2025-04-14T09:17:45.123" v="1449" actId="20577"/>
        <pc:sldMkLst>
          <pc:docMk/>
          <pc:sldMk cId="1333854303" sldId="576"/>
        </pc:sldMkLst>
      </pc:sldChg>
      <pc:sldChg chg="addSp modSp add mod">
        <pc:chgData name="福原　颯(s24d164)" userId="5dad88b0-8d9f-4ea1-b2c6-c10a4d6d0a4a" providerId="ADAL" clId="{083BA301-1DC6-47BE-863D-ED78B06E78AB}" dt="2025-04-14T09:22:11.630" v="1454" actId="11529"/>
        <pc:sldMkLst>
          <pc:docMk/>
          <pc:sldMk cId="3361981834" sldId="577"/>
        </pc:sldMkLst>
      </pc:sldChg>
      <pc:sldChg chg="modSp add mod">
        <pc:chgData name="福原　颯(s24d164)" userId="5dad88b0-8d9f-4ea1-b2c6-c10a4d6d0a4a" providerId="ADAL" clId="{083BA301-1DC6-47BE-863D-ED78B06E78AB}" dt="2025-04-14T13:02:21.722" v="2852" actId="20577"/>
        <pc:sldMkLst>
          <pc:docMk/>
          <pc:sldMk cId="2478096095" sldId="578"/>
        </pc:sldMkLst>
      </pc:sldChg>
      <pc:sldChg chg="modSp add mod">
        <pc:chgData name="福原　颯(s24d164)" userId="5dad88b0-8d9f-4ea1-b2c6-c10a4d6d0a4a" providerId="ADAL" clId="{083BA301-1DC6-47BE-863D-ED78B06E78AB}" dt="2025-04-14T13:04:29.524" v="2862" actId="27636"/>
        <pc:sldMkLst>
          <pc:docMk/>
          <pc:sldMk cId="1048482102" sldId="579"/>
        </pc:sldMkLst>
      </pc:sldChg>
      <pc:sldChg chg="modSp add mod">
        <pc:chgData name="福原　颯(s24d164)" userId="5dad88b0-8d9f-4ea1-b2c6-c10a4d6d0a4a" providerId="ADAL" clId="{083BA301-1DC6-47BE-863D-ED78B06E78AB}" dt="2025-04-14T13:05:38.343" v="2868" actId="20577"/>
        <pc:sldMkLst>
          <pc:docMk/>
          <pc:sldMk cId="1684236110" sldId="580"/>
        </pc:sldMkLst>
      </pc:sldChg>
      <pc:sldChg chg="modSp add mod">
        <pc:chgData name="福原　颯(s24d164)" userId="5dad88b0-8d9f-4ea1-b2c6-c10a4d6d0a4a" providerId="ADAL" clId="{083BA301-1DC6-47BE-863D-ED78B06E78AB}" dt="2025-04-14T13:17:59.818" v="3367" actId="20577"/>
        <pc:sldMkLst>
          <pc:docMk/>
          <pc:sldMk cId="993336348" sldId="581"/>
        </pc:sldMkLst>
      </pc:sldChg>
      <pc:sldChg chg="modSp add mod">
        <pc:chgData name="福原　颯(s24d164)" userId="5dad88b0-8d9f-4ea1-b2c6-c10a4d6d0a4a" providerId="ADAL" clId="{083BA301-1DC6-47BE-863D-ED78B06E78AB}" dt="2025-04-14T14:19:02.711" v="5523" actId="20577"/>
        <pc:sldMkLst>
          <pc:docMk/>
          <pc:sldMk cId="2192325963" sldId="582"/>
        </pc:sldMkLst>
      </pc:sldChg>
      <pc:sldChg chg="modSp add mod">
        <pc:chgData name="福原　颯(s24d164)" userId="5dad88b0-8d9f-4ea1-b2c6-c10a4d6d0a4a" providerId="ADAL" clId="{083BA301-1DC6-47BE-863D-ED78B06E78AB}" dt="2025-04-15T01:39:27.106" v="6162" actId="20577"/>
        <pc:sldMkLst>
          <pc:docMk/>
          <pc:sldMk cId="2607922016" sldId="583"/>
        </pc:sldMkLst>
      </pc:sldChg>
      <pc:sldChg chg="modSp add mod">
        <pc:chgData name="福原　颯(s24d164)" userId="5dad88b0-8d9f-4ea1-b2c6-c10a4d6d0a4a" providerId="ADAL" clId="{083BA301-1DC6-47BE-863D-ED78B06E78AB}" dt="2025-04-15T01:39:41.986" v="6166" actId="20577"/>
        <pc:sldMkLst>
          <pc:docMk/>
          <pc:sldMk cId="1617469576" sldId="584"/>
        </pc:sldMkLst>
      </pc:sldChg>
      <pc:sldChg chg="modSp add mod">
        <pc:chgData name="福原　颯(s24d164)" userId="5dad88b0-8d9f-4ea1-b2c6-c10a4d6d0a4a" providerId="ADAL" clId="{083BA301-1DC6-47BE-863D-ED78B06E78AB}" dt="2025-04-15T01:56:23.505" v="6501" actId="5793"/>
        <pc:sldMkLst>
          <pc:docMk/>
          <pc:sldMk cId="2370606621" sldId="585"/>
        </pc:sldMkLst>
      </pc:sldChg>
      <pc:sldChg chg="modSp add mod">
        <pc:chgData name="福原　颯(s24d164)" userId="5dad88b0-8d9f-4ea1-b2c6-c10a4d6d0a4a" providerId="ADAL" clId="{083BA301-1DC6-47BE-863D-ED78B06E78AB}" dt="2025-04-15T02:27:19.256" v="7350" actId="20577"/>
        <pc:sldMkLst>
          <pc:docMk/>
          <pc:sldMk cId="3280717886" sldId="586"/>
        </pc:sldMkLst>
      </pc:sldChg>
      <pc:sldChg chg="addSp modSp add mod">
        <pc:chgData name="福原　颯(s24d164)" userId="5dad88b0-8d9f-4ea1-b2c6-c10a4d6d0a4a" providerId="ADAL" clId="{083BA301-1DC6-47BE-863D-ED78B06E78AB}" dt="2025-04-15T03:12:44.545" v="8067" actId="20577"/>
        <pc:sldMkLst>
          <pc:docMk/>
          <pc:sldMk cId="2227815507" sldId="587"/>
        </pc:sldMkLst>
      </pc:sldChg>
      <pc:sldChg chg="addSp delSp modSp add mod">
        <pc:chgData name="福原　颯(s24d164)" userId="5dad88b0-8d9f-4ea1-b2c6-c10a4d6d0a4a" providerId="ADAL" clId="{083BA301-1DC6-47BE-863D-ED78B06E78AB}" dt="2025-04-15T03:35:43.076" v="8689" actId="15"/>
        <pc:sldMkLst>
          <pc:docMk/>
          <pc:sldMk cId="2406200027" sldId="588"/>
        </pc:sldMkLst>
      </pc:sldChg>
      <pc:sldChg chg="delSp modSp add mod">
        <pc:chgData name="福原　颯(s24d164)" userId="5dad88b0-8d9f-4ea1-b2c6-c10a4d6d0a4a" providerId="ADAL" clId="{083BA301-1DC6-47BE-863D-ED78B06E78AB}" dt="2025-04-15T12:28:26.579" v="14803" actId="20577"/>
        <pc:sldMkLst>
          <pc:docMk/>
          <pc:sldMk cId="729516588" sldId="589"/>
        </pc:sldMkLst>
      </pc:sldChg>
      <pc:sldChg chg="addSp modSp add mod">
        <pc:chgData name="福原　颯(s24d164)" userId="5dad88b0-8d9f-4ea1-b2c6-c10a4d6d0a4a" providerId="ADAL" clId="{083BA301-1DC6-47BE-863D-ED78B06E78AB}" dt="2025-04-15T04:12:29.288" v="9476" actId="1036"/>
        <pc:sldMkLst>
          <pc:docMk/>
          <pc:sldMk cId="2593897383" sldId="590"/>
        </pc:sldMkLst>
      </pc:sldChg>
      <pc:sldChg chg="addSp modSp add mod">
        <pc:chgData name="福原　颯(s24d164)" userId="5dad88b0-8d9f-4ea1-b2c6-c10a4d6d0a4a" providerId="ADAL" clId="{083BA301-1DC6-47BE-863D-ED78B06E78AB}" dt="2025-04-15T06:17:04.025" v="11093" actId="20577"/>
        <pc:sldMkLst>
          <pc:docMk/>
          <pc:sldMk cId="1216974437" sldId="591"/>
        </pc:sldMkLst>
      </pc:sldChg>
      <pc:sldChg chg="addSp delSp modSp add mod">
        <pc:chgData name="福原　颯(s24d164)" userId="5dad88b0-8d9f-4ea1-b2c6-c10a4d6d0a4a" providerId="ADAL" clId="{083BA301-1DC6-47BE-863D-ED78B06E78AB}" dt="2025-04-15T07:53:33.685" v="12700" actId="20577"/>
        <pc:sldMkLst>
          <pc:docMk/>
          <pc:sldMk cId="1506124534" sldId="592"/>
        </pc:sldMkLst>
      </pc:sldChg>
      <pc:sldChg chg="modSp add mod">
        <pc:chgData name="福原　颯(s24d164)" userId="5dad88b0-8d9f-4ea1-b2c6-c10a4d6d0a4a" providerId="ADAL" clId="{083BA301-1DC6-47BE-863D-ED78B06E78AB}" dt="2025-04-15T06:19:51.356" v="11145" actId="20577"/>
        <pc:sldMkLst>
          <pc:docMk/>
          <pc:sldMk cId="1191046611" sldId="593"/>
        </pc:sldMkLst>
      </pc:sldChg>
      <pc:sldChg chg="addSp modSp add mod">
        <pc:chgData name="福原　颯(s24d164)" userId="5dad88b0-8d9f-4ea1-b2c6-c10a4d6d0a4a" providerId="ADAL" clId="{083BA301-1DC6-47BE-863D-ED78B06E78AB}" dt="2025-04-15T07:06:21.071" v="11942" actId="20577"/>
        <pc:sldMkLst>
          <pc:docMk/>
          <pc:sldMk cId="151395974" sldId="594"/>
        </pc:sldMkLst>
      </pc:sldChg>
      <pc:sldChg chg="modSp add mod">
        <pc:chgData name="福原　颯(s24d164)" userId="5dad88b0-8d9f-4ea1-b2c6-c10a4d6d0a4a" providerId="ADAL" clId="{083BA301-1DC6-47BE-863D-ED78B06E78AB}" dt="2025-04-15T06:43:26.766" v="11721" actId="255"/>
        <pc:sldMkLst>
          <pc:docMk/>
          <pc:sldMk cId="353020606" sldId="595"/>
        </pc:sldMkLst>
      </pc:sldChg>
      <pc:sldChg chg="modSp add mod">
        <pc:chgData name="福原　颯(s24d164)" userId="5dad88b0-8d9f-4ea1-b2c6-c10a4d6d0a4a" providerId="ADAL" clId="{083BA301-1DC6-47BE-863D-ED78B06E78AB}" dt="2025-04-15T06:47:55.765" v="11907" actId="255"/>
        <pc:sldMkLst>
          <pc:docMk/>
          <pc:sldMk cId="3002867224" sldId="596"/>
        </pc:sldMkLst>
      </pc:sldChg>
      <pc:sldChg chg="modSp add mod">
        <pc:chgData name="福原　颯(s24d164)" userId="5dad88b0-8d9f-4ea1-b2c6-c10a4d6d0a4a" providerId="ADAL" clId="{083BA301-1DC6-47BE-863D-ED78B06E78AB}" dt="2025-04-15T07:03:41.444" v="11926" actId="20577"/>
        <pc:sldMkLst>
          <pc:docMk/>
          <pc:sldMk cId="1095465517" sldId="597"/>
        </pc:sldMkLst>
      </pc:sldChg>
      <pc:sldChg chg="modSp add mod">
        <pc:chgData name="福原　颯(s24d164)" userId="5dad88b0-8d9f-4ea1-b2c6-c10a4d6d0a4a" providerId="ADAL" clId="{083BA301-1DC6-47BE-863D-ED78B06E78AB}" dt="2025-04-15T07:13:45.624" v="12094" actId="20577"/>
        <pc:sldMkLst>
          <pc:docMk/>
          <pc:sldMk cId="3374749673" sldId="598"/>
        </pc:sldMkLst>
      </pc:sldChg>
      <pc:sldChg chg="addSp modSp add mod">
        <pc:chgData name="福原　颯(s24d164)" userId="5dad88b0-8d9f-4ea1-b2c6-c10a4d6d0a4a" providerId="ADAL" clId="{083BA301-1DC6-47BE-863D-ED78B06E78AB}" dt="2025-04-15T08:22:35.118" v="13292" actId="14100"/>
        <pc:sldMkLst>
          <pc:docMk/>
          <pc:sldMk cId="2529600253" sldId="599"/>
        </pc:sldMkLst>
      </pc:sldChg>
      <pc:sldChg chg="add">
        <pc:chgData name="福原　颯(s24d164)" userId="5dad88b0-8d9f-4ea1-b2c6-c10a4d6d0a4a" providerId="ADAL" clId="{083BA301-1DC6-47BE-863D-ED78B06E78AB}" dt="2025-04-15T07:31:04.656" v="12186"/>
        <pc:sldMkLst>
          <pc:docMk/>
          <pc:sldMk cId="4149903889" sldId="600"/>
        </pc:sldMkLst>
      </pc:sldChg>
      <pc:sldChg chg="modSp add mod">
        <pc:chgData name="福原　颯(s24d164)" userId="5dad88b0-8d9f-4ea1-b2c6-c10a4d6d0a4a" providerId="ADAL" clId="{083BA301-1DC6-47BE-863D-ED78B06E78AB}" dt="2025-04-15T08:08:19.108" v="13245" actId="20577"/>
        <pc:sldMkLst>
          <pc:docMk/>
          <pc:sldMk cId="107944673" sldId="601"/>
        </pc:sldMkLst>
      </pc:sldChg>
      <pc:sldChg chg="addSp delSp modSp add mod">
        <pc:chgData name="福原　颯(s24d164)" userId="5dad88b0-8d9f-4ea1-b2c6-c10a4d6d0a4a" providerId="ADAL" clId="{083BA301-1DC6-47BE-863D-ED78B06E78AB}" dt="2025-04-15T08:23:38.200" v="13338" actId="20577"/>
        <pc:sldMkLst>
          <pc:docMk/>
          <pc:sldMk cId="865510053" sldId="602"/>
        </pc:sldMkLst>
      </pc:sldChg>
      <pc:sldChg chg="modSp add mod">
        <pc:chgData name="福原　颯(s24d164)" userId="5dad88b0-8d9f-4ea1-b2c6-c10a4d6d0a4a" providerId="ADAL" clId="{083BA301-1DC6-47BE-863D-ED78B06E78AB}" dt="2025-04-15T12:29:15.506" v="14814" actId="20577"/>
        <pc:sldMkLst>
          <pc:docMk/>
          <pc:sldMk cId="1533983429" sldId="603"/>
        </pc:sldMkLst>
      </pc:sldChg>
      <pc:sldChg chg="modSp add mod">
        <pc:chgData name="福原　颯(s24d164)" userId="5dad88b0-8d9f-4ea1-b2c6-c10a4d6d0a4a" providerId="ADAL" clId="{083BA301-1DC6-47BE-863D-ED78B06E78AB}" dt="2025-04-15T08:32:09.667" v="13511" actId="20577"/>
        <pc:sldMkLst>
          <pc:docMk/>
          <pc:sldMk cId="146573435" sldId="604"/>
        </pc:sldMkLst>
      </pc:sldChg>
      <pc:sldChg chg="add del">
        <pc:chgData name="福原　颯(s24d164)" userId="5dad88b0-8d9f-4ea1-b2c6-c10a4d6d0a4a" providerId="ADAL" clId="{083BA301-1DC6-47BE-863D-ED78B06E78AB}" dt="2025-04-15T08:24:20.157" v="13340" actId="47"/>
        <pc:sldMkLst>
          <pc:docMk/>
          <pc:sldMk cId="843065534" sldId="604"/>
        </pc:sldMkLst>
      </pc:sldChg>
      <pc:sldChg chg="modSp add mod">
        <pc:chgData name="福原　颯(s24d164)" userId="5dad88b0-8d9f-4ea1-b2c6-c10a4d6d0a4a" providerId="ADAL" clId="{083BA301-1DC6-47BE-863D-ED78B06E78AB}" dt="2025-04-15T09:17:37.878" v="14470" actId="27636"/>
        <pc:sldMkLst>
          <pc:docMk/>
          <pc:sldMk cId="3938146536" sldId="605"/>
        </pc:sldMkLst>
      </pc:sldChg>
      <pc:sldChg chg="modSp add mod">
        <pc:chgData name="福原　颯(s24d164)" userId="5dad88b0-8d9f-4ea1-b2c6-c10a4d6d0a4a" providerId="ADAL" clId="{083BA301-1DC6-47BE-863D-ED78B06E78AB}" dt="2025-04-15T10:12:47.561" v="14564" actId="20577"/>
        <pc:sldMkLst>
          <pc:docMk/>
          <pc:sldMk cId="1749273837" sldId="606"/>
        </pc:sldMkLst>
      </pc:sldChg>
      <pc:sldChg chg="modSp add mod">
        <pc:chgData name="福原　颯(s24d164)" userId="5dad88b0-8d9f-4ea1-b2c6-c10a4d6d0a4a" providerId="ADAL" clId="{083BA301-1DC6-47BE-863D-ED78B06E78AB}" dt="2025-04-15T10:13:57.697" v="14628" actId="20577"/>
        <pc:sldMkLst>
          <pc:docMk/>
          <pc:sldMk cId="4154251625" sldId="607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981354932" sldId="608"/>
        </pc:sldMkLst>
      </pc:sldChg>
      <pc:sldChg chg="addSp delSp modSp add mod">
        <pc:chgData name="福原　颯(s24d164)" userId="5dad88b0-8d9f-4ea1-b2c6-c10a4d6d0a4a" providerId="ADAL" clId="{083BA301-1DC6-47BE-863D-ED78B06E78AB}" dt="2025-04-16T07:56:48.320" v="17004" actId="113"/>
        <pc:sldMkLst>
          <pc:docMk/>
          <pc:sldMk cId="4093994165" sldId="609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916087398" sldId="610"/>
        </pc:sldMkLst>
      </pc:sldChg>
      <pc:sldChg chg="modSp add mod">
        <pc:chgData name="福原　颯(s24d164)" userId="5dad88b0-8d9f-4ea1-b2c6-c10a4d6d0a4a" providerId="ADAL" clId="{083BA301-1DC6-47BE-863D-ED78B06E78AB}" dt="2025-04-16T03:29:27.258" v="14897" actId="20577"/>
        <pc:sldMkLst>
          <pc:docMk/>
          <pc:sldMk cId="1704855141" sldId="611"/>
        </pc:sldMkLst>
      </pc:sldChg>
      <pc:sldChg chg="addSp modSp add del mod">
        <pc:chgData name="福原　颯(s24d164)" userId="5dad88b0-8d9f-4ea1-b2c6-c10a4d6d0a4a" providerId="ADAL" clId="{083BA301-1DC6-47BE-863D-ED78B06E78AB}" dt="2025-04-16T08:26:00.823" v="17309" actId="47"/>
        <pc:sldMkLst>
          <pc:docMk/>
          <pc:sldMk cId="2255916786" sldId="612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4186030189" sldId="613"/>
        </pc:sldMkLst>
      </pc:sldChg>
      <pc:sldChg chg="addSp delSp modSp add mod">
        <pc:chgData name="福原　颯(s24d164)" userId="5dad88b0-8d9f-4ea1-b2c6-c10a4d6d0a4a" providerId="ADAL" clId="{083BA301-1DC6-47BE-863D-ED78B06E78AB}" dt="2025-04-16T08:45:23.487" v="17721" actId="20577"/>
        <pc:sldMkLst>
          <pc:docMk/>
          <pc:sldMk cId="3825515227" sldId="614"/>
        </pc:sldMkLst>
      </pc:sldChg>
      <pc:sldChg chg="modSp add mod">
        <pc:chgData name="福原　颯(s24d164)" userId="5dad88b0-8d9f-4ea1-b2c6-c10a4d6d0a4a" providerId="ADAL" clId="{083BA301-1DC6-47BE-863D-ED78B06E78AB}" dt="2025-04-16T05:48:40.519" v="15622" actId="20577"/>
        <pc:sldMkLst>
          <pc:docMk/>
          <pc:sldMk cId="4183981866" sldId="615"/>
        </pc:sldMkLst>
      </pc:sldChg>
      <pc:sldChg chg="modSp add mod">
        <pc:chgData name="福原　颯(s24d164)" userId="5dad88b0-8d9f-4ea1-b2c6-c10a4d6d0a4a" providerId="ADAL" clId="{083BA301-1DC6-47BE-863D-ED78B06E78AB}" dt="2025-04-16T05:49:42.383" v="15683" actId="313"/>
        <pc:sldMkLst>
          <pc:docMk/>
          <pc:sldMk cId="4042136543" sldId="616"/>
        </pc:sldMkLst>
      </pc:sldChg>
      <pc:sldChg chg="modSp add mod">
        <pc:chgData name="福原　颯(s24d164)" userId="5dad88b0-8d9f-4ea1-b2c6-c10a4d6d0a4a" providerId="ADAL" clId="{083BA301-1DC6-47BE-863D-ED78B06E78AB}" dt="2025-04-16T05:51:09.384" v="15759" actId="20577"/>
        <pc:sldMkLst>
          <pc:docMk/>
          <pc:sldMk cId="1149619720" sldId="617"/>
        </pc:sldMkLst>
      </pc:sldChg>
      <pc:sldChg chg="add">
        <pc:chgData name="福原　颯(s24d164)" userId="5dad88b0-8d9f-4ea1-b2c6-c10a4d6d0a4a" providerId="ADAL" clId="{083BA301-1DC6-47BE-863D-ED78B06E78AB}" dt="2025-04-16T05:50:35.224" v="15707"/>
        <pc:sldMkLst>
          <pc:docMk/>
          <pc:sldMk cId="3621636531" sldId="618"/>
        </pc:sldMkLst>
      </pc:sldChg>
      <pc:sldChg chg="modSp add mod">
        <pc:chgData name="福原　颯(s24d164)" userId="5dad88b0-8d9f-4ea1-b2c6-c10a4d6d0a4a" providerId="ADAL" clId="{083BA301-1DC6-47BE-863D-ED78B06E78AB}" dt="2025-04-16T05:52:05.028" v="15814" actId="20577"/>
        <pc:sldMkLst>
          <pc:docMk/>
          <pc:sldMk cId="4141011174" sldId="619"/>
        </pc:sldMkLst>
      </pc:sldChg>
      <pc:sldChg chg="modSp add mod">
        <pc:chgData name="福原　颯(s24d164)" userId="5dad88b0-8d9f-4ea1-b2c6-c10a4d6d0a4a" providerId="ADAL" clId="{083BA301-1DC6-47BE-863D-ED78B06E78AB}" dt="2025-04-16T05:52:22.260" v="15816"/>
        <pc:sldMkLst>
          <pc:docMk/>
          <pc:sldMk cId="146450860" sldId="620"/>
        </pc:sldMkLst>
      </pc:sldChg>
      <pc:sldChg chg="modSp add mod">
        <pc:chgData name="福原　颯(s24d164)" userId="5dad88b0-8d9f-4ea1-b2c6-c10a4d6d0a4a" providerId="ADAL" clId="{083BA301-1DC6-47BE-863D-ED78B06E78AB}" dt="2025-04-16T08:01:05.861" v="17132"/>
        <pc:sldMkLst>
          <pc:docMk/>
          <pc:sldMk cId="775098446" sldId="621"/>
        </pc:sldMkLst>
      </pc:sldChg>
      <pc:sldChg chg="addSp delSp modSp add mod">
        <pc:chgData name="福原　颯(s24d164)" userId="5dad88b0-8d9f-4ea1-b2c6-c10a4d6d0a4a" providerId="ADAL" clId="{083BA301-1DC6-47BE-863D-ED78B06E78AB}" dt="2025-04-16T10:26:30.930" v="19210"/>
        <pc:sldMkLst>
          <pc:docMk/>
          <pc:sldMk cId="2070648182" sldId="622"/>
        </pc:sldMkLst>
      </pc:sldChg>
      <pc:sldChg chg="add">
        <pc:chgData name="福原　颯(s24d164)" userId="5dad88b0-8d9f-4ea1-b2c6-c10a4d6d0a4a" providerId="ADAL" clId="{083BA301-1DC6-47BE-863D-ED78B06E78AB}" dt="2025-04-16T08:39:04.094" v="17512"/>
        <pc:sldMkLst>
          <pc:docMk/>
          <pc:sldMk cId="3231147593" sldId="623"/>
        </pc:sldMkLst>
      </pc:sldChg>
      <pc:sldChg chg="add del">
        <pc:chgData name="福原　颯(s24d164)" userId="5dad88b0-8d9f-4ea1-b2c6-c10a4d6d0a4a" providerId="ADAL" clId="{083BA301-1DC6-47BE-863D-ED78B06E78AB}" dt="2025-04-16T08:39:00.714" v="17511" actId="47"/>
        <pc:sldMkLst>
          <pc:docMk/>
          <pc:sldMk cId="4108462391" sldId="623"/>
        </pc:sldMkLst>
      </pc:sldChg>
      <pc:sldChg chg="add">
        <pc:chgData name="福原　颯(s24d164)" userId="5dad88b0-8d9f-4ea1-b2c6-c10a4d6d0a4a" providerId="ADAL" clId="{083BA301-1DC6-47BE-863D-ED78B06E78AB}" dt="2025-04-16T08:43:16.664" v="17673"/>
        <pc:sldMkLst>
          <pc:docMk/>
          <pc:sldMk cId="2459519326" sldId="624"/>
        </pc:sldMkLst>
      </pc:sldChg>
      <pc:sldChg chg="addSp modSp add mod">
        <pc:chgData name="福原　颯(s24d164)" userId="5dad88b0-8d9f-4ea1-b2c6-c10a4d6d0a4a" providerId="ADAL" clId="{083BA301-1DC6-47BE-863D-ED78B06E78AB}" dt="2025-04-16T11:28:42.081" v="20010" actId="20577"/>
        <pc:sldMkLst>
          <pc:docMk/>
          <pc:sldMk cId="2113505715" sldId="625"/>
        </pc:sldMkLst>
      </pc:sldChg>
      <pc:sldChg chg="modSp add mod ord">
        <pc:chgData name="福原　颯(s24d164)" userId="5dad88b0-8d9f-4ea1-b2c6-c10a4d6d0a4a" providerId="ADAL" clId="{083BA301-1DC6-47BE-863D-ED78B06E78AB}" dt="2025-04-16T10:25:54.240" v="19205" actId="1076"/>
        <pc:sldMkLst>
          <pc:docMk/>
          <pc:sldMk cId="1794116040" sldId="626"/>
        </pc:sldMkLst>
      </pc:sldChg>
      <pc:sldChg chg="modSp add mod">
        <pc:chgData name="福原　颯(s24d164)" userId="5dad88b0-8d9f-4ea1-b2c6-c10a4d6d0a4a" providerId="ADAL" clId="{083BA301-1DC6-47BE-863D-ED78B06E78AB}" dt="2025-04-16T10:01:32.962" v="18595" actId="20577"/>
        <pc:sldMkLst>
          <pc:docMk/>
          <pc:sldMk cId="940532307" sldId="627"/>
        </pc:sldMkLst>
      </pc:sldChg>
      <pc:sldChg chg="add del">
        <pc:chgData name="福原　颯(s24d164)" userId="5dad88b0-8d9f-4ea1-b2c6-c10a4d6d0a4a" providerId="ADAL" clId="{083BA301-1DC6-47BE-863D-ED78B06E78AB}" dt="2025-04-16T10:10:53.748" v="18698" actId="47"/>
        <pc:sldMkLst>
          <pc:docMk/>
          <pc:sldMk cId="556647801" sldId="628"/>
        </pc:sldMkLst>
      </pc:sldChg>
      <pc:sldChg chg="addSp delSp modSp add mod">
        <pc:chgData name="福原　颯(s24d164)" userId="5dad88b0-8d9f-4ea1-b2c6-c10a4d6d0a4a" providerId="ADAL" clId="{083BA301-1DC6-47BE-863D-ED78B06E78AB}" dt="2025-04-16T10:28:32.040" v="19246" actId="20577"/>
        <pc:sldMkLst>
          <pc:docMk/>
          <pc:sldMk cId="3513932518" sldId="628"/>
        </pc:sldMkLst>
      </pc:sldChg>
      <pc:sldChg chg="addSp delSp modSp add mod">
        <pc:chgData name="福原　颯(s24d164)" userId="5dad88b0-8d9f-4ea1-b2c6-c10a4d6d0a4a" providerId="ADAL" clId="{083BA301-1DC6-47BE-863D-ED78B06E78AB}" dt="2025-04-16T11:17:44.211" v="19947" actId="20577"/>
        <pc:sldMkLst>
          <pc:docMk/>
          <pc:sldMk cId="1292886925" sldId="629"/>
        </pc:sldMkLst>
      </pc:sldChg>
      <pc:sldChg chg="add">
        <pc:chgData name="福原　颯(s24d164)" userId="5dad88b0-8d9f-4ea1-b2c6-c10a4d6d0a4a" providerId="ADAL" clId="{083BA301-1DC6-47BE-863D-ED78B06E78AB}" dt="2025-04-16T11:20:55.905" v="19948"/>
        <pc:sldMkLst>
          <pc:docMk/>
          <pc:sldMk cId="980521351" sldId="630"/>
        </pc:sldMkLst>
      </pc:sldChg>
      <pc:sldChg chg="addSp delSp modSp add mod ord">
        <pc:chgData name="福原　颯(s24d164)" userId="5dad88b0-8d9f-4ea1-b2c6-c10a4d6d0a4a" providerId="ADAL" clId="{083BA301-1DC6-47BE-863D-ED78B06E78AB}" dt="2025-04-16T13:22:22.345" v="22903"/>
        <pc:sldMkLst>
          <pc:docMk/>
          <pc:sldMk cId="1886713956" sldId="631"/>
        </pc:sldMkLst>
      </pc:sldChg>
      <pc:sldChg chg="modSp add mod">
        <pc:chgData name="福原　颯(s24d164)" userId="5dad88b0-8d9f-4ea1-b2c6-c10a4d6d0a4a" providerId="ADAL" clId="{083BA301-1DC6-47BE-863D-ED78B06E78AB}" dt="2025-04-16T11:30:20.362" v="20079" actId="20577"/>
        <pc:sldMkLst>
          <pc:docMk/>
          <pc:sldMk cId="1714971349" sldId="632"/>
        </pc:sldMkLst>
      </pc:sldChg>
      <pc:sldChg chg="addSp delSp modSp add mod ord modNotesTx">
        <pc:chgData name="福原　颯(s24d164)" userId="5dad88b0-8d9f-4ea1-b2c6-c10a4d6d0a4a" providerId="ADAL" clId="{083BA301-1DC6-47BE-863D-ED78B06E78AB}" dt="2025-04-16T12:54:12.323" v="21546" actId="20577"/>
        <pc:sldMkLst>
          <pc:docMk/>
          <pc:sldMk cId="62508289" sldId="633"/>
        </pc:sldMkLst>
      </pc:sldChg>
      <pc:sldChg chg="add">
        <pc:chgData name="福原　颯(s24d164)" userId="5dad88b0-8d9f-4ea1-b2c6-c10a4d6d0a4a" providerId="ADAL" clId="{083BA301-1DC6-47BE-863D-ED78B06E78AB}" dt="2025-04-16T12:21:21.657" v="20939"/>
        <pc:sldMkLst>
          <pc:docMk/>
          <pc:sldMk cId="739621699" sldId="634"/>
        </pc:sldMkLst>
      </pc:sldChg>
      <pc:sldChg chg="modSp add mod ord">
        <pc:chgData name="福原　颯(s24d164)" userId="5dad88b0-8d9f-4ea1-b2c6-c10a4d6d0a4a" providerId="ADAL" clId="{083BA301-1DC6-47BE-863D-ED78B06E78AB}" dt="2025-04-16T12:56:28.127" v="21553" actId="20577"/>
        <pc:sldMkLst>
          <pc:docMk/>
          <pc:sldMk cId="1452543089" sldId="635"/>
        </pc:sldMkLst>
      </pc:sldChg>
      <pc:sldChg chg="addSp modSp add mod">
        <pc:chgData name="福原　颯(s24d164)" userId="5dad88b0-8d9f-4ea1-b2c6-c10a4d6d0a4a" providerId="ADAL" clId="{083BA301-1DC6-47BE-863D-ED78B06E78AB}" dt="2025-04-16T13:24:28.488" v="22968" actId="20577"/>
        <pc:sldMkLst>
          <pc:docMk/>
          <pc:sldMk cId="1729582020" sldId="636"/>
        </pc:sldMkLst>
      </pc:sldChg>
      <pc:sldChg chg="addSp delSp modSp add del mod">
        <pc:chgData name="福原　颯(s24d164)" userId="5dad88b0-8d9f-4ea1-b2c6-c10a4d6d0a4a" providerId="ADAL" clId="{083BA301-1DC6-47BE-863D-ED78B06E78AB}" dt="2025-04-16T12:37:49.998" v="21383" actId="47"/>
        <pc:sldMkLst>
          <pc:docMk/>
          <pc:sldMk cId="2603641482" sldId="636"/>
        </pc:sldMkLst>
      </pc:sldChg>
      <pc:sldMasterChg chg="modSldLayout">
        <pc:chgData name="福原　颯(s24d164)" userId="5dad88b0-8d9f-4ea1-b2c6-c10a4d6d0a4a" providerId="ADAL" clId="{083BA301-1DC6-47BE-863D-ED78B06E78AB}" dt="2025-04-14T05:48:21.095" v="299" actId="2711"/>
        <pc:sldMasterMkLst>
          <pc:docMk/>
          <pc:sldMasterMk cId="2438988794" sldId="2147483648"/>
        </pc:sldMasterMkLst>
        <pc:sldLayoutChg chg="modSp mod">
          <pc:chgData name="福原　颯(s24d164)" userId="5dad88b0-8d9f-4ea1-b2c6-c10a4d6d0a4a" providerId="ADAL" clId="{083BA301-1DC6-47BE-863D-ED78B06E78AB}" dt="2025-04-14T05:48:21.095" v="299" actId="2711"/>
          <pc:sldLayoutMkLst>
            <pc:docMk/>
            <pc:sldMasterMk cId="2438988794" sldId="2147483648"/>
            <pc:sldLayoutMk cId="800692912" sldId="2147483649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869433839" sldId="2147483650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010927925" sldId="214748365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525268173" sldId="214748365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712520496" sldId="2147483653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713894751" sldId="2147483654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276357777" sldId="2147483655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47390238" sldId="2147483656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3877190698" sldId="2147483657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040542855" sldId="2147483658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4249047149" sldId="2147483659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4198774854" sldId="2147483660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963127255" sldId="214748366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3285140042" sldId="214748366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034732818" sldId="2147483675"/>
          </pc:sldLayoutMkLst>
        </pc:sldLayoutChg>
      </pc:sldMasterChg>
      <pc:sldMasterChg chg="modSp modSldLayout">
        <pc:chgData name="福原　颯(s24d164)" userId="5dad88b0-8d9f-4ea1-b2c6-c10a4d6d0a4a" providerId="ADAL" clId="{083BA301-1DC6-47BE-863D-ED78B06E78AB}" dt="2025-04-14T05:37:53.084" v="0"/>
        <pc:sldMasterMkLst>
          <pc:docMk/>
          <pc:sldMasterMk cId="4212996964" sldId="2147483663"/>
        </pc:sldMasterMkLst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466224676" sldId="2147483664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1470565039" sldId="2147483666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1263899375" sldId="2147483667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801550049" sldId="2147483668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848133596" sldId="214748367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2791744919" sldId="214748367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66062877" sldId="2147483674"/>
          </pc:sldLayoutMkLst>
        </pc:sldLayoutChg>
      </pc:sldMasterChg>
    </pc:docChg>
  </pc:docChgLst>
  <pc:docChgLst>
    <pc:chgData name="福原　颯(s24d164)" userId="5dad88b0-8d9f-4ea1-b2c6-c10a4d6d0a4a" providerId="ADAL" clId="{9FB2C86C-4694-49FE-B54C-BF5BC473AD43}"/>
    <pc:docChg chg="undo custSel addSld delSld modSld sldOrd">
      <pc:chgData name="福原　颯(s24d164)" userId="5dad88b0-8d9f-4ea1-b2c6-c10a4d6d0a4a" providerId="ADAL" clId="{9FB2C86C-4694-49FE-B54C-BF5BC473AD43}" dt="2024-09-02T14:21:31.996" v="1825" actId="20577"/>
      <pc:docMkLst>
        <pc:docMk/>
      </pc:docMkLst>
      <pc:sldChg chg="addSp delSp modSp add mod ord">
        <pc:chgData name="福原　颯(s24d164)" userId="5dad88b0-8d9f-4ea1-b2c6-c10a4d6d0a4a" providerId="ADAL" clId="{9FB2C86C-4694-49FE-B54C-BF5BC473AD43}" dt="2024-09-02T13:39:53.998" v="74" actId="1076"/>
        <pc:sldMkLst>
          <pc:docMk/>
          <pc:sldMk cId="1486001388" sldId="348"/>
        </pc:sldMkLst>
      </pc:sldChg>
      <pc:sldChg chg="modSp mod">
        <pc:chgData name="福原　颯(s24d164)" userId="5dad88b0-8d9f-4ea1-b2c6-c10a4d6d0a4a" providerId="ADAL" clId="{9FB2C86C-4694-49FE-B54C-BF5BC473AD43}" dt="2024-09-02T13:40:23.033" v="100" actId="20577"/>
        <pc:sldMkLst>
          <pc:docMk/>
          <pc:sldMk cId="563991941" sldId="480"/>
        </pc:sldMkLst>
      </pc:sldChg>
      <pc:sldChg chg="del">
        <pc:chgData name="福原　颯(s24d164)" userId="5dad88b0-8d9f-4ea1-b2c6-c10a4d6d0a4a" providerId="ADAL" clId="{9FB2C86C-4694-49FE-B54C-BF5BC473AD43}" dt="2024-09-02T13:38:16.232" v="7" actId="47"/>
        <pc:sldMkLst>
          <pc:docMk/>
          <pc:sldMk cId="2279615458" sldId="484"/>
        </pc:sldMkLst>
      </pc:sldChg>
      <pc:sldChg chg="del">
        <pc:chgData name="福原　颯(s24d164)" userId="5dad88b0-8d9f-4ea1-b2c6-c10a4d6d0a4a" providerId="ADAL" clId="{9FB2C86C-4694-49FE-B54C-BF5BC473AD43}" dt="2024-09-02T13:38:16.232" v="7" actId="47"/>
        <pc:sldMkLst>
          <pc:docMk/>
          <pc:sldMk cId="195254820" sldId="487"/>
        </pc:sldMkLst>
      </pc:sldChg>
      <pc:sldChg chg="modSp mod">
        <pc:chgData name="福原　颯(s24d164)" userId="5dad88b0-8d9f-4ea1-b2c6-c10a4d6d0a4a" providerId="ADAL" clId="{9FB2C86C-4694-49FE-B54C-BF5BC473AD43}" dt="2024-09-02T13:41:13.999" v="113" actId="20577"/>
        <pc:sldMkLst>
          <pc:docMk/>
          <pc:sldMk cId="3211953700" sldId="491"/>
        </pc:sldMkLst>
      </pc:sldChg>
      <pc:sldChg chg="modSp mod">
        <pc:chgData name="福原　颯(s24d164)" userId="5dad88b0-8d9f-4ea1-b2c6-c10a4d6d0a4a" providerId="ADAL" clId="{9FB2C86C-4694-49FE-B54C-BF5BC473AD43}" dt="2024-09-02T13:48:56.390" v="372" actId="20577"/>
        <pc:sldMkLst>
          <pc:docMk/>
          <pc:sldMk cId="2506245929" sldId="492"/>
        </pc:sldMkLst>
      </pc:sldChg>
      <pc:sldChg chg="modSp add mod">
        <pc:chgData name="福原　颯(s24d164)" userId="5dad88b0-8d9f-4ea1-b2c6-c10a4d6d0a4a" providerId="ADAL" clId="{9FB2C86C-4694-49FE-B54C-BF5BC473AD43}" dt="2024-09-02T13:57:14.001" v="629" actId="798"/>
        <pc:sldMkLst>
          <pc:docMk/>
          <pc:sldMk cId="1955146950" sldId="493"/>
        </pc:sldMkLst>
      </pc:sldChg>
      <pc:sldChg chg="add">
        <pc:chgData name="福原　颯(s24d164)" userId="5dad88b0-8d9f-4ea1-b2c6-c10a4d6d0a4a" providerId="ADAL" clId="{9FB2C86C-4694-49FE-B54C-BF5BC473AD43}" dt="2024-09-02T13:47:30.552" v="358"/>
        <pc:sldMkLst>
          <pc:docMk/>
          <pc:sldMk cId="2533304578" sldId="494"/>
        </pc:sldMkLst>
      </pc:sldChg>
      <pc:sldChg chg="addSp delSp modSp add mod">
        <pc:chgData name="福原　颯(s24d164)" userId="5dad88b0-8d9f-4ea1-b2c6-c10a4d6d0a4a" providerId="ADAL" clId="{9FB2C86C-4694-49FE-B54C-BF5BC473AD43}" dt="2024-09-02T14:00:00.801" v="798" actId="1076"/>
        <pc:sldMkLst>
          <pc:docMk/>
          <pc:sldMk cId="957234417" sldId="495"/>
        </pc:sldMkLst>
      </pc:sldChg>
      <pc:sldChg chg="addSp delSp modSp add mod">
        <pc:chgData name="福原　颯(s24d164)" userId="5dad88b0-8d9f-4ea1-b2c6-c10a4d6d0a4a" providerId="ADAL" clId="{9FB2C86C-4694-49FE-B54C-BF5BC473AD43}" dt="2024-09-02T14:07:34.544" v="1133" actId="20577"/>
        <pc:sldMkLst>
          <pc:docMk/>
          <pc:sldMk cId="209151991" sldId="496"/>
        </pc:sldMkLst>
      </pc:sldChg>
      <pc:sldChg chg="delSp modSp add mod">
        <pc:chgData name="福原　颯(s24d164)" userId="5dad88b0-8d9f-4ea1-b2c6-c10a4d6d0a4a" providerId="ADAL" clId="{9FB2C86C-4694-49FE-B54C-BF5BC473AD43}" dt="2024-09-02T14:21:31.996" v="1825" actId="20577"/>
        <pc:sldMkLst>
          <pc:docMk/>
          <pc:sldMk cId="349550894" sldId="497"/>
        </pc:sldMkLst>
      </pc:sldChg>
      <pc:sldChg chg="add">
        <pc:chgData name="福原　颯(s24d164)" userId="5dad88b0-8d9f-4ea1-b2c6-c10a4d6d0a4a" providerId="ADAL" clId="{9FB2C86C-4694-49FE-B54C-BF5BC473AD43}" dt="2024-09-02T14:01:49.938" v="840"/>
        <pc:sldMkLst>
          <pc:docMk/>
          <pc:sldMk cId="2543220752" sldId="498"/>
        </pc:sldMkLst>
      </pc:sldChg>
      <pc:sldChg chg="modSp add mod">
        <pc:chgData name="福原　颯(s24d164)" userId="5dad88b0-8d9f-4ea1-b2c6-c10a4d6d0a4a" providerId="ADAL" clId="{9FB2C86C-4694-49FE-B54C-BF5BC473AD43}" dt="2024-09-02T14:10:06.417" v="1144" actId="20577"/>
        <pc:sldMkLst>
          <pc:docMk/>
          <pc:sldMk cId="3644308075" sldId="499"/>
        </pc:sldMkLst>
      </pc:sldChg>
    </pc:docChg>
  </pc:docChgLst>
  <pc:docChgLst>
    <pc:chgData name="福原　颯(s24d164)" userId="5dad88b0-8d9f-4ea1-b2c6-c10a4d6d0a4a" providerId="ADAL" clId="{894C7D92-E7B2-400E-B384-24BB9CA6E11B}"/>
    <pc:docChg chg="undo custSel addSld delSld modSld sldOrd">
      <pc:chgData name="福原　颯(s24d164)" userId="5dad88b0-8d9f-4ea1-b2c6-c10a4d6d0a4a" providerId="ADAL" clId="{894C7D92-E7B2-400E-B384-24BB9CA6E11B}" dt="2025-03-13T08:14:29.657" v="7411" actId="20577"/>
      <pc:docMkLst>
        <pc:docMk/>
      </pc:docMkLst>
      <pc:sldChg chg="modSp mod">
        <pc:chgData name="福原　颯(s24d164)" userId="5dad88b0-8d9f-4ea1-b2c6-c10a4d6d0a4a" providerId="ADAL" clId="{894C7D92-E7B2-400E-B384-24BB9CA6E11B}" dt="2025-03-13T04:10:40.424" v="4133" actId="20577"/>
        <pc:sldMkLst>
          <pc:docMk/>
          <pc:sldMk cId="3280360261" sldId="416"/>
        </pc:sldMkLst>
      </pc:sldChg>
      <pc:sldChg chg="modSp mod modNotesTx">
        <pc:chgData name="福原　颯(s24d164)" userId="5dad88b0-8d9f-4ea1-b2c6-c10a4d6d0a4a" providerId="ADAL" clId="{894C7D92-E7B2-400E-B384-24BB9CA6E11B}" dt="2025-03-13T07:56:38.314" v="7072" actId="20577"/>
        <pc:sldMkLst>
          <pc:docMk/>
          <pc:sldMk cId="2426550954" sldId="515"/>
        </pc:sldMkLst>
      </pc:sldChg>
      <pc:sldChg chg="del mod modShow">
        <pc:chgData name="福原　颯(s24d164)" userId="5dad88b0-8d9f-4ea1-b2c6-c10a4d6d0a4a" providerId="ADAL" clId="{894C7D92-E7B2-400E-B384-24BB9CA6E11B}" dt="2025-03-13T03:35:59.601" v="3133" actId="2696"/>
        <pc:sldMkLst>
          <pc:docMk/>
          <pc:sldMk cId="1503990763" sldId="519"/>
        </pc:sldMkLst>
      </pc:sldChg>
      <pc:sldChg chg="add">
        <pc:chgData name="福原　颯(s24d164)" userId="5dad88b0-8d9f-4ea1-b2c6-c10a4d6d0a4a" providerId="ADAL" clId="{894C7D92-E7B2-400E-B384-24BB9CA6E11B}" dt="2025-03-13T03:36:04.049" v="3134"/>
        <pc:sldMkLst>
          <pc:docMk/>
          <pc:sldMk cId="2816769270" sldId="519"/>
        </pc:sldMkLst>
      </pc:sldChg>
      <pc:sldChg chg="modSp mod modNotesTx">
        <pc:chgData name="福原　颯(s24d164)" userId="5dad88b0-8d9f-4ea1-b2c6-c10a4d6d0a4a" providerId="ADAL" clId="{894C7D92-E7B2-400E-B384-24BB9CA6E11B}" dt="2025-03-13T07:24:25.609" v="5430" actId="20577"/>
        <pc:sldMkLst>
          <pc:docMk/>
          <pc:sldMk cId="328881671" sldId="522"/>
        </pc:sldMkLst>
      </pc:sldChg>
      <pc:sldChg chg="modSp mod modNotesTx">
        <pc:chgData name="福原　颯(s24d164)" userId="5dad88b0-8d9f-4ea1-b2c6-c10a4d6d0a4a" providerId="ADAL" clId="{894C7D92-E7B2-400E-B384-24BB9CA6E11B}" dt="2025-03-13T08:00:04.813" v="7204" actId="20577"/>
        <pc:sldMkLst>
          <pc:docMk/>
          <pc:sldMk cId="3637048831" sldId="524"/>
        </pc:sldMkLst>
      </pc:sldChg>
      <pc:sldChg chg="del mod modShow">
        <pc:chgData name="福原　颯(s24d164)" userId="5dad88b0-8d9f-4ea1-b2c6-c10a4d6d0a4a" providerId="ADAL" clId="{894C7D92-E7B2-400E-B384-24BB9CA6E11B}" dt="2025-03-13T03:36:42.157" v="3151" actId="2696"/>
        <pc:sldMkLst>
          <pc:docMk/>
          <pc:sldMk cId="1959423922" sldId="525"/>
        </pc:sldMkLst>
      </pc:sldChg>
      <pc:sldChg chg="add">
        <pc:chgData name="福原　颯(s24d164)" userId="5dad88b0-8d9f-4ea1-b2c6-c10a4d6d0a4a" providerId="ADAL" clId="{894C7D92-E7B2-400E-B384-24BB9CA6E11B}" dt="2025-03-13T03:36:46.011" v="3152"/>
        <pc:sldMkLst>
          <pc:docMk/>
          <pc:sldMk cId="2668594093" sldId="525"/>
        </pc:sldMkLst>
      </pc:sldChg>
      <pc:sldChg chg="modSp mod modNotesTx">
        <pc:chgData name="福原　颯(s24d164)" userId="5dad88b0-8d9f-4ea1-b2c6-c10a4d6d0a4a" providerId="ADAL" clId="{894C7D92-E7B2-400E-B384-24BB9CA6E11B}" dt="2025-03-13T08:13:29.215" v="7349" actId="20577"/>
        <pc:sldMkLst>
          <pc:docMk/>
          <pc:sldMk cId="4071877879" sldId="526"/>
        </pc:sldMkLst>
      </pc:sldChg>
      <pc:sldChg chg="modSp mod modNotesTx">
        <pc:chgData name="福原　颯(s24d164)" userId="5dad88b0-8d9f-4ea1-b2c6-c10a4d6d0a4a" providerId="ADAL" clId="{894C7D92-E7B2-400E-B384-24BB9CA6E11B}" dt="2025-03-13T08:14:29.657" v="7411" actId="20577"/>
        <pc:sldMkLst>
          <pc:docMk/>
          <pc:sldMk cId="3164677062" sldId="530"/>
        </pc:sldMkLst>
      </pc:sldChg>
      <pc:sldChg chg="modSp mod">
        <pc:chgData name="福原　颯(s24d164)" userId="5dad88b0-8d9f-4ea1-b2c6-c10a4d6d0a4a" providerId="ADAL" clId="{894C7D92-E7B2-400E-B384-24BB9CA6E11B}" dt="2025-03-13T03:37:47.217" v="3196" actId="20577"/>
        <pc:sldMkLst>
          <pc:docMk/>
          <pc:sldMk cId="1255930890" sldId="533"/>
        </pc:sldMkLst>
      </pc:sldChg>
      <pc:sldChg chg="modSp mod">
        <pc:chgData name="福原　颯(s24d164)" userId="5dad88b0-8d9f-4ea1-b2c6-c10a4d6d0a4a" providerId="ADAL" clId="{894C7D92-E7B2-400E-B384-24BB9CA6E11B}" dt="2025-03-13T04:01:49.075" v="3882" actId="2057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894C7D92-E7B2-400E-B384-24BB9CA6E11B}" dt="2025-03-13T03:37:59.029" v="3197" actId="47"/>
        <pc:sldMkLst>
          <pc:docMk/>
          <pc:sldMk cId="3951185521" sldId="539"/>
        </pc:sldMkLst>
      </pc:sldChg>
      <pc:sldChg chg="modSp mod">
        <pc:chgData name="福原　颯(s24d164)" userId="5dad88b0-8d9f-4ea1-b2c6-c10a4d6d0a4a" providerId="ADAL" clId="{894C7D92-E7B2-400E-B384-24BB9CA6E11B}" dt="2025-03-13T03:38:20.029" v="3201" actId="20577"/>
        <pc:sldMkLst>
          <pc:docMk/>
          <pc:sldMk cId="449721194" sldId="542"/>
        </pc:sldMkLst>
      </pc:sldChg>
      <pc:sldChg chg="modSp mod">
        <pc:chgData name="福原　颯(s24d164)" userId="5dad88b0-8d9f-4ea1-b2c6-c10a4d6d0a4a" providerId="ADAL" clId="{894C7D92-E7B2-400E-B384-24BB9CA6E11B}" dt="2025-03-13T06:46:45.402" v="4171" actId="20577"/>
        <pc:sldMkLst>
          <pc:docMk/>
          <pc:sldMk cId="3683255463" sldId="546"/>
        </pc:sldMkLst>
      </pc:sldChg>
      <pc:sldChg chg="modSp mod modNotesTx">
        <pc:chgData name="福原　颯(s24d164)" userId="5dad88b0-8d9f-4ea1-b2c6-c10a4d6d0a4a" providerId="ADAL" clId="{894C7D92-E7B2-400E-B384-24BB9CA6E11B}" dt="2025-03-13T07:58:46.907" v="7076" actId="20577"/>
        <pc:sldMkLst>
          <pc:docMk/>
          <pc:sldMk cId="1032138665" sldId="548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1495163764" sldId="549"/>
        </pc:sldMkLst>
      </pc:sldChg>
      <pc:sldChg chg="addSp modSp add del mod ord">
        <pc:chgData name="福原　颯(s24d164)" userId="5dad88b0-8d9f-4ea1-b2c6-c10a4d6d0a4a" providerId="ADAL" clId="{894C7D92-E7B2-400E-B384-24BB9CA6E11B}" dt="2025-03-13T03:00:53.098" v="2144" actId="2696"/>
        <pc:sldMkLst>
          <pc:docMk/>
          <pc:sldMk cId="3383659995" sldId="549"/>
        </pc:sldMkLst>
      </pc:sldChg>
      <pc:sldChg chg="modSp add del mod">
        <pc:chgData name="福原　颯(s24d164)" userId="5dad88b0-8d9f-4ea1-b2c6-c10a4d6d0a4a" providerId="ADAL" clId="{894C7D92-E7B2-400E-B384-24BB9CA6E11B}" dt="2025-03-12T13:57:04.058" v="1064" actId="47"/>
        <pc:sldMkLst>
          <pc:docMk/>
          <pc:sldMk cId="2873785140" sldId="550"/>
        </pc:sldMkLst>
      </pc:sldChg>
      <pc:sldChg chg="addSp delSp modSp add mod ord">
        <pc:chgData name="福原　颯(s24d164)" userId="5dad88b0-8d9f-4ea1-b2c6-c10a4d6d0a4a" providerId="ADAL" clId="{894C7D92-E7B2-400E-B384-24BB9CA6E11B}" dt="2025-03-13T07:10:47.921" v="4254" actId="20577"/>
        <pc:sldMkLst>
          <pc:docMk/>
          <pc:sldMk cId="842031104" sldId="551"/>
        </pc:sldMkLst>
      </pc:sldChg>
      <pc:sldChg chg="addSp delSp modSp add mod">
        <pc:chgData name="福原　颯(s24d164)" userId="5dad88b0-8d9f-4ea1-b2c6-c10a4d6d0a4a" providerId="ADAL" clId="{894C7D92-E7B2-400E-B384-24BB9CA6E11B}" dt="2025-03-13T04:04:39.192" v="4068" actId="20577"/>
        <pc:sldMkLst>
          <pc:docMk/>
          <pc:sldMk cId="2846362254" sldId="552"/>
        </pc:sldMkLst>
      </pc:sldChg>
      <pc:sldChg chg="addSp delSp modSp add mod ord">
        <pc:chgData name="福原　颯(s24d164)" userId="5dad88b0-8d9f-4ea1-b2c6-c10a4d6d0a4a" providerId="ADAL" clId="{894C7D92-E7B2-400E-B384-24BB9CA6E11B}" dt="2025-03-13T04:04:47.217" v="4092" actId="20577"/>
        <pc:sldMkLst>
          <pc:docMk/>
          <pc:sldMk cId="1593412889" sldId="553"/>
        </pc:sldMkLst>
      </pc:sldChg>
      <pc:sldChg chg="add del">
        <pc:chgData name="福原　颯(s24d164)" userId="5dad88b0-8d9f-4ea1-b2c6-c10a4d6d0a4a" providerId="ADAL" clId="{894C7D92-E7B2-400E-B384-24BB9CA6E11B}" dt="2025-03-13T02:58:12.963" v="2143" actId="47"/>
        <pc:sldMkLst>
          <pc:docMk/>
          <pc:sldMk cId="3910160894" sldId="554"/>
        </pc:sldMkLst>
      </pc:sldChg>
      <pc:sldChg chg="modSp add del mod">
        <pc:chgData name="福原　颯(s24d164)" userId="5dad88b0-8d9f-4ea1-b2c6-c10a4d6d0a4a" providerId="ADAL" clId="{894C7D92-E7B2-400E-B384-24BB9CA6E11B}" dt="2025-03-13T02:48:09.469" v="2009" actId="47"/>
        <pc:sldMkLst>
          <pc:docMk/>
          <pc:sldMk cId="1720217008" sldId="555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3755476479" sldId="556"/>
        </pc:sldMkLst>
      </pc:sldChg>
      <pc:sldChg chg="addSp delSp modSp add del mod ord">
        <pc:chgData name="福原　颯(s24d164)" userId="5dad88b0-8d9f-4ea1-b2c6-c10a4d6d0a4a" providerId="ADAL" clId="{894C7D92-E7B2-400E-B384-24BB9CA6E11B}" dt="2025-03-13T03:00:53.098" v="2144" actId="2696"/>
        <pc:sldMkLst>
          <pc:docMk/>
          <pc:sldMk cId="4204153139" sldId="556"/>
        </pc:sldMkLst>
      </pc:sldChg>
      <pc:sldChg chg="addSp delSp modSp add mod">
        <pc:chgData name="福原　颯(s24d164)" userId="5dad88b0-8d9f-4ea1-b2c6-c10a4d6d0a4a" providerId="ADAL" clId="{894C7D92-E7B2-400E-B384-24BB9CA6E11B}" dt="2025-03-13T03:53:05.150" v="3582" actId="20577"/>
        <pc:sldMkLst>
          <pc:docMk/>
          <pc:sldMk cId="1981769942" sldId="557"/>
        </pc:sldMkLst>
      </pc:sldChg>
      <pc:sldChg chg="new">
        <pc:chgData name="福原　颯(s24d164)" userId="5dad88b0-8d9f-4ea1-b2c6-c10a4d6d0a4a" providerId="ADAL" clId="{894C7D92-E7B2-400E-B384-24BB9CA6E11B}" dt="2025-03-13T03:36:58.129" v="3154" actId="680"/>
        <pc:sldMkLst>
          <pc:docMk/>
          <pc:sldMk cId="775874043" sldId="558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1884666646" sldId="558"/>
        </pc:sldMkLst>
      </pc:sldChg>
      <pc:sldChg chg="add del">
        <pc:chgData name="福原　颯(s24d164)" userId="5dad88b0-8d9f-4ea1-b2c6-c10a4d6d0a4a" providerId="ADAL" clId="{894C7D92-E7B2-400E-B384-24BB9CA6E11B}" dt="2025-03-13T03:34:58.569" v="3131" actId="2696"/>
        <pc:sldMkLst>
          <pc:docMk/>
          <pc:sldMk cId="3768403470" sldId="558"/>
        </pc:sldMkLst>
      </pc:sldChg>
      <pc:sldChg chg="modSp add mod">
        <pc:chgData name="福原　颯(s24d164)" userId="5dad88b0-8d9f-4ea1-b2c6-c10a4d6d0a4a" providerId="ADAL" clId="{894C7D92-E7B2-400E-B384-24BB9CA6E11B}" dt="2025-03-13T06:47:40.017" v="4249" actId="20577"/>
        <pc:sldMkLst>
          <pc:docMk/>
          <pc:sldMk cId="1763007250" sldId="559"/>
        </pc:sldMkLst>
      </pc:sldChg>
      <pc:sldChg chg="modSp add del mod">
        <pc:chgData name="福原　颯(s24d164)" userId="5dad88b0-8d9f-4ea1-b2c6-c10a4d6d0a4a" providerId="ADAL" clId="{894C7D92-E7B2-400E-B384-24BB9CA6E11B}" dt="2025-03-13T04:07:08.352" v="4121" actId="47"/>
        <pc:sldMkLst>
          <pc:docMk/>
          <pc:sldMk cId="2032650232" sldId="559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3600553733" sldId="559"/>
        </pc:sldMkLst>
      </pc:sldChg>
      <pc:sldChg chg="addSp delSp modSp new del mod ord">
        <pc:chgData name="福原　颯(s24d164)" userId="5dad88b0-8d9f-4ea1-b2c6-c10a4d6d0a4a" providerId="ADAL" clId="{894C7D92-E7B2-400E-B384-24BB9CA6E11B}" dt="2025-03-13T03:34:58.569" v="3131" actId="2696"/>
        <pc:sldMkLst>
          <pc:docMk/>
          <pc:sldMk cId="3960067451" sldId="5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5B6407E-86E5-C2DC-357B-507431E7AB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D48F11-649E-9F0A-448E-4539E1F71B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BA659-5A89-42B0-BB36-3861DCBFC759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037084-948D-9743-8CE0-FC71782F46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46C057-3579-F19F-0E0E-13E333D8A4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DDBDF-004E-495E-8F80-36A08887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220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F8171-4B9E-4481-8369-5BF5E70D49C0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19206-345E-447A-A827-35C154C7A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42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8B60-6051-A1A6-3A89-4FEC7C65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A34B1D-F752-5229-F9A7-CD6C8D170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C1B47C-F96A-FBDE-0E13-D19782EAF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8BF389-54BF-1398-3244-BF6D4BBE2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35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A8A6-6EB1-6646-4989-5A323AE7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D7DBA7-F920-AF79-D62A-F4B9A237D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C75AE2D-AACC-7581-D340-44902F0AC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95B53F-9D64-C7D5-F9B5-E54F7A94F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604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9CBAFC2-EB3E-C052-BB32-88398563B7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B7C9096-0227-25F4-D34D-B7B8DE6315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776814"/>
            <a:ext cx="9144000" cy="130437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TITLE</a:t>
            </a:r>
            <a:br>
              <a:rPr kumimoji="1" lang="en-US" altLang="ja-JP"/>
            </a:br>
            <a:r>
              <a:rPr kumimoji="1" lang="en-US" altLang="ja-JP"/>
              <a:t>RESEARCH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F52D3B-1F9A-C865-4442-EE7A061423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72000"/>
            <a:ext cx="9144000" cy="443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algn="l"/>
            <a:r>
              <a:rPr lang="en-US" altLang="ja-JP" sz="1800">
                <a:solidFill>
                  <a:schemeClr val="bg1"/>
                </a:solidFill>
              </a:rPr>
              <a:t>Author Name</a:t>
            </a:r>
            <a:endParaRPr lang="id-ID" altLang="ja-JP" sz="1800">
              <a:solidFill>
                <a:schemeClr val="bg1"/>
              </a:solidFill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69554D90-62F2-C3E9-12DC-76EDD14CC3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314950"/>
            <a:ext cx="9144000" cy="6429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algn="l"/>
            <a:r>
              <a:rPr lang="en-US" altLang="ja-JP" b="1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Segoe UI Semibold" panose="020B0702040204020203" pitchFamily="34" charset="0"/>
              </a:rPr>
              <a:t>Affiliation</a:t>
            </a:r>
            <a:r>
              <a:rPr lang="en-US" altLang="ja-JP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Segoe UI Semibold" panose="020B0702040204020203" pitchFamily="34" charset="0"/>
              </a:rPr>
              <a:t> | Correspondent email</a:t>
            </a:r>
            <a:endParaRPr lang="id-ID" altLang="ja-JP">
              <a:solidFill>
                <a:schemeClr val="bg1"/>
              </a:solidFill>
              <a:latin typeface="Montserrat" panose="00000500000000000000" pitchFamily="2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8B09F072-7C2D-B164-70C8-1963A89A4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58345" y="506412"/>
            <a:ext cx="1870211" cy="393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Conference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6929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04" y="3661788"/>
            <a:ext cx="10515600" cy="1817957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56104C-F1C5-40B3-1E14-1D726C61FD0C}"/>
              </a:ext>
            </a:extLst>
          </p:cNvPr>
          <p:cNvSpPr txBox="1"/>
          <p:nvPr userDrawn="1"/>
        </p:nvSpPr>
        <p:spPr>
          <a:xfrm>
            <a:off x="1" y="6562666"/>
            <a:ext cx="210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9F03BA6-7D07-43EE-B674-E77726CAE0CE}" type="datetime1">
              <a:rPr kumimoji="1" lang="ja-JP" altLang="en-US" sz="1400" smtClean="0">
                <a:solidFill>
                  <a:schemeClr val="bg1"/>
                </a:solidFill>
                <a:latin typeface="+mn-lt"/>
              </a:rPr>
              <a:t>2025/10/5</a:t>
            </a:fld>
            <a:endParaRPr kumimoji="1" lang="ja-JP" altLang="en-US" sz="1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43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604" y="4050276"/>
            <a:ext cx="10515600" cy="829779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rgbClr val="20325C"/>
                </a:solidFill>
              </a:defRPr>
            </a:lvl1pPr>
          </a:lstStyle>
          <a:p>
            <a:r>
              <a:rPr kumimoji="1" lang="en-US" altLang="ja-JP"/>
              <a:t>TITLE</a:t>
            </a:r>
            <a:br>
              <a:rPr kumimoji="1" lang="en-US" altLang="ja-JP"/>
            </a:br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14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B1301EB-CC6F-5C88-6447-2A206C9AEE6B}"/>
              </a:ext>
            </a:extLst>
          </p:cNvPr>
          <p:cNvSpPr/>
          <p:nvPr userDrawn="1"/>
        </p:nvSpPr>
        <p:spPr>
          <a:xfrm>
            <a:off x="529603" y="1049270"/>
            <a:ext cx="10409315" cy="45719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F572625-B55F-8CDD-1349-156F54346EC8}"/>
              </a:ext>
            </a:extLst>
          </p:cNvPr>
          <p:cNvSpPr/>
          <p:nvPr userDrawn="1"/>
        </p:nvSpPr>
        <p:spPr>
          <a:xfrm>
            <a:off x="11186640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C4F777A-30E6-EC0C-6B53-6A4D67E74934}"/>
              </a:ext>
            </a:extLst>
          </p:cNvPr>
          <p:cNvSpPr/>
          <p:nvPr userDrawn="1"/>
        </p:nvSpPr>
        <p:spPr>
          <a:xfrm>
            <a:off x="11400725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D75F7D9A-999A-AE31-0962-74365296DA0F}"/>
              </a:ext>
            </a:extLst>
          </p:cNvPr>
          <p:cNvSpPr/>
          <p:nvPr userDrawn="1"/>
        </p:nvSpPr>
        <p:spPr>
          <a:xfrm>
            <a:off x="11592957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96312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D6207E7-F527-AAE7-A161-9DB4E40F2F00}"/>
              </a:ext>
            </a:extLst>
          </p:cNvPr>
          <p:cNvSpPr/>
          <p:nvPr userDrawn="1"/>
        </p:nvSpPr>
        <p:spPr>
          <a:xfrm>
            <a:off x="529603" y="1156838"/>
            <a:ext cx="10409315" cy="45719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AAC6305-347C-313D-54CF-D68A12C80AB5}"/>
              </a:ext>
            </a:extLst>
          </p:cNvPr>
          <p:cNvSpPr/>
          <p:nvPr userDrawn="1"/>
        </p:nvSpPr>
        <p:spPr>
          <a:xfrm>
            <a:off x="11186640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717C8A37-09A6-7AFE-A5D2-12B290CCADB7}"/>
              </a:ext>
            </a:extLst>
          </p:cNvPr>
          <p:cNvSpPr/>
          <p:nvPr userDrawn="1"/>
        </p:nvSpPr>
        <p:spPr>
          <a:xfrm>
            <a:off x="11400725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6988594-C0A3-36AE-EC20-3911A3C1023E}"/>
              </a:ext>
            </a:extLst>
          </p:cNvPr>
          <p:cNvSpPr/>
          <p:nvPr userDrawn="1"/>
        </p:nvSpPr>
        <p:spPr>
          <a:xfrm>
            <a:off x="11592957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419877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56104C-F1C5-40B3-1E14-1D726C61FD0C}"/>
              </a:ext>
            </a:extLst>
          </p:cNvPr>
          <p:cNvSpPr txBox="1"/>
          <p:nvPr userDrawn="1"/>
        </p:nvSpPr>
        <p:spPr>
          <a:xfrm>
            <a:off x="1" y="6562666"/>
            <a:ext cx="210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9F03BA6-7D07-43EE-B674-E77726CAE0CE}" type="datetime1">
              <a:rPr kumimoji="1" lang="ja-JP" altLang="en-US" sz="1400" smtClean="0">
                <a:solidFill>
                  <a:schemeClr val="bg1"/>
                </a:solidFill>
                <a:latin typeface="+mn-lt"/>
              </a:rPr>
              <a:t>2025/10/5</a:t>
            </a:fld>
            <a:endParaRPr kumimoji="1" lang="ja-JP" altLang="en-US" sz="1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3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B1B803-EAAA-616E-A88D-397155F6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6750B6-BC2E-F58E-A1D9-578593F60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42CF8C-1FDF-E485-180E-76605F3C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B40C9-79B3-D111-7DD7-4A938FF0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AAA16-4BEF-D61F-E0CE-B198F02E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9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739EE-CE7A-671D-BD00-A5B68D86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BD62B4-95CF-45D2-9988-E3C646624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108B43-A0F1-7807-D068-9A2FBB9F7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1EE3F1-EBC0-846A-522E-80D6C675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60A3EE-2E66-97E4-0C1E-033BB0A3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89B455-F91D-5D2E-768A-216E635D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26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CFD2C-D27B-0AEC-1B51-2D134D2D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52ED49-25CC-97CD-185E-00208488E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FA391F-B0E2-5BED-BB49-D76C1AFC2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7C9535-CD64-0B6F-CE51-B0F52694C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2EF63C-F85E-BAA8-7CCA-54263B58F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21B86A-A1A3-754E-9531-82D623CE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2FEA4D-4A48-4621-D811-6E9653C9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7AF491-5F2C-36BC-956B-C1197F71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52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7BCC01-56D0-CB9C-2278-F957C027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6EBF5A-A85D-36AF-665F-534E3407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303B74-336F-16CA-A02D-3676CFC2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A2AE06-3615-1BD4-3E3B-253D3D2F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89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20FFED1-538D-D5B1-668C-40CF2B47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515B8-3A5C-316F-2DAC-14F18603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C83D4C-2B00-D5D4-B4AD-D0793775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357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CF231-DF0E-01BA-5ACC-F3A60CA6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D2478D-02CD-C42B-0C0E-03666EA04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08A0B6-D32B-A42E-A074-FAB038683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ADB05B-A32C-A3BA-BB4A-7C036E83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D2E3D8-287C-F429-92CC-60453604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551008-DDE3-8964-E009-FE010F61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90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2D002C-44B3-7529-6190-30F0F9CE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4622BC-1EFB-7EFC-B382-02490A1CF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1B8902-AFAB-ADEB-F16A-7EA8F1D2D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A4A230-92C8-EC50-E627-B972C19A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31F46-89E1-D8AB-63C1-036D1AD7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336321-BE44-1FF2-A4E9-5E5973D2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190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24C32-3496-CF11-DCA5-F5B1E16B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CAD80B-9CA7-4344-7485-5D01D3D2A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12C839-8DE9-B616-5F35-C6865567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D1D2D3-8959-11E4-F25A-20009DBA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452B3-1B93-ADB5-20BC-A185B6CB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42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F669DF-C792-A195-A858-AA515CE9B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93FBC2-BEAB-C2CA-51FF-909144F42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26FEED-939B-5341-627C-872AF45B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0320D1-E0F7-CCF4-082A-C7DB3B7F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56B413-FF94-F654-1C55-DDB70CCE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047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7D4D1-7FF7-3579-E9EB-42C5CAEF2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4BD57C-612E-C4DB-62A7-79A54720F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17AD3-D4DC-BECD-A81E-ACA5E21E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1D3EBE-D601-0F89-63E4-33E3A303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7885DD-4F18-7E75-D385-080F12AE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224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D0746-94A5-7449-ACE7-7CC37A7A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528B88-1333-173B-CF40-29B53CF19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DF9A34-77CD-A63A-7881-2D1E6DE1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81A0AA-7F3C-F474-FC3F-7096C9B5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BAEB56-DF14-2D32-8557-AC8C2C9C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891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9E038E-479B-315A-EFA0-085023C8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EA15BB-CBED-5EEA-A4C0-7D371861E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AF4881-DA56-6B51-0862-27653E10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811406-BBF6-377F-6E0A-1FEBC837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397AD-B339-AB6D-69B1-37C12B73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565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3FD897-EFEC-3F12-15B9-A423A379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70B5B5-ED9E-EF9F-4A5D-65654EC5E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D21040-9D78-466C-E93C-6D42B49E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0E3C84-0CF7-BC41-9F71-8BC7C804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9EA916-7C6B-8FB1-A147-795B0A4D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2DE387-D00F-BAC1-8F45-18EF9E41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899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93F8F-FFD1-42FA-38B7-FC9B3304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C2EA29-5D03-C9D5-DBC0-2EC0C7DD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85BADE-B6CD-71C2-0D32-3405089B2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7ECEAF-F79D-0BBE-AC87-B10E78DB2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E7D45C-0BB7-9504-4B54-E39A077C9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7A93E6-9A57-7CB8-46EC-864B593B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503E6D8-FC64-F218-7E12-313124F9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69507A-40B5-6F85-9F43-78DE492E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550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79646-C952-BE7E-5055-A69864A7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CAA862-3CB1-7323-CC4E-0271EC90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C847A63-2CE5-7EC4-29C7-71A9FD80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A03B02-2D9D-3A63-6068-0A6B5454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064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69B43F9-112D-5F56-C7E0-327E04FF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A862E8-1D9A-BDA5-8A41-C74E3535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9B7295-56AC-ADEB-099C-573A6A43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540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46AEB8-A274-6D16-BBD7-7B5784F6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9E4134-3628-B19F-D3EE-F79E6960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E12DF4-B6EB-A7C5-F7A5-0F4D8EFCB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BDFCAA-0855-DF6A-5570-C83269F2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94878F-C02E-4588-D0BF-0457C0E9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7C5488-8447-EE7C-E2E6-8ABAC24D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133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9FAAB-15E4-0FC9-29C4-10A67319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E09447-76D4-8873-4FDA-E355340AE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A73F71-DEF9-9311-EB9C-4A09D44A2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018CB0-3042-8904-9C22-C0F6C6C3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4CFD60-1BDD-BC47-35C0-EF9EB129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CB858B-4682-9BB5-EDBD-7FFCE053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744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9ADEBD-8947-EF90-9098-A55FA55E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9A4A2C-5DAE-03CD-5A4C-54418B983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338DD-FD70-5FD1-E2CF-7604A01E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67CD2C-B4BA-5FD9-1872-658990EF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AC4FA8-1B3D-C3E4-888E-365114C2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9419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0FFDFF-E6CF-7942-B88E-EBE38CB62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173103-3C50-6E47-A23E-ECF3AEE08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E12147-1B09-2459-494B-5CBE3460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60C6A-F76A-7892-11C3-CCA53152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1AEB7-15C0-2468-0CFA-9F2B308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6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98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0" r:id="rId5"/>
    <p:sldLayoutId id="2147483675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FE4004-4792-4224-2D51-76878A68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736797-C624-6EDE-18B2-4D1E96C63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FD9B99-7EA6-94D7-7E2F-2471B1B3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1B01F-B773-4A69-8F52-B7A3BD829A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7291AA-ECCC-FEA9-9847-3997D9F11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A86981-7216-BF72-1A83-37E398A27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99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D7F6-BD45-CC4A-3A3B-8502A1C5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5CC25-9616-A920-13A4-E3790EBFC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617" y="2931315"/>
            <a:ext cx="11242766" cy="995370"/>
          </a:xfrm>
        </p:spPr>
        <p:txBody>
          <a:bodyPr/>
          <a:lstStyle/>
          <a:p>
            <a:pPr algn="ctr"/>
            <a:r>
              <a:rPr kumimoji="1" lang="en-US" altLang="ja-JP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Simulator</a:t>
            </a:r>
            <a:endParaRPr kumimoji="1" lang="ja-JP" alt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BC64D134-B527-C584-390C-81581838BF4E}"/>
              </a:ext>
            </a:extLst>
          </p:cNvPr>
          <p:cNvSpPr txBox="1">
            <a:spLocks/>
          </p:cNvSpPr>
          <p:nvPr/>
        </p:nvSpPr>
        <p:spPr>
          <a:xfrm>
            <a:off x="474617" y="4646807"/>
            <a:ext cx="11242766" cy="632346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600" b="0">
                <a:latin typeface="Times New Roman" panose="02020603050405020304" pitchFamily="18" charset="0"/>
                <a:cs typeface="Times New Roman" panose="02020603050405020304" pitchFamily="18" charset="0"/>
              </a:rPr>
              <a:t>2025-10-0</a:t>
            </a:r>
            <a:r>
              <a:rPr lang="en-US" altLang="ja-JP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ja-JP" sz="3600" b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ja-JP" altLang="en-US"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5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1CA1-D988-7AE2-DF72-4C2573B5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C0E67-E177-C68D-08CE-FB7304CB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endParaRPr kumimoji="1"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3F8552-3F7E-7764-89FA-29053AA10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13" y="1988291"/>
            <a:ext cx="10608129" cy="4423396"/>
          </a:xfrm>
        </p:spPr>
        <p:txBody>
          <a:bodyPr>
            <a:normAutofit/>
          </a:bodyPr>
          <a:lstStyle/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framework generates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spare parts demand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population of  trucks by employing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models 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time-varying usage states and operating conditions.</a:t>
            </a:r>
          </a:p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 simulator: 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daily steps over one year.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trucks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attaches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types of unspecific parts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Attaches 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failure model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part. [Exponential, Weibull, Log-Logistic, Gompertz]</a:t>
            </a: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parameter is constant.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conditions (usage pattern, terrain, …) are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yet considered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 are logged as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events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forecasting and inventory-policy evaluation.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49A4A4-567B-E4F0-F631-1AA83D94D047}"/>
              </a:ext>
            </a:extLst>
          </p:cNvPr>
          <p:cNvSpPr txBox="1"/>
          <p:nvPr/>
        </p:nvSpPr>
        <p:spPr>
          <a:xfrm>
            <a:off x="697888" y="1373621"/>
            <a:ext cx="1079622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spare parts demand simulator</a:t>
            </a:r>
            <a:endParaRPr lang="ja-JP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86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8BB46-D51D-8BCE-8768-9592F4E0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6F54E284-3D8A-1F85-50BD-E1F7DD20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834653"/>
              </p:ext>
            </p:extLst>
          </p:nvPr>
        </p:nvGraphicFramePr>
        <p:xfrm>
          <a:off x="429612" y="841626"/>
          <a:ext cx="2626999" cy="1303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6999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74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SimulationConfig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566314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237487">
                <a:tc>
                  <a:txBody>
                    <a:bodyPr/>
                    <a:lstStyle/>
                    <a:p>
                      <a:endParaRPr kumimoji="1" lang="en-US" altLang="ja-J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B026774-2087-6270-42FB-A6B000484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538024"/>
              </p:ext>
            </p:extLst>
          </p:nvPr>
        </p:nvGraphicFramePr>
        <p:xfrm>
          <a:off x="3945054" y="2468880"/>
          <a:ext cx="3467987" cy="19304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987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30737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8937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age: int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parts: List&lt;Part&gt;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491557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increment_age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void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checkup_parts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(time: int,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List&lt;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&gt;?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A77E9217-7B75-BE21-8DB1-5C21A22F2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9159"/>
              </p:ext>
            </p:extLst>
          </p:nvPr>
        </p:nvGraphicFramePr>
        <p:xfrm>
          <a:off x="7841013" y="2468880"/>
          <a:ext cx="4221129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1129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283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part_type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failure_model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FailureModel</a:t>
                      </a:r>
                      <a:endParaRPr kumimoji="1" lang="en-US" altLang="ja-J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age: 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evaluate_survival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(time: int,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truck_age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reset_life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89F41D32-673C-61EE-64D3-B48F39BD9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00992"/>
              </p:ext>
            </p:extLst>
          </p:nvPr>
        </p:nvGraphicFramePr>
        <p:xfrm>
          <a:off x="8217584" y="4953587"/>
          <a:ext cx="3467986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986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283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time: int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truck_age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part_type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part_age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</a:tbl>
          </a:graphicData>
        </a:graphic>
      </p:graphicFrame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9FD79C8-7650-BABC-A565-1428F60B2941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>
            <a:off x="3418563" y="3434098"/>
            <a:ext cx="52649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16C7D46-3410-BBDB-3817-8DC0DB52EFF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413041" y="3429000"/>
            <a:ext cx="427972" cy="5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C6BDAA0-821E-FAC8-500A-89A209EC2852}"/>
              </a:ext>
            </a:extLst>
          </p:cNvPr>
          <p:cNvSpPr txBox="1"/>
          <p:nvPr/>
        </p:nvSpPr>
        <p:spPr>
          <a:xfrm>
            <a:off x="7521412" y="3159376"/>
            <a:ext cx="578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1..*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5497C70-A2AF-A489-E8CC-DE247A2BB06F}"/>
              </a:ext>
            </a:extLst>
          </p:cNvPr>
          <p:cNvSpPr txBox="1"/>
          <p:nvPr/>
        </p:nvSpPr>
        <p:spPr>
          <a:xfrm>
            <a:off x="9694492" y="4475419"/>
            <a:ext cx="101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emits</a:t>
            </a:r>
            <a:endParaRPr kumimoji="1" lang="ja-JP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6B0FEC0-FC21-E1A5-DCD1-11FD46A101CB}"/>
              </a:ext>
            </a:extLst>
          </p:cNvPr>
          <p:cNvSpPr txBox="1"/>
          <p:nvPr/>
        </p:nvSpPr>
        <p:spPr>
          <a:xfrm>
            <a:off x="3594060" y="3157185"/>
            <a:ext cx="578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1..*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0281DDC-3D67-CCE7-2243-74BD43ED8780}"/>
              </a:ext>
            </a:extLst>
          </p:cNvPr>
          <p:cNvSpPr txBox="1"/>
          <p:nvPr/>
        </p:nvSpPr>
        <p:spPr>
          <a:xfrm>
            <a:off x="3391504" y="3157185"/>
            <a:ext cx="578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A92E3007-A943-7172-91B0-445E3D8A4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602425"/>
              </p:ext>
            </p:extLst>
          </p:nvPr>
        </p:nvGraphicFramePr>
        <p:xfrm>
          <a:off x="67663" y="2679718"/>
          <a:ext cx="3350900" cy="150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0900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74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Simulator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566314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config: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SimulatorConfig</a:t>
                      </a:r>
                      <a:endParaRPr kumimoji="1" lang="en-US" altLang="ja-J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fleet: List&lt;Trucks&gt;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events: List&lt;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DemandEvents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237487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generate_fleet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n_trucks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List&lt;Trucks&gt;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run(): List&lt;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DemandEvents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A35AFB7E-C84A-CA11-48DC-655B5E461289}"/>
              </a:ext>
            </a:extLst>
          </p:cNvPr>
          <p:cNvSpPr txBox="1"/>
          <p:nvPr/>
        </p:nvSpPr>
        <p:spPr>
          <a:xfrm>
            <a:off x="7318856" y="3158469"/>
            <a:ext cx="578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BB172CB6-9646-5A86-9835-D27D511B266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9951577" y="4389120"/>
            <a:ext cx="0" cy="5644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B54266D2-C25F-FE98-78E0-8C19469F2601}"/>
              </a:ext>
            </a:extLst>
          </p:cNvPr>
          <p:cNvCxnSpPr>
            <a:cxnSpLocks/>
            <a:stCxn id="10" idx="2"/>
            <a:endCxn id="6" idx="1"/>
          </p:cNvCxnSpPr>
          <p:nvPr/>
        </p:nvCxnSpPr>
        <p:spPr>
          <a:xfrm rot="16200000" flipH="1">
            <a:off x="4140594" y="1790996"/>
            <a:ext cx="1679509" cy="6474471"/>
          </a:xfrm>
          <a:prstGeom prst="bentConnector2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708F7840-817D-4777-69EE-324717770295}"/>
              </a:ext>
            </a:extLst>
          </p:cNvPr>
          <p:cNvSpPr txBox="1"/>
          <p:nvPr/>
        </p:nvSpPr>
        <p:spPr>
          <a:xfrm>
            <a:off x="4239222" y="5587106"/>
            <a:ext cx="101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endParaRPr kumimoji="1" lang="ja-JP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54120991-2756-ABC7-ECE8-01F2F0C1C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039855"/>
              </p:ext>
            </p:extLst>
          </p:nvPr>
        </p:nvGraphicFramePr>
        <p:xfrm>
          <a:off x="8128577" y="928886"/>
          <a:ext cx="3645999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5999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329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&lt;&lt;Abstract&gt;&gt;</a:t>
                      </a:r>
                      <a:r>
                        <a:rPr kumimoji="1" lang="en-US" altLang="ja-JP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FailureModel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233292">
                <a:tc>
                  <a:txBody>
                    <a:bodyPr/>
                    <a:lstStyle/>
                    <a:p>
                      <a:endParaRPr kumimoji="1" lang="en-US" altLang="ja-J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394802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hazard_func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(time: int,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float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step_prob_func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(time: int,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1DD83E44-203E-9166-608E-64C243B29FB4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flipH="1" flipV="1">
            <a:off x="9951576" y="2026166"/>
            <a:ext cx="1" cy="4427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タイトル 1">
            <a:extLst>
              <a:ext uri="{FF2B5EF4-FFF2-40B4-BE49-F238E27FC236}">
                <a16:creationId xmlns:a16="http://schemas.microsoft.com/office/drawing/2014/main" id="{0B916D3E-E643-8CA6-FAA0-BCF3FB9FA7BF}"/>
              </a:ext>
            </a:extLst>
          </p:cNvPr>
          <p:cNvSpPr txBox="1">
            <a:spLocks/>
          </p:cNvSpPr>
          <p:nvPr/>
        </p:nvSpPr>
        <p:spPr>
          <a:xfrm>
            <a:off x="8844643" y="0"/>
            <a:ext cx="3347357" cy="623099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936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3">
      <a:majorFont>
        <a:latin typeface="Montserrat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7" id="{C915117A-997E-4732-A9BD-10B1644F6E59}" vid="{04330DC9-8EF6-44AA-90FA-A73B1A288DD4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7" id="{C915117A-997E-4732-A9BD-10B1644F6E59}" vid="{202FE792-1619-408C-9CD5-215D7D5BBC84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6229C8FDE9ACD48A023816D587612CF" ma:contentTypeVersion="13" ma:contentTypeDescription="新しいドキュメントを作成します。" ma:contentTypeScope="" ma:versionID="50c29c381474cbb99d42a590bec2f29c">
  <xsd:schema xmlns:xsd="http://www.w3.org/2001/XMLSchema" xmlns:xs="http://www.w3.org/2001/XMLSchema" xmlns:p="http://schemas.microsoft.com/office/2006/metadata/properties" xmlns:ns2="038d617b-032e-42c4-aec7-b25b5f866e99" xmlns:ns3="fd19dd48-2c40-4fb7-99e3-da59403db7d6" targetNamespace="http://schemas.microsoft.com/office/2006/metadata/properties" ma:root="true" ma:fieldsID="81dcb8d66daf0508aee25d85816c9ff1" ns2:_="" ns3:_="">
    <xsd:import namespace="038d617b-032e-42c4-aec7-b25b5f866e99"/>
    <xsd:import namespace="fd19dd48-2c40-4fb7-99e3-da59403db7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8d617b-032e-42c4-aec7-b25b5f866e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1fd9eeea-d21b-4cc3-a441-6571d2f439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9dd48-2c40-4fb7-99e3-da59403db7d6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ce8f4bf-c886-44fa-abe9-d7066a3ae45a}" ma:internalName="TaxCatchAll" ma:showField="CatchAllData" ma:web="fd19dd48-2c40-4fb7-99e3-da59403db7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B2FBEC-DEE5-47A9-A693-1F2EA9D819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5A48-6A6F-416A-8E27-23CBB0D7D9F1}">
  <ds:schemaRefs>
    <ds:schemaRef ds:uri="038d617b-032e-42c4-aec7-b25b5f866e99"/>
    <ds:schemaRef ds:uri="fd19dd48-2c40-4fb7-99e3-da59403db7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TEMPLETE_紺ベース_original</Template>
  <TotalTime>10954</TotalTime>
  <Words>376</Words>
  <Application>Microsoft Office PowerPoint</Application>
  <PresentationFormat>ワイド画面</PresentationFormat>
  <Paragraphs>56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Arial</vt:lpstr>
      <vt:lpstr>Montserrat</vt:lpstr>
      <vt:lpstr>Times New Roman</vt:lpstr>
      <vt:lpstr>Office テーマ</vt:lpstr>
      <vt:lpstr>デザインの設定</vt:lpstr>
      <vt:lpstr>Demand Simulator</vt:lpstr>
      <vt:lpstr>Overview 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固有振動数に基づく材料定数同定問題の一解法 （ハイブリッド法の提案）</dc:title>
  <dc:creator>福原　颯(s22g213)</dc:creator>
  <cp:lastModifiedBy>福原　颯(s24d164)</cp:lastModifiedBy>
  <cp:revision>6</cp:revision>
  <cp:lastPrinted>2025-09-23T08:49:42Z</cp:lastPrinted>
  <dcterms:created xsi:type="dcterms:W3CDTF">2023-09-12T23:50:25Z</dcterms:created>
  <dcterms:modified xsi:type="dcterms:W3CDTF">2025-10-08T11:24:28Z</dcterms:modified>
</cp:coreProperties>
</file>